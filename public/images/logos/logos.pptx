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1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3"/>
  </p:notesMasterIdLst>
  <p:sldIdLst>
    <p:sldId id="272" r:id="rId2"/>
    <p:sldId id="276" r:id="rId3"/>
    <p:sldId id="277" r:id="rId4"/>
    <p:sldId id="279" r:id="rId5"/>
    <p:sldId id="278" r:id="rId6"/>
    <p:sldId id="280" r:id="rId7"/>
    <p:sldId id="282" r:id="rId8"/>
    <p:sldId id="273" r:id="rId9"/>
    <p:sldId id="283" r:id="rId10"/>
    <p:sldId id="285" r:id="rId11"/>
    <p:sldId id="284" r:id="rId12"/>
    <p:sldId id="286" r:id="rId13"/>
    <p:sldId id="287" r:id="rId14"/>
    <p:sldId id="289" r:id="rId15"/>
    <p:sldId id="290" r:id="rId16"/>
    <p:sldId id="292" r:id="rId17"/>
    <p:sldId id="293" r:id="rId18"/>
    <p:sldId id="295" r:id="rId19"/>
    <p:sldId id="291" r:id="rId20"/>
    <p:sldId id="296" r:id="rId21"/>
    <p:sldId id="29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F3D0"/>
    <a:srgbClr val="6EE7B7"/>
    <a:srgbClr val="34D399"/>
    <a:srgbClr val="10B9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7784BD-8236-4A6E-AD6A-CE3E1A41950A}" v="146" dt="2025-12-15T10:06:56.8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456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2T15:23:55.485"/>
    </inkml:context>
    <inkml:brush xml:id="br0">
      <inkml:brushProperty name="width" value="0.5" units="cm"/>
      <inkml:brushProperty name="height" value="1" units="cm"/>
      <inkml:brushProperty name="color" value="#6EE7B7"/>
      <inkml:brushProperty name="tip" value="rectangle"/>
      <inkml:brushProperty name="rasterOp" value="maskPen"/>
    </inkml:brush>
  </inkml:definitions>
  <inkml:trace contextRef="#ctx0" brushRef="#br0">985 3487 216 0 0,'-27'97'8786'0'0,"16"-83"-8158"0"0,-38 49 1296 0 0,41-56-1523 0 0,6-5-244 0 0,0 0 1 0 0,0 0 0 0 0,-1 0-1 0 0,1 0 1 0 0,0-1 0 0 0,-1 1 0 0 0,1 0-1 0 0,-1-1 1 0 0,0 0 0 0 0,0 0-1 0 0,1 0 1 0 0,-1 0 0 0 0,-4 1 0 0 0,0-1-94 0 0,1 1 0 0 0,-1-1 0 0 0,1 0 0 0 0,-1-1 0 0 0,0 1 0 0 0,1-1 0 0 0,-1-1 0 0 0,1 1 0 0 0,-1-1 0 0 0,1 0 0 0 0,-1-1 0 0 0,1 0 1 0 0,-1 0-1 0 0,1 0 0 0 0,0 0 0 0 0,0-1 0 0 0,0 0 0 0 0,0-1 0 0 0,1 1 0 0 0,-6-5 0 0 0,6 4-62 0 0,0 1 0 0 0,0 0-1 0 0,-1 0 1 0 0,1 0 0 0 0,-1 1 0 0 0,1 0 0 0 0,-1 0-1 0 0,1 0 1 0 0,-1 1 0 0 0,0-1 0 0 0,0 2 0 0 0,0-1-1 0 0,0 1 1 0 0,-9 0 0 0 0,7 0-1 0 0,-1-1 1 0 0,1 1-1 0 0,0-2 1 0 0,0 1-1 0 0,0-1 0 0 0,-13-4 1 0 0,-21-10-18 0 0,40 15 16 0 0,0-1 0 0 0,0 1 0 0 0,-1-1-1 0 0,2 0 1 0 0,-1 0 0 0 0,0 0-1 0 0,0 0 1 0 0,0 0 0 0 0,1 0 0 0 0,-1 0-1 0 0,1-1 1 0 0,0 1 0 0 0,0 0-1 0 0,-2-5 1 0 0,-10-15 24 0 0,11 20-20 0 0,0-1-1 0 0,1 1 0 0 0,-1-1 0 0 0,0 0 1 0 0,1 0-1 0 0,0 0 0 0 0,0 0 0 0 0,0 0 1 0 0,0 0-1 0 0,-1-6 0 0 0,-6-17 18 0 0,1 11-1 0 0,0 0 0 0 0,1 0 0 0 0,-5-26 0 0 0,-10-26 28 0 0,-9-30 103 0 0,27 90-137 0 0,1 0 0 0 0,1 0 0 0 0,-1 0 0 0 0,0-13 0 0 0,1 13-9 0 0,1 1 0 0 0,-1 0 0 0 0,-1-1 1 0 0,1 1-1 0 0,-1 0 0 0 0,-5-11 0 0 0,2 4 18 0 0,-1-1 0 0 0,2 0-1 0 0,0-1 1 0 0,0 1 0 0 0,1-1-1 0 0,1 1 1 0 0,0-18 0 0 0,0 9 10 0 0,-9-40 1 0 0,1 24 14 0 0,-6-59 1 0 0,11 70 6 0 0,-15-51-1 0 0,12 51 2 0 0,-6-38-1 0 0,12 42 7 0 0,1-35 0 0 0,1 41-30 0 0,0 1 1 0 0,0 0 0 0 0,-2 0 0 0 0,-5-26 0 0 0,1 21-7 0 0,2 0 0 0 0,0 0 0 0 0,2 0 0 0 0,0-33 1 0 0,-4-26 35 0 0,-3-67 4 0 0,0 4 33 0 0,7 84-97 0 0,-13-80 1 0 0,-17-28 183 0 0,30 146-186 0 0,1 11 3 0 0,-1-1 0 0 0,-5-18-1 0 0,2 11 8 0 0,1 0 0 0 0,-2-29-1 0 0,-2-11 3 0 0,-18-112 84 0 0,14 83-101 0 0,11 80 9 0 0,-27-136 40 0 0,22 114-40 0 0,1-1 1 0 0,2 1 0 0 0,0-1-1 0 0,4-50 1 0 0,0 28 8 0 0,8-91-29 0 0,-6 2 19 0 0,-2 127 9 0 0,2 1 0 0 0,5-20 1 0 0,17-22-29 0 0,-24 52 18 0 0,0 0-1 0 0,0 1 0 0 0,1-1 0 0 0,-1 0 1 0 0,1 1-1 0 0,0-1 0 0 0,0 1 0 0 0,4-5 1 0 0,0 1-9 0 0,-5 6 6 0 0,0 0 0 0 0,0 0 0 0 0,0 0 1 0 0,0 0-1 0 0,0 0 0 0 0,-1 0 1 0 0,1 0-1 0 0,0 0 0 0 0,0-1 0 0 0,-1 1 1 0 0,1 0-1 0 0,-1-1 0 0 0,1 1 0 0 0,-1 0 1 0 0,0-1-1 0 0,1-1 0 0 0,-10-34-2 0 0,3-2 24 0 0,9 25-45 0 0,-2 14 24 0 0,-1-1 1 0 0,0 1-1 0 0,0-1 0 0 0,0 1 1 0 0,0 0-1 0 0,1-1 1 0 0,-1 1-1 0 0,0 0 0 0 0,0-1 1 0 0,0 1-1 0 0,0-1 0 0 0,0 1 1 0 0,0 0-1 0 0,0-1 1 0 0,0 1-1 0 0,0-1 0 0 0,0 1 1 0 0,0 0-1 0 0,0-1 0 0 0,0 1 1 0 0,-1 0-1 0 0,1-1 0 0 0,0 1 1 0 0,0-1-1 0 0,-1 1 1 0 0,1-24 15 0 0,-1 20-9 0 0,4 3 2 0 0,0 0-12 0 0,-1 0 0 0 0,0 0 0 0 0,0 1 0 0 0,1-1 1 0 0,-1 1-1 0 0,0-1 0 0 0,1 1 0 0 0,-1 0 0 0 0,0 0 1 0 0,1 0-1 0 0,-1 0 0 0 0,5 1 0 0 0,9 0-8 0 0,7-4 15 0 0,-13 1 0 0 0,1 0 0 0 0,0 1 0 0 0,-1 0 0 0 0,1 1 0 0 0,0 0 1 0 0,-1 1-1 0 0,1 0 0 0 0,15 4 0 0 0,-5 1-14 0 0,0 0 0 0 0,0 2 0 0 0,-1 1 0 0 0,0 0 1 0 0,21 14-1 0 0,38 45 44 0 0,-73-64-35 0 0,0 1-2 0 0,0-1 0 0 0,0 0 0 0 0,0 0-1 0 0,1-1 1 0 0,-1 0 0 0 0,12 4 0 0 0,5 0 10 0 0,5 2-5 0 0,33 5-1 0 0,-50-12 3 0 0,0-1 0 0 0,0 0 0 0 0,0-1 0 0 0,0 0 0 0 0,1-1-1 0 0,15-3 1 0 0,50-16-26 0 0,-56 13 31 0 0,1 1 0 0 0,0 1-1 0 0,1 1 1 0 0,30-1 0 0 0,-53 5-6 0 0,1 0 0 0 0,-1 0 0 0 0,0 0 1 0 0,0 0-1 0 0,1 0 0 0 0,-1 1 0 0 0,0-1 1 0 0,0 0-1 0 0,1 0 0 0 0,-1 0 0 0 0,0 0 1 0 0,1 0-1 0 0,-1 0 0 0 0,0 0 1 0 0,0 0-1 0 0,1 0 0 0 0,-1 0 0 0 0,0 0 1 0 0,0 0-1 0 0,1-1 0 0 0,-1 1 0 0 0,0 0 1 0 0,1 0-1 0 0,-1 0 0 0 0,0 0 0 0 0,0 0 1 0 0,0 0-1 0 0,1-1 0 0 0,-1 1 0 0 0,0 0 1 0 0,0 0-1 0 0,1 0 0 0 0,-1-1 1 0 0,0 1-1 0 0,0 0 0 0 0,0 0 0 0 0,0-1 1 0 0,0 1-1 0 0,1 0 0 0 0,-1 0 0 0 0,0-1 1 0 0,0 1-1 0 0,0 0 0 0 0,0 0 0 0 0,0-1 1 0 0,0 1-1 0 0,0 0 0 0 0,0-1 0 0 0,0 1 1 0 0,0 0-1 0 0,0 0 0 0 0,0-1 0 0 0,0 1 1 0 0,0 0-1 0 0,0 0 0 0 0,0-1 1 0 0,0 1-1 0 0,0 0 0 0 0,-1-1 0 0 0,1 1 1 0 0,0 0-1 0 0,-14-15 94 0 0,14 13-97 0 0,0 1-4 0 0,24 12-19 0 0,-5-2 24 0 0,1-1-1 0 0,1 0 1 0 0,-1-2 0 0 0,30 5 0 0 0,-37-8-5 0 0,-10-2 9 0 0,-3-1 1 0 0,1 0 1 0 0,0 0 0 0 0,0 0 0 0 0,0 0 0 0 0,0 0 0 0 0,0 0 0 0 0,0 1-1 0 0,0-1 1 0 0,0 0 0 0 0,0 1 0 0 0,0-1 0 0 0,0 0 0 0 0,-1 1 0 0 0,1-1 0 0 0,0 1-1 0 0,0-1 1 0 0,0 1 0 0 0,1 1 0 0 0,-3-2-7 0 0,1 1 1 0 0,0-1-1 0 0,0 1 1 0 0,0-1-1 0 0,0 1 1 0 0,0-1-1 0 0,0 1 1 0 0,0-1-1 0 0,0 1 1 0 0,0-1-1 0 0,0 1 1 0 0,0-1-1 0 0,1 1 1 0 0,-1-1-1 0 0,0 1 1 0 0,0-1-1 0 0,0 0 1 0 0,1 1-1 0 0,-1-1 1 0 0,0 1-1 0 0,0-1 1 0 0,1 0-1 0 0,-1 1 1 0 0,1 0-1 0 0,11 14-1 0 0,-7-10-12 0 0,5 3 8 0 0,-9-8 5 0 0,0 1-1 0 0,0-1 1 0 0,0 1 0 0 0,0-1 0 0 0,0 1-1 0 0,0 0 1 0 0,0 0 0 0 0,0-1 0 0 0,0 1-1 0 0,-1 0 1 0 0,1 0 0 0 0,0 0 0 0 0,0 2-1 0 0,1-1 2 0 0,0-1 0 0 0,-1 1 0 0 0,1 0 0 0 0,0-1 0 0 0,0 0-1 0 0,0 1 1 0 0,0-1 0 0 0,0 0 0 0 0,0 0 0 0 0,0 0 0 0 0,0 0 0 0 0,3 1-1 0 0,4 2-11 0 0,1 0 12 0 0,0 0 1 0 0,-1 0 0 0 0,15 2-1 0 0,-16-4 2 0 0,0 0-1 0 0,0 1 0 0 0,0 0 0 0 0,0 0 0 0 0,11 7 1 0 0,-10-5-6 0 0,0 0 0 0 0,19 7 0 0 0,6 3 2 0 0,36 14 15 0 0,-15-5-1 0 0,65 21 52 0 0,-16-7-8 0 0,-46-18-32 0 0,-47-15-11 0 0,0 0 0 0 0,0 1 0 0 0,0 1 0 0 0,-1 0 0 0 0,12 10 0 0 0,-8-6 17 0 0,27 15 0 0 0,-8-4-47 0 0,10 3 13 0 0,-36-21 5 0 0,0 0 1 0 0,-1 0-1 0 0,13 11 1 0 0,15 9 24 0 0,71 33-28 0 0,0-8 96 0 0,-14-8-51 0 0,8 2-41 0 0,2 1 60 0 0,-23 0-73 0 0,-44-24 33 0 0,1-1 0 0 0,58 22 0 0 0,-68-33-32 0 0,4 1 16 0 0,53 26 0 0 0,-1 11 21 0 0,-39-27-52 0 0,55 34 0 0 0,-78-42 33 0 0,35 15 0 0 0,-1-1 3 0 0,-38-16 53 0 0,26 21-1 0 0,-6-4-91 0 0,-20-15 31 0 0,-1 1-1 0 0,0 0 0 0 0,-1 1 0 0 0,14 17 1 0 0,-19-21 15 0 0,57 57 33 0 0,-51-50-44 0 0,2-1 0 0 0,0-1 0 0 0,35 24 0 0 0,-20-15-4 0 0,2 3 21 0 0,-15-12-21 0 0,-1 0 0 0 0,2-2 0 0 0,34 19-1 0 0,-33-21-2 0 0,-1 2-1 0 0,0 0 0 0 0,22 18 1 0 0,7 6 1 0 0,-37-28 19 0 0,-1 1 0 0 0,18 19 0 0 0,1 1 8 0 0,61 43 1 0 0,-57-47-22 0 0,134 102 22 0 0,-8 5-22 0 0,-14 20 17 0 0,-135-142-30 0 0,0 2-3 0 0,-5-8 17 0 0,-1 0 0 0 0,0 1-1 0 0,-1-1 1 0 0,1 1 0 0 0,-1 0 0 0 0,0 0 0 0 0,0 0 0 0 0,0 0 0 0 0,2 7 0 0 0,2 10-45 0 0,20 40 0 0 0,-12-30 63 0 0,-4-11-33 0 0,1-1-1 0 0,1 0 1 0 0,21 27 0 0 0,14 19-5 0 0,10 19-5 0 0,0-14 40 0 0,3 7-8 0 0,-46-55-21 0 0,18 24-9 0 0,10 10 18 0 0,-30-39 0 0 0,0 1 0 0 0,11 23-1 0 0,-24-42-3 0 0,27 50-4 0 0,32 53-56 0 0,-49-88 46 0 0,24 34 36 0 0,70 79 0 0 0,-73-93-14 0 0,-2 2-1 0 0,29 47 1 0 0,-50-71-21 0 0,61 109 14 0 0,0 1 18 0 0,-46-84-20 0 0,-1 1 1 0 0,17 46-1 0 0,-7-15 12 0 0,-26-58 0 0 0,-1 0 0 0 0,5 26 0 0 0,-3-14-18 0 0,-5-14 5 0 0,-1 1-1 0 0,0-1 1 0 0,0 0-1 0 0,-1 0 1 0 0,-1 1-1 0 0,-3 16 1 0 0,0 26 27 0 0,6-31-29 0 0,0-1-1 0 0,1 1 0 0 0,2-1 1 0 0,9 32-1 0 0,-10-42 5 0 0,2 15 3 0 0,4 38 0 0 0,-7-40 1 0 0,0-1 1 0 0,10 29-1 0 0,18 65-2 0 0,-21-77 16 0 0,-2-6 18 0 0,-4-14-39 0 0,1 0 0 0 0,13 31 0 0 0,-16-47 5 0 0,-1 0 0 0 0,0 0-1 0 0,0 1 1 0 0,0-1-1 0 0,0 7 1 0 0,-1-7-3 0 0,1 1-1 0 0,0-1 1 0 0,0 0 0 0 0,0 0-1 0 0,2 7 1 0 0,4 8 15 0 0,-7-17-17 0 0,1 0-1 0 0,0 0 0 0 0,0 0 0 0 0,0 0 1 0 0,1 0-1 0 0,-1 0 0 0 0,3 3 0 0 0,0 0 8 0 0,-1 1 0 0 0,0-1-1 0 0,0 1 1 0 0,0-1 0 0 0,3 13-1 0 0,10 23 3 0 0,7 10-22 0 0,44 141 50 0 0,-56-164-46 0 0,-2 0 1 0 0,9 50 0 0 0,-15-35 18 0 0,-4-37-6 0 0,1 0 0 0 0,0 0 0 0 0,1 0 1 0 0,0 0-1 0 0,0 0 0 0 0,3 10 0 0 0,-3-12 0 0 0,0 1 0 0 0,0-1-1 0 0,-1 1 1 0 0,0-1 0 0 0,0 1 0 0 0,-1 7-1 0 0,0 6 5 0 0,-2 13 25 0 0,2-24-51 0 0,0-1-1 0 0,1 0 1 0 0,0 0 0 0 0,0 0-1 0 0,1 10 1 0 0,8 85 121 0 0,-3-26-151 0 0,-5-59 56 0 0,0-1 0 0 0,-1 1-1 0 0,-4 30 1 0 0,0 12 4 0 0,2-3-7 0 0,-11 59 0 0 0,6-44 13 0 0,3 38-11 0 0,-5 62-51 0 0,-2 58 77 0 0,11-210-17 0 0,2 43-20 0 0,3-28 11 0 0,-1 40 0 0 0,-4-66-6 0 0,-1-1 0 0 0,-1 0 0 0 0,1 0 0 0 0,-4 8 0 0 0,-4 18 0 0 0,-5 48 38 0 0,-1-26-91 0 0,8-29 75 0 0,-6 38-1 0 0,1 4-14 0 0,7-46-4 0 0,1 2 1 0 0,-1 38 0 0 0,2 39 6 0 0,-6-19-7 0 0,8-67-3 0 0,0 0 1 0 0,-1 1-1 0 0,0-1 0 0 0,-6 18 0 0 0,-7 27 15 0 0,14-57-13 0 0,1 0-1 0 0,-1 0 1 0 0,0 0-1 0 0,1 0 1 0 0,0 0-1 0 0,0 0 1 0 0,0 3-1 0 0,-1-4-5 0 0,-1-1 5 0 0,2-1 6 0 0,-8 17 19 0 0,-1 2-131 0 0,8-18 108 0 0,1 0 5 0 0,0 0-1 0 0,0-1 1 0 0,-1 1-1 0 0,1 0 1 0 0,0-1-1 0 0,-1 1 1 0 0,1-1-1 0 0,-1 1 1 0 0,1-1 0 0 0,-1 1-1 0 0,1-1 1 0 0,-1 1-1 0 0,1-1 1 0 0,-1 1-1 0 0,1-1 1 0 0,-1 1-1 0 0,0-1 1 0 0,1 0-1 0 0,-1 1 1 0 0,0-1 0 0 0,1 0-1 0 0,-1 0 1 0 0,0 1-1 0 0,1-1 1 0 0,-1 0-1 0 0,0 0 1 0 0,1 0-1 0 0,-1 0 1 0 0,0 0-1 0 0,0 0 1 0 0,1 0 0 0 0,-1 0-1 0 0,0 0 1 0 0,1 0-1 0 0,-2-1 1 0 0,-31-4-8 0 0,28 4-17 0 0,-19-2 62 0 0,-1 2-1 0 0,-30 0 1 0 0,-30-1 70 0 0,8-3-48 0 0,45 4-14 0 0,-41-7 0 0 0,-111-23 148 0 0,163 28-174 0 0,17 2-20 0 0,0 1 0 0 0,0-1 0 0 0,0 1 0 0 0,0-1 0 0 0,0 0 0 0 0,0-1 0 0 0,0 1 0 0 0,0-1 0 0 0,1 1 0 0 0,-8-5 0 0 0,8 4 1 0 0,-2-1 0 0 0,1 1 0 0 0,0 0 0 0 0,0 1-1 0 0,-1-1 1 0 0,1 1 0 0 0,-7-1 0 0 0,-10-4 24 0 0,-108-42-47 0 0,77 30 46 0 0,-13-5-26 0 0,-107-22 0 0 0,75 24 16 0 0,-65-9 1 0 0,145 27-13 0 0,-1-1 1 0 0,1 0-1 0 0,-29-12 0 0 0,25 8-9 0 0,-41-9 1 0 0,15 6 11 0 0,-54-19 1 0 0,1 0 0 0 0,34 7 28 0 0,36 11-50 0 0,7 3 74 0 0,1 0 1 0 0,1-2 0 0 0,-34-22 0 0 0,9 7-20 0 0,35 21-29 0 0,1 0 0 0 0,-1-1 0 0 0,1 0 0 0 0,-11-10 0 0 0,0-1 20 0 0,-2 0 1 0 0,0 1-1 0 0,-1 2 0 0 0,-1 0 0 0 0,0 2 1 0 0,-38-14-1 0 0,52 22-44 0 0,0-1 1 0 0,-1-1-1 0 0,2 1 0 0 0,-20-14 1 0 0,-45-24 138 0 0,-28-14-71 0 0,68 36-51 0 0,6 4 18 0 0,-53-22-1 0 0,63 30-7 0 0,-1-1 0 0 0,2-1 0 0 0,-1-1 0 0 0,-16-13 1 0 0,-3-2 14 0 0,-12-10-5 0 0,-17-11 10 0 0,-12-5 26 0 0,-3-8 24 0 0,75 56-78 0 0,0 0 0 0 0,1 0 1 0 0,0-1-1 0 0,0 0 1 0 0,1 0-1 0 0,-1-1 1 0 0,-7-13-1 0 0,10 16-16 0 0,0 0 0 0 0,-1 0 0 0 0,0 0 0 0 0,1 0 1 0 0,-9-6-1 0 0,-15-15-6 0 0,24 22 15 0 0,0-1 0 0 0,-1 1-1 0 0,0-1 1 0 0,0 1 0 0 0,-6-3-1 0 0,-8-8 57 0 0,0 2-67 0 0,0 1-12 0 0,9 0 51 0 0,-19-15 1 0 0,23 19-25 0 0,-1-1 0 0 0,0 1 0 0 0,0 0 0 0 0,-1 0-1 0 0,0 0 1 0 0,0 1 0 0 0,-12-8 0 0 0,8 6-5 0 0,0-1 0 0 0,-13-14 1 0 0,6 4 2 0 0,-2 1 1 0 0,-25-18 0 0 0,22 19 1 0 0,-34-36 0 0 0,-41-49-52 0 0,-44-43 129 0 0,-2 26 21 0 0,112 99-98 0 0,-10-9-5 0 0,6 1-23 0 0,27 22 45 0 0,0 0 1 0 0,1-1-1 0 0,-1-1 1 0 0,-8-9-1 0 0,-2-3-31 0 0,14 15-5 0 0,0 0 0 0 0,0 0 0 0 0,0-1 0 0 0,-5-8 0 0 0,-19-20 22 0 0,16 19 11 0 0,11 14-22 0 0,0-1 0 0 0,1 1 0 0 0,-1-1 0 0 0,1 0 0 0 0,-1 1 0 0 0,1-1 0 0 0,-1 0 0 0 0,1 0 0 0 0,0 0 0 0 0,0 0 0 0 0,0 0 0 0 0,-1-5 0 0 0,-3-2 12 0 0,4 7-16 0 0,-1-1 1 0 0,1 1 0 0 0,0 0-1 0 0,0-1 1 0 0,0 1-1 0 0,0-1 1 0 0,-1-4 0 0 0,2-7 11 0 0,1 10-11 0 0,-1 0 1 0 0,0 0-1 0 0,0 0 0 0 0,0 0 1 0 0,0 0-1 0 0,-1 0 1 0 0,0 1-1 0 0,0-1 0 0 0,0 0 1 0 0,-2-4-1 0 0,-13-21 25 0 0,-18-45 1 0 0,31 67-17 0 0,-1 1 1 0 0,1 0 0 0 0,-2 0-1 0 0,1 0 1 0 0,-9-8 0 0 0,-4-7 32 0 0,-6-7-56 0 0,-35-34 1 0 0,32 36 27 0 0,-28-37 1 0 0,-4-1 11 0 0,55 59-29 0 0,0-1 0 0 0,0 1 0 0 0,0-1-1 0 0,-2-7 1 0 0,-8-17 21 0 0,-29-41-18 0 0,-24-56 27 0 0,-8-20-156 0 0,33 66 142 0 0,-12-33-69 0 0,15 48 104 0 0,28 45-38 0 0,-16-25 0 0 0,-5-11-71 0 0,16 30 66 0 0,11 22-12 0 0,0-1 1 0 0,1 0-1 0 0,0-1 1 0 0,0 1 0 0 0,-3-10-1 0 0,5 9 17 0 0,-1 1-1 0 0,0-1 0 0 0,0 0 0 0 0,0 1 0 0 0,-1 0 0 0 0,0-1 1 0 0,0 1-1 0 0,-4-6 0 0 0,3 7-7 0 0,1 0-1 0 0,0 0 1 0 0,0 0 0 0 0,1-1-1 0 0,0 1 1 0 0,0-1 0 0 0,-3-10-1 0 0,-5-44-19 0 0,-3-45 21 0 0,-12-51-14 0 0,25 152 10 0 0,-2-4-7 0 0,0-1 1 0 0,1 0 0 0 0,0 0-1 0 0,0 0 1 0 0,1 0 0 0 0,0 0 0 0 0,2-12-1 0 0,0 17-22 0 0,1 0-1 0 0,-1 0 1 0 0,0-1-1 0 0,1 1 0 0 0,0 1 1 0 0,0-1-1 0 0,0 0 1 0 0,1 1-1 0 0,-1-1 0 0 0,6-3 1 0 0,22-26 6 0 0,-10 3 49 0 0,-2 0 1 0 0,-1-2-1 0 0,15-34 1 0 0,2-6-11 0 0,-21 46-48 0 0,13-34 0 0 0,26-73 44 0 0,-41 97 4 0 0,-1-1 0 0 0,-2-1-1 0 0,-2 1 1 0 0,-1-1 0 0 0,0-53-1 0 0,-4 51 18 0 0,11-61-1 0 0,-7 65-46 0 0,1-6 25 0 0,6-55-27 0 0,-12 86 20 0 0,-1 0-1 0 0,-1 0 1 0 0,0-1-1 0 0,0 1 1 0 0,-1 0-1 0 0,-5-17 1 0 0,5 21 4 0 0,-2-6 2 0 0,0 0 1 0 0,-1 0-1 0 0,-1 0 1 0 0,0 0-1 0 0,-1 1 1 0 0,-11-17-1 0 0,-12-19-17 0 0,16 24 7 0 0,0 0 0 0 0,1-1 0 0 0,2-1 0 0 0,-13-41 0 0 0,13 43 13 0 0,9 20-7 0 0,0 0 1 0 0,1 0 0 0 0,-1 0 0 0 0,1 0 0 0 0,-1-1-1 0 0,1 1 1 0 0,-1-8 0 0 0,1 2-5 0 0,0 0 0 0 0,-1 0 1 0 0,-1 0-1 0 0,1 1 0 0 0,-7-15 0 0 0,-5-17 25 0 0,3 6-35 0 0,-1 0 0 0 0,-22-43 0 0 0,-6-13 13 0 0,-54-195-12 0 0,54 157-3 0 0,11 38 21 0 0,19 58-7 0 0,-2 1 0 0 0,-1 1 1 0 0,-1 0-1 0 0,-23-37 0 0 0,20 37-3 0 0,2 0 0 0 0,1-1 0 0 0,-14-48 0 0 0,4 6 29 0 0,21 65-62 0 0,10 23-41 0 0,12 29-35 0 0,-13-23 111 0 0,-1-1 0 0 0,4 37 0 0 0,0-1 0 0 0,20 143 17 0 0,-14-79-34 0 0,26 117-8 0 0,-26-172-7 0 0,37 100 1 0 0,15-5 92 0 0,1 33-2 0 0,-65-183-60 0 0,4 10 3 0 0,14 31 0 0 0,-19-46 1 0 0,1 1-1 0 0,-1-1 1 0 0,1 0-1 0 0,0 0 0 0 0,0 0 1 0 0,0-1-1 0 0,0 1 1 0 0,1-1-1 0 0,-1 0 0 0 0,1 0 1 0 0,0 0-1 0 0,8 5 1 0 0,9 2-15 0 0,-13-5 8 0 0,1-1-1 0 0,-1-1 1 0 0,0 1 0 0 0,10 1-1 0 0,-17-5 5 0 0,0 1 0 0 0,0-1 0 0 0,0 0-1 0 0,0 0 1 0 0,0 0 0 0 0,0 0 0 0 0,0 0-1 0 0,0 0 1 0 0,0 0 0 0 0,0 0 0 0 0,-1 0-1 0 0,1 0 1 0 0,0-1 0 0 0,0 1 0 0 0,0 0-1 0 0,0-1 1 0 0,0 1 0 0 0,0-1 0 0 0,0 1-1 0 0,-1-1 1 0 0,1 1 0 0 0,0-1 0 0 0,0 1-1 0 0,-1-1 1 0 0,1 0 0 0 0,0 0 0 0 0,0 0 0 0 0,1-2 0 0 0,-1 1 0 0 0,0-1 0 0 0,0 1 0 0 0,0-1 0 0 0,0 0 0 0 0,-1 1 0 0 0,1-1 1 0 0,0 0-1 0 0,-1-5 0 0 0,0-5 3 0 0,0 0 1 0 0,-1-1-1 0 0,-3-15 0 0 0,-10-34 15 0 0,-28-80 0 0 0,7 32-56 0 0,12 28 16 0 0,-2 3 0 0 0,3 10 31 0 0,-18-119 38 0 0,21 68-76 0 0,14 89 44 0 0,2 9-21 0 0,1-37 0 0 0,2 52-2 0 0,0 0 0 0 0,1 0 0 0 0,0 0 0 0 0,0 1 0 0 0,1-1 0 0 0,0 1 0 0 0,0-1 0 0 0,6-10 0 0 0,-7 17 9 0 0,0 0 0 0 0,0 0 0 0 0,0 1 0 0 0,0-1 0 0 0,0 0 0 0 0,0 1 1 0 0,1-1-1 0 0,-1 1 0 0 0,0-1 0 0 0,0 1 0 0 0,0 0 0 0 0,1 0 1 0 0,-1-1-1 0 0,0 1 0 0 0,0 0 0 0 0,1 0 0 0 0,-1 0 0 0 0,0 0 0 0 0,0 1 1 0 0,1-1-1 0 0,1 0 0 0 0,28 7 0 0 0,-2-1-26 0 0,-14-2 16 0 0,1 0 0 0 0,26 10 0 0 0,153 64-59 0 0,-149-61 146 0 0,8 6-65 0 0,96 58-1 0 0,-3-1-11 0 0,-124-69-3 0 0,2-1 0 0 0,-1-1-1 0 0,1-2 1 0 0,37 7 0 0 0,-42-11 4 0 0,53 8 0 0 0,-1 3 0 0 0,97 31 1 0 0,-51-9 4 0 0,-16-6-11 0 0,-100-29 5 0 0,5 1 10 0 0,1 1 0 0 0,0-1 1 0 0,0 0-1 0 0,0-1 1 0 0,15 2-1 0 0,-23-3 9 0 0,0 0-18 0 0,0 0 1 0 0,0 0 0 0 0,0 0 0 0 0,-1 0 0 0 0,1 1 0 0 0,0-1-1 0 0,0 0 1 0 0,0 0 0 0 0,-1 0 0 0 0,1 0 0 0 0,0 0 0 0 0,0 0-1 0 0,-1 0 1 0 0,1 1 0 0 0,0-1 0 0 0,0 0 0 0 0,-1 0 0 0 0,1 0-1 0 0,0 0 1 0 0,0 0 0 0 0,0 0 0 0 0,-1 0 0 0 0,1 0 0 0 0,0 0-1 0 0,0 0 1 0 0,-1 0 0 0 0,1-1 0 0 0,0 1 0 0 0,0 0 0 0 0,-1 0-1 0 0,1 0 1 0 0,0 0 0 0 0,0 0 0 0 0,0 0 0 0 0,-1 0 0 0 0,1-1-1 0 0,0 1 1 0 0,-1 0 0 0 0,0 0 3 0 0,-30-25-25 0 0,-66-40 1 0 0,51 36 11 0 0,-235-129-111 0 0,261 146 101 0 0,-31-21-1 0 0,29 18-63 0 0,9 3-49 0 0,14 8 49 0 0,8 6 45 0 0,6 5 13 0 0,-1 1 1 0 0,0 1-1 0 0,0 0 0 0 0,0 1 1 0 0,-1 0-1 0 0,22 23 1 0 0,24 18-2 0 0,-23-24 15 0 0,16 14 12 0 0,105 59 0 0 0,-37-28 1 0 0,-52-29-51 0 0,-16-12 66 0 0,162 92 11 0 0,-41-30-60 0 0,-102-56 50 0 0,-2 3-1 0 0,93 70 0 0 0,-58-40-8 0 0,-47-32 26 0 0,-21-16-27 0 0,-19-12 4 0 0,-1 0 1 0 0,20 18-1 0 0,-10-9-8 0 0,-20-15-5 0 0,-1-1 0 0 0,1 1 0 0 0,-1 0-1 0 0,0 1 1 0 0,6 6 0 0 0,27 35 139 0 0,-29-34-112 0 0,44 65-4 0 0,-47-63-25 0 0,-4-11 2 0 0,-1 0 0 0 0,1 0 0 0 0,-1 0 0 0 0,1 0 0 0 0,0-1 0 0 0,0 1 0 0 0,0 0 0 0 0,4 3 0 0 0,33 30-31 0 0,-16-14 72 0 0,35 27 0 0 0,-35-34-42 0 0,-1-2-1 0 0,44 20 1 0 0,-60-30 1 0 0,0 1 1 0 0,0 0 0 0 0,0 0-1 0 0,-1 0 1 0 0,7 7-1 0 0,-6-5 16 0 0,0-1 0 0 0,0 0-1 0 0,11 6 1 0 0,10 13-8 0 0,-16-13-3 0 0,5 4-13 0 0,16 13 29 0 0,-6-9-10 0 0,0 1 1 0 0,38 39-1 0 0,15 13 5 0 0,36 13 13 0 0,-81-60-23 0 0,49 41-105 0 0,-29-24 131 0 0,-37-30-15 0 0,-1 0 0 0 0,19 20 0 0 0,0 3-7 0 0,35 41 17 0 0,-42-44-37 0 0,59 53 0 0 0,-16-18 29 0 0,-46-38-7 0 0,26 37 0 0 0,-11-13-4 0 0,-21-27-27 0 0,18 34 1 0 0,-24-37 5 0 0,0-1 0 0 0,33 39 0 0 0,-35-48 38 0 0,17 26 1 0 0,-19-25-28 0 0,20 23-1 0 0,-22-28 13 0 0,1 1-1 0 0,-2 1 0 0 0,8 12 1 0 0,6 11 3 0 0,89 131-32 0 0,-108-163 20 0 0,17 25-12 0 0,19 42 0 0 0,13 44-30 0 0,-35-82 79 0 0,-7-17-29 0 0,-1 1-1 0 0,0 0 1 0 0,8 29 0 0 0,-7-15-4 0 0,2-1 0 0 0,19 41 0 0 0,-11-27-7 0 0,-10-22 21 0 0,1 0-19 0 0,-1 0 1 0 0,0 1-1 0 0,-2 0 0 0 0,5 24 1 0 0,-10-36-3 0 0,1-1 1 0 0,1 1 0 0 0,3 9-1 0 0,-3-10 1 0 0,0 0-1 0 0,0 0 0 0 0,1 11 1 0 0,23 240 30 0 0,-24-228-41 0 0,2 32 23 0 0,-5 103 0 0 0,-2-139-24 0 0,1 0-1 0 0,4 40 1 0 0,2 164 4 0 0,-6-137-18 0 0,6 9 64 0 0,1-14-58 0 0,-5-38 27 0 0,-4 82 17 0 0,1-12-32 0 0,3-65-25 0 0,2 4 89 0 0,6-28-166 0 0,-8-31 118 0 0,-1 0 0 0 0,1 0 0 0 0,0 0-1 0 0,-1 0 1 0 0,1 0 0 0 0,-1 1 0 0 0,1-1 0 0 0,-1 0 0 0 0,0 0-1 0 0,1 0 1 0 0,-1 1 0 0 0,0-1 0 0 0,0 0 0 0 0,0 2 0 0 0,1-3-7 0 0,0 0 1 0 0,0 0 0 0 0,-1 0 0 0 0,1 1-1 0 0,0-1 1 0 0,-1 0 0 0 0,1 1-1 0 0,0-1 1 0 0,-1 0 0 0 0,1 1 0 0 0,-1-1-1 0 0,1 1 1 0 0,0-1 0 0 0,-1 1 0 0 0,1-1-1 0 0,-1 1 1 0 0,1 0 0 0 0,-1-1 0 0 0,0 1-1 0 0,1-1 1 0 0,-1 1 0 0 0,0 0 0 0 0,1 0-1 0 0,-1 1 1 0 0,4 4-6 0 0,5 3 3 0 0,0 1 0 0 0,-1 1 1 0 0,0 0-1 0 0,6 13 0 0 0,11 12-15 0 0,-20-29 17 0 0,-2-1 15 0 0,-16-5 0 0 0,2-1-13 0 0,-4 0 8 0 0,3 1-9 0 0,0-1 0 0 0,-1-1 0 0 0,1 0 0 0 0,0 0-1 0 0,0-2 1 0 0,-13-3 0 0 0,-37-9-3 0 0,4 1 37 0 0,6-1-16 0 0,-27-1-26 0 0,14 3-26 0 0,22 6 35 0 0,0 2 1 0 0,0 2-1 0 0,-56 4 1 0 0,40 0-11 0 0,13-4 26 0 0,0-1 1 0 0,-63-15-1 0 0,31 5-5 0 0,49 8 6 0 0,1-1 0 0 0,0-2 1 0 0,0 0-1 0 0,0-2 0 0 0,1-1 1 0 0,-42-26-1 0 0,-3 2 20 0 0,49 26-23 0 0,-42-26 1 0 0,-210-156 26 0 0,244 173-40 0 0,0 1 1 0 0,-2 2-1 0 0,0 1 1 0 0,0 2-1 0 0,-41-11 1 0 0,-69-29 40 0 0,83 29 2 0 0,37 16-28 0 0,1-2-1 0 0,-1 0 1 0 0,-25-17 0 0 0,16 7-10 0 0,17 11-5 0 0,1 0 1 0 0,-19-16 0 0 0,-92-80 52 0 0,11 18 26 0 0,32 26-112 0 0,-35-47 79 0 0,41 36-48 0 0,30 26 0 0 0,26 26 7 0 0,-25-22 0 0 0,11 15-3 0 0,-43-32 71 0 0,66 52-62 0 0,1-1 0 0 0,1 0-1 0 0,-1-1 1 0 0,1 0 0 0 0,-9-12 0 0 0,-36-55 12 0 0,19 27 21 0 0,-26-38-125 0 0,39 56 118 0 0,-18-23-57 0 0,23 35 25 0 0,-1 1 1 0 0,-37-29-1 0 0,44 38-6 0 0,0 0 0 0 0,1-1 0 0 0,0-1 0 0 0,0 1 0 0 0,-8-15 1 0 0,-35-61 30 0 0,-6-10-78 0 0,28 51-16 0 0,21 29 70 0 0,-1 0 1 0 0,0 1 0 0 0,-1 0-1 0 0,-15-14 1 0 0,18 19-12 0 0,0 0 1 0 0,1-1-1 0 0,0 0 1 0 0,0 0-1 0 0,2-1 0 0 0,-7-13 1 0 0,-20-33-21 0 0,-70-100 39 0 0,65 105-5 0 0,-49-53 0 0 0,-7-9-8 0 0,-23-26-57 0 0,81 100 69 0 0,36 40-13 0 0,-25-27 2 0 0,1-1 0 0 0,1-1-1 0 0,-32-57 1 0 0,48 73 10 0 0,-26-50-60 0 0,-42-117 0 0 0,54 119 39 0 0,10 34 30 0 0,1-1 0 0 0,2 0 0 0 0,-9-55 0 0 0,16 55-59 0 0,1 1 0 0 0,6-46 0 0 0,-3-3 20 0 0,-3 60 16 0 0,0 1 0 0 0,1-1 0 0 0,0 0 0 0 0,2 1 0 0 0,4-17 0 0 0,-3 16 23 0 0,-1 1-1 0 0,2-18 1 0 0,0-7-1 0 0,-4 38-29 0 0,-1-1 0 0 0,1 0 0 0 0,0 1 0 0 0,0-1 0 0 0,0 1 0 0 0,1 0 0 0 0,2-6 0 0 0,-2 7 0 0 0,-1 1 0 0 0,0-1 0 0 0,1 1 1 0 0,-1 0-1 0 0,1-1 0 0 0,0 1 0 0 0,-1 0 0 0 0,1 0 1 0 0,0 0-1 0 0,0 0 0 0 0,0 1 0 0 0,0-1 0 0 0,0 0 1 0 0,0 1-1 0 0,3-1 0 0 0,21-6-5 0 0,30-13 1 0 0,-1 0-13 0 0,-52 19 22 0 0,1 1 0 0 0,0 0 0 0 0,0-1 0 0 0,-1 1 0 0 0,1 0 0 0 0,0 1 0 0 0,-1-1 0 0 0,1 1 0 0 0,0-1 0 0 0,-1 1 0 0 0,1 0 0 0 0,5 3 0 0 0,20 3-3 0 0,-21-5 8 0 0,-1 0-1 0 0,1 1 1 0 0,-1 0-1 0 0,12 6 1 0 0,2 1 0 0 0,12 1 1 0 0,1-1-1 0 0,53 8 1 0 0,-48-11 0 0 0,55 18 1 0 0,117 30-26 0 0,-44-13 3 0 0,143 58 13 0 0,-233-70 0 0 0,142 75 0 0 0,44 71-30 0 0,-8 35-16 0 0,-79-65 86 0 0,-101-86-65 0 0,83 73 37 0 0,35 39-16 0 0,-96-82 10 0 0,-15-12-10 0 0,-44-40 29 0 0,1-2 1 0 0,65 46 0 0 0,-69-56-19 0 0,0 2 1 0 0,54 57 0 0 0,22 19-25 0 0,53 43 59 0 0,-76-66-18 0 0,-26-26 5 0 0,66 62-36 0 0,-55-42 17 0 0,91 121 0 0 0,-142-163-13 0 0,-2 1 1 0 0,-1 0-1 0 0,-2 2 0 0 0,13 38 0 0 0,-24-56 4 0 0,-1 0 0 0 0,5 32 0 0 0,-5-18 1 0 0,30 148-125 0 0,-34-125 141 0 0,-2-54-13 0 0,1 0-1 0 0,0 0 1 0 0,0 0 0 0 0,-1 1-1 0 0,1-1 1 0 0,-1 0 0 0 0,1 0-1 0 0,-1 0 1 0 0,1 0 0 0 0,-1 0-1 0 0,0 0 1 0 0,0 0 0 0 0,1 0-1 0 0,-1 0 1 0 0,0 0 0 0 0,0-1-1 0 0,0 1 1 0 0,0 0 0 0 0,0 0-1 0 0,0-1 1 0 0,0 1 0 0 0,0-1-1 0 0,0 1 1 0 0,0-1 0 0 0,0 1-1 0 0,0-1 1 0 0,-1 0 0 0 0,-1 1-1 0 0,-3 0-1 0 0,0 1-1 0 0,-1-1 1 0 0,1-1-1 0 0,-8 1 1 0 0,-2-3 4 0 0,0 0 0 0 0,0 0 1 0 0,0-2-1 0 0,1 0 0 0 0,-1-1 1 0 0,1 0-1 0 0,0-1 0 0 0,-22-13 1 0 0,-39-14-13 0 0,-257-64 8 0 0,314 92-2 0 0,-12-3 13 0 0,0-1-1 0 0,-32-14 1 0 0,31 8-10 0 0,0-2 1 0 0,1-1 0 0 0,1-1 0 0 0,1-2-1 0 0,-31-28 1 0 0,20 16 0 0 0,-68-42 0 0 0,11 8-54 0 0,80 55 48 0 0,-88-67 18 0 0,-140-80 0 0 0,-85-49 37 0 0,238 134-21 0 0,21 16-42 0 0,-27-26 8 0 0,69 58 6 0 0,-18-21 4 0 0,-54-68 1 0 0,-20-21 3 0 0,85 97-17 0 0,-34-49 1 0 0,38 47 33 0 0,-44-46 0 0 0,-35-19 20 0 0,-21-38-57 0 0,-17-32 21 0 0,77 99-12 0 0,-38-45-48 0 0,97 105 51 0 0,-4-4 11 0 0,0-1 0 0 0,2-1 0 0 0,-16-31 0 0 0,-31-57-37 0 0,28 51 54 0 0,11 18-4 0 0,-4-8-11 0 0,-41-55 1 0 0,-22-11-106 0 0,79 99 100 0 0,1-1-1 0 0,1 0 1 0 0,1-1 0 0 0,-10-31 0 0 0,7 19-8 0 0,5 15-21 0 0,2 8 28 0 0,1 0-1 0 0,0 1 1 0 0,1-1 0 0 0,0 0 0 0 0,-2-16 0 0 0,-8-13-4 0 0,15 37-50 0 0,-9 0 73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2T15:24:37.330"/>
    </inkml:context>
    <inkml:brush xml:id="br0">
      <inkml:brushProperty name="width" value="0.49989" units="cm"/>
      <inkml:brushProperty name="height" value="0.99977" units="cm"/>
      <inkml:brushProperty name="color" value="#6EE7B7"/>
      <inkml:brushProperty name="tip" value="rectangle"/>
      <inkml:brushProperty name="rasterOp" value="maskPen"/>
    </inkml:brush>
  </inkml:definitions>
  <inkml:trace contextRef="#ctx0" brushRef="#br0">448 1584 216 0 0,'-13'44'8786'0'0,"8"-37"-8158"0"0,-17 21 1296 0 0,18-25-1523 0 0,3-2-244 0 0,0 0 1 0 0,0 0 0 0 0,0 0-1 0 0,0 0 1 0 0,0 0 0 0 0,0-1 0 0 0,0 1-1 0 0,0 0 1 0 0,0-1 0 0 0,-1 1-1 0 0,1-1 1 0 0,0 1 0 0 0,-3-1 0 0 0,2 1-94 0 0,-1 0 0 0 0,0-1 0 0 0,0 1 0 0 0,0-1 0 0 0,0 0 0 0 0,0 0 0 0 0,0 0 0 0 0,0 0 0 0 0,0-1 0 0 0,0 1 0 0 0,0-1 0 0 0,0 0 1 0 0,0 0-1 0 0,0 0 0 0 0,0 0 0 0 0,1 0 0 0 0,-1-1 0 0 0,0 1 0 0 0,1-1 0 0 0,-3-1 0 0 0,3 1-62 0 0,-1 0 0 0 0,1 1-1 0 0,0 0 1 0 0,-1 0 0 0 0,1-1 0 0 0,-1 1 0 0 0,1 1-1 0 0,-1-1 1 0 0,0 0 0 0 0,1 1 0 0 0,-1-1 0 0 0,0 1-1 0 0,0 0 1 0 0,-3 0 0 0 0,2 0-1 0 0,0 0 1 0 0,0-1-1 0 0,1 1 1 0 0,-1-1-1 0 0,0 0 0 0 0,-5-2 1 0 0,-10-4-18 0 0,18 7 16 0 0,0-1 0 0 0,0 0 0 0 0,0 1-1 0 0,0-1 1 0 0,0 0 0 0 0,0 0-1 0 0,1 0 1 0 0,-1 0 0 0 0,0 0 0 0 0,0 0-1 0 0,1 0 1 0 0,-1 0 0 0 0,1 0-1 0 0,-1-2 1 0 0,-5-7 24 0 0,5 9-20 0 0,0 0-1 0 0,0-1 0 0 0,0 1 0 0 0,1 0 1 0 0,-1 0-1 0 0,1-1 0 0 0,-1 1 0 0 0,1-1 1 0 0,-1 1-1 0 0,0-3 0 0 0,-2-8 18 0 0,-1 6-1 0 0,1-1 0 0 0,1 0 0 0 0,-4-12 0 0 0,-3-11 28 0 0,-5-15 103 0 0,13 42-137 0 0,0 0 0 0 0,1 0 0 0 0,-1 0 0 0 0,0-6 0 0 0,1 6-9 0 0,-1 0 0 0 0,1 0 0 0 0,-1 0 1 0 0,1 0-1 0 0,-1 1 0 0 0,-2-6 0 0 0,0 2 18 0 0,1-1 0 0 0,0 1-1 0 0,0 0 1 0 0,0-1 0 0 0,1 0-1 0 0,0 1 1 0 0,0-9 0 0 0,0 5 10 0 0,-4-19 1 0 0,1 12 14 0 0,-4-28 1 0 0,6 32 6 0 0,-7-23-1 0 0,5 24 2 0 0,-2-19-1 0 0,5 21 7 0 0,0-17 0 0 0,2 19-30 0 0,-1 0 1 0 0,-1 0 0 0 0,1 0 0 0 0,-4-11 0 0 0,2 9-7 0 0,0 0 0 0 0,0 0 0 0 0,1 0 0 0 0,0-15 1 0 0,-1-12 35 0 0,-3-30 4 0 0,1 2 33 0 0,3 37-97 0 0,-5-35 1 0 0,-9-14 183 0 0,14 68-186 0 0,1 3 3 0 0,-1 1 0 0 0,-2-8-1 0 0,1 4 8 0 0,0 0 0 0 0,-1-13-1 0 0,-1-5 3 0 0,-8-50 84 0 0,7 37-101 0 0,4 36 9 0 0,-11-61 40 0 0,9 51-40 0 0,1 0 1 0 0,0 0 0 0 0,1 0-1 0 0,2-23 1 0 0,-1 14 8 0 0,4-43-29 0 0,-3 1 19 0 0,0 59 9 0 0,0-1 0 0 0,3-8 1 0 0,7-11-29 0 0,-10 25 18 0 0,-1-1-1 0 0,1 0 0 0 0,-1 1 0 0 0,1-1 1 0 0,0 0-1 0 0,0 1 0 0 0,0-1 0 0 0,1-1 1 0 0,1 0-9 0 0,-2 2 6 0 0,-1 1 0 0 0,0-1 0 0 0,1 1 1 0 0,-1-1-1 0 0,1 1 0 0 0,-1-1 1 0 0,0 1-1 0 0,1-1 0 0 0,-1 1 0 0 0,0-1 1 0 0,0 0-1 0 0,1 1 0 0 0,-1-1 0 0 0,0 1 1 0 0,0-1-1 0 0,0 0 0 0 0,-4-16-2 0 0,2-1 24 0 0,3 12-45 0 0,-1 5 24 0 0,0 1 1 0 0,1 0-1 0 0,-1 0 0 0 0,0 0 1 0 0,0 0-1 0 0,0-1 1 0 0,0 1-1 0 0,0 0 0 0 0,0 0 1 0 0,0 0-1 0 0,0 0 0 0 0,0-1 1 0 0,0 1-1 0 0,0 0 1 0 0,0 0-1 0 0,0 0 0 0 0,0-1 1 0 0,0 1-1 0 0,0 0 0 0 0,0 0 1 0 0,0 0-1 0 0,0 0 0 0 0,0-1 1 0 0,0 1-1 0 0,-1 0 1 0 0,1-11 15 0 0,0 9-9 0 0,1 2 2 0 0,0-1-12 0 0,0 1 0 0 0,0 0 0 0 0,0-1 0 0 0,0 1 1 0 0,0 0-1 0 0,0 0 0 0 0,0 0 0 0 0,1 0 0 0 0,-1 0 1 0 0,0 0-1 0 0,0 0 0 0 0,2 0 0 0 0,4 1-8 0 0,4-3 15 0 0,-7 1 0 0 0,1 0 0 0 0,0 1 0 0 0,0 0 0 0 0,0-1 0 0 0,-1 1 1 0 0,1 1-1 0 0,0-1 0 0 0,7 3 0 0 0,-2-1-14 0 0,-1 1 0 0 0,1 1 0 0 0,-1 0 0 0 0,0 0 1 0 0,9 6-1 0 0,18 21 44 0 0,-33-29-35 0 0,0 0-2 0 0,-1 0 0 0 0,1 0 0 0 0,0 0-1 0 0,0-1 1 0 0,0 1 0 0 0,5 1 0 0 0,3 0 10 0 0,1 1-5 0 0,16 2-1 0 0,-23-5 3 0 0,0 0 0 0 0,0-1 0 0 0,0 0 0 0 0,0 0 0 0 0,0 0-1 0 0,7-2 1 0 0,23-7-26 0 0,-25 6 31 0 0,0 0 0 0 0,0 1-1 0 0,0 0 1 0 0,15-1 0 0 0,-25 3-6 0 0,0 1 0 0 0,0-1 0 0 0,0 0 1 0 0,0 0-1 0 0,0 0 0 0 0,1 0 0 0 0,-1 0 1 0 0,0 0-1 0 0,0 0 0 0 0,0 0 0 0 0,0 0 1 0 0,0 0-1 0 0,0 0 0 0 0,1 0 1 0 0,-1 0-1 0 0,0 0 0 0 0,0 0 0 0 0,0 0 1 0 0,0 0-1 0 0,0 0 0 0 0,0 0 0 0 0,1 0 1 0 0,-1 0-1 0 0,0 0 0 0 0,0-1 0 0 0,0 1 1 0 0,0 0-1 0 0,0 0 0 0 0,0 0 0 0 0,0 0 1 0 0,0 0-1 0 0,1 0 0 0 0,-1 0 1 0 0,0 0-1 0 0,0 0 0 0 0,0-1 0 0 0,0 1 1 0 0,0 0-1 0 0,0 0 0 0 0,0 0 0 0 0,0 0 1 0 0,0 0-1 0 0,0 0 0 0 0,0 0 0 0 0,0-1 1 0 0,0 1-1 0 0,0 0 0 0 0,0 0 0 0 0,0 0 1 0 0,0 0-1 0 0,0 0 0 0 0,0-1 0 0 0,0 1 1 0 0,0 0-1 0 0,0 0 0 0 0,0 0 1 0 0,0 0-1 0 0,0 0 0 0 0,0 0 0 0 0,0 0 1 0 0,0-1-1 0 0,-6-6 94 0 0,5 7-97 0 0,1-1-4 0 0,11 6-19 0 0,-2-1 24 0 0,0 0-1 0 0,0-1 1 0 0,1 0 0 0 0,13 2 0 0 0,-18-3-5 0 0,-4-2 9 0 0,0 0 1 0 0,-1 0 1 0 0,1 0 0 0 0,-1 0 0 0 0,1 0 0 0 0,-1 0 0 0 0,0 0 0 0 0,1 0-1 0 0,-1 1 1 0 0,1-1 0 0 0,-1 0 0 0 0,1 0 0 0 0,-1 0 0 0 0,0 0 0 0 0,1 1 0 0 0,-1-1-1 0 0,0 0 1 0 0,1 0 0 0 0,0 1 0 0 0,-1 0-7 0 0,-1-1 1 0 0,1 0-1 0 0,0 0 1 0 0,0 0-1 0 0,0 1 1 0 0,0-1-1 0 0,0 0 1 0 0,0 0-1 0 0,0 1 1 0 0,0-1-1 0 0,1 0 1 0 0,-1 0-1 0 0,0 0 1 0 0,0 1-1 0 0,0-1 1 0 0,0 0-1 0 0,0 0 1 0 0,0 0-1 0 0,0 1 1 0 0,0-1-1 0 0,0 0 1 0 0,1 0-1 0 0,-1 0 1 0 0,0 1-1 0 0,6 5-1 0 0,-4-3-12 0 0,2 0 8 0 0,-3-2 5 0 0,-1-1-1 0 0,1 0 1 0 0,-1 0 0 0 0,1 1 0 0 0,-1-1-1 0 0,1 0 1 0 0,-1 1 0 0 0,0-1 0 0 0,1 0-1 0 0,-1 1 1 0 0,0-1 0 0 0,1 1 0 0 0,0 0-1 0 0,-1 0 2 0 0,1-1 0 0 0,0 1 0 0 0,0 0 0 0 0,-1 0 0 0 0,1-1-1 0 0,0 1 1 0 0,0-1 0 0 0,0 1 0 0 0,0-1 0 0 0,0 1 0 0 0,0-1 0 0 0,1 1-1 0 0,2 1-11 0 0,1 0 12 0 0,-1 0 1 0 0,1-1 0 0 0,5 2-1 0 0,-6-2 2 0 0,0 0-1 0 0,-1 0 0 0 0,1 1 0 0 0,-1-1 0 0 0,6 4 1 0 0,-5-3-6 0 0,0 0 0 0 0,9 4 0 0 0,2 0 2 0 0,17 8 15 0 0,-7-4-1 0 0,30 11 52 0 0,-8-4-8 0 0,-21-8-32 0 0,-21-7-11 0 0,0 1 0 0 0,0 0 0 0 0,0 0 0 0 0,0 0 0 0 0,5 5 0 0 0,-4-4 17 0 0,13 9 0 0 0,-4-4-47 0 0,4 3 13 0 0,-16-10 5 0 0,1-1 1 0 0,-1 1-1 0 0,5 5 1 0 0,8 4 24 0 0,31 15-28 0 0,1-4 96 0 0,-7-3-51 0 0,4 0-41 0 0,1 1 60 0 0,-10 0-73 0 0,-21-11 33 0 0,1 0 0 0 0,26 10 0 0 0,-31-16-32 0 0,3 2 16 0 0,23 10 0 0 0,0 6 21 0 0,-18-12-52 0 0,25 15 0 0 0,-35-19 33 0 0,15 7 0 0 0,0-1 3 0 0,-17-7 53 0 0,12 10-1 0 0,-3-3-91 0 0,-10-6 31 0 0,1 1-1 0 0,-1-1 0 0 0,0 1 0 0 0,6 8 1 0 0,-8-10 15 0 0,25 26 33 0 0,-22-23-44 0 0,0 0 0 0 0,0-1 0 0 0,16 12 0 0 0,-9-8-4 0 0,2 2 21 0 0,-9-6-21 0 0,2 1 0 0 0,-1-2 0 0 0,16 9-1 0 0,-15-9-2 0 0,0 0-1 0 0,-1 1 0 0 0,11 7 1 0 0,3 3 1 0 0,-17-12 19 0 0,-1 0 0 0 0,9 9 0 0 0,0 0 8 0 0,28 20 1 0 0,-26-22-22 0 0,61 47 22 0 0,-4 2-22 0 0,-6 9 17 0 0,-61-64-30 0 0,-1 0-3 0 0,-2-3 17 0 0,0 0 0 0 0,0 0-1 0 0,0 0 1 0 0,-1 0 0 0 0,1 0 0 0 0,-1 1 0 0 0,1-1 0 0 0,-1 0 0 0 0,1 4 0 0 0,1 4-45 0 0,10 18 0 0 0,-7-14 63 0 0,-1-4-33 0 0,1-1-1 0 0,0 0 1 0 0,9 12 0 0 0,7 9-5 0 0,4 9-5 0 0,1-7 40 0 0,1 4-8 0 0,-22-26-21 0 0,9 11-9 0 0,5 5 18 0 0,-14-17 0 0 0,-1-1 0 0 0,6 11-1 0 0,-10-19-3 0 0,11 23-4 0 0,14 24-56 0 0,-21-40 46 0 0,10 15 36 0 0,33 36 0 0 0,-34-42-14 0 0,-1 1-1 0 0,13 21 1 0 0,-22-32-21 0 0,27 49 14 0 0,1 1 18 0 0,-22-38-20 0 0,0 0 1 0 0,8 21-1 0 0,-3-7 12 0 0,-13-26 0 0 0,0 0 0 0 0,3 12 0 0 0,-2-7-18 0 0,-2-6 5 0 0,0 0-1 0 0,-1 1 1 0 0,0-1-1 0 0,0 0 1 0 0,0 0-1 0 0,-2 8 1 0 0,0 11 27 0 0,3-13-29 0 0,0-1-1 0 0,1 0 0 0 0,0 0 1 0 0,4 15-1 0 0,-4-20 5 0 0,1 7 3 0 0,1 18 0 0 0,-3-19 1 0 0,1 0 1 0 0,4 13-1 0 0,8 30-2 0 0,-10-35 16 0 0,0-4 18 0 0,-2-5-39 0 0,0 0 0 0 0,6 13 0 0 0,-7-20 5 0 0,0-1 0 0 0,-1 0-1 0 0,1 1 1 0 0,-1-1-1 0 0,1 3 1 0 0,-1-2-3 0 0,0-1-1 0 0,0 1 1 0 0,1-1 0 0 0,-1 0-1 0 0,2 4 1 0 0,1 3 15 0 0,-3-8-17 0 0,0 1-1 0 0,1-1 0 0 0,-1 0 0 0 0,1 1 1 0 0,-1-1-1 0 0,1 0 0 0 0,1 2 0 0 0,0 0 8 0 0,-1 0 0 0 0,1 0-1 0 0,-1 0 1 0 0,0 0 0 0 0,2 5-1 0 0,4 11 3 0 0,4 5-22 0 0,19 64 50 0 0,-25-75-46 0 0,-1 0 1 0 0,4 23 0 0 0,-6-16 18 0 0,-3-17-6 0 0,1 0 0 0 0,0 0 0 0 0,1 1 1 0 0,-1-1-1 0 0,1 0 0 0 0,0 5 0 0 0,0-6 0 0 0,-1 1 0 0 0,1-1-1 0 0,-1 1 1 0 0,0-1 0 0 0,0 1 0 0 0,-1 3-1 0 0,1 2 5 0 0,-1 7 25 0 0,0-12-51 0 0,1 0-1 0 0,-1 1 1 0 0,1-1 0 0 0,0 0-1 0 0,1 5 1 0 0,3 38 121 0 0,-1-11-151 0 0,-3-28 56 0 0,1 1 0 0 0,-1-1-1 0 0,-2 15 1 0 0,0 5 4 0 0,1-2-7 0 0,-5 27 0 0 0,3-19 13 0 0,1 16-11 0 0,-2 29-51 0 0,-1 26 77 0 0,5-96-17 0 0,1 21-20 0 0,1-14 11 0 0,0 19 0 0 0,-2-31-6 0 0,0 0 0 0 0,-1 0 0 0 0,0 1 0 0 0,-1 3 0 0 0,-2 8 0 0 0,-2 21 38 0 0,-1-11-91 0 0,4-13 75 0 0,-3 17-1 0 0,0 2-14 0 0,4-21-4 0 0,0 1 1 0 0,0 17 0 0 0,1 18 6 0 0,-3-9-7 0 0,3-30-3 0 0,1 0 1 0 0,-1 0-1 0 0,0 0 0 0 0,-3 8 0 0 0,-3 13 15 0 0,7-27-13 0 0,0 0-1 0 0,-1 0 1 0 0,1 1-1 0 0,0-1 1 0 0,0 0-1 0 0,0 1 1 0 0,0 1-1 0 0,0-2-5 0 0,-1-1 5 0 0,1 0 6 0 0,-4 8 19 0 0,0 1-131 0 0,4-9 108 0 0,-1 0 5 0 0,1 1-1 0 0,0-1 1 0 0,0 0-1 0 0,0 0 1 0 0,0 1-1 0 0,0-1 1 0 0,-1 0-1 0 0,1 0 1 0 0,0 1 0 0 0,0-1-1 0 0,0 0 1 0 0,-1 0-1 0 0,1 1 1 0 0,0-1-1 0 0,0 0 1 0 0,-1 0-1 0 0,1 0 1 0 0,0 1-1 0 0,-1-1 1 0 0,1 0 0 0 0,0 0-1 0 0,0 0 1 0 0,-1 0-1 0 0,1 0 1 0 0,0 0-1 0 0,-1 0 1 0 0,1 0-1 0 0,0 0 1 0 0,-1 0-1 0 0,1 0 1 0 0,0 0 0 0 0,-1 0-1 0 0,1 0 1 0 0,0 0-1 0 0,-1 0 1 0 0,-14-2-8 0 0,13 1-17 0 0,-9 0 62 0 0,-1 0-1 0 0,-13 1 1 0 0,-13-1 70 0 0,3-1-48 0 0,20 1-14 0 0,-18-2 0 0 0,-51-12 148 0 0,75 14-174 0 0,7 1-20 0 0,0 0 0 0 0,0-1 0 0 0,1 1 0 0 0,-1 0 0 0 0,0-1 0 0 0,0 1 0 0 0,0-1 0 0 0,1 0 0 0 0,-1 0 0 0 0,-3-1 0 0 0,4 1 1 0 0,-1 0 0 0 0,0 0 0 0 0,0 0 0 0 0,0 0-1 0 0,0 1 1 0 0,0-1 0 0 0,-3 0 0 0 0,-5-2 24 0 0,-48-19-47 0 0,34 14 46 0 0,-5-2-26 0 0,-50-11 0 0 0,36 12 16 0 0,-31-5 1 0 0,66 13-13 0 0,0-1 1 0 0,0 0-1 0 0,-13-5 0 0 0,12 3-9 0 0,-19-3 1 0 0,6 2 11 0 0,-23-9 1 0 0,-1 0 0 0 0,16 4 28 0 0,16 5-50 0 0,4 1 74 0 0,0-1 1 0 0,0 0 0 0 0,-14-10 0 0 0,3 4-20 0 0,16 8-29 0 0,0 1 0 0 0,0-1 0 0 0,1 0 0 0 0,-6-4 0 0 0,0-1 20 0 0,0 1 1 0 0,-1 0-1 0 0,1 0 0 0 0,-2 1 0 0 0,1 0 1 0 0,-18-5-1 0 0,24 9-44 0 0,0-1 1 0 0,0 1-1 0 0,0-1 0 0 0,-8-5 1 0 0,-22-12 138 0 0,-11-6-71 0 0,30 17-51 0 0,3 1 18 0 0,-24-10-1 0 0,28 14-7 0 0,0 0 0 0 0,0-1 0 0 0,1-1 0 0 0,-8-5 1 0 0,-1-1 14 0 0,-6-5-5 0 0,-8-5 10 0 0,-4-2 26 0 0,-3-4 24 0 0,35 26-78 0 0,0 0 0 0 0,0-1 1 0 0,1 1-1 0 0,-1-1 1 0 0,1 0-1 0 0,-1 0 1 0 0,-3-6-1 0 0,5 7-16 0 0,-1 0 0 0 0,1 0 0 0 0,-1 1 0 0 0,0-1 1 0 0,-3-3-1 0 0,-7-6-6 0 0,10 9 15 0 0,1 1 0 0 0,-1-1-1 0 0,0 1 1 0 0,0-1 0 0 0,-2-1-1 0 0,-4-3 57 0 0,-1 1-67 0 0,1 0-12 0 0,4 0 51 0 0,-9-7 1 0 0,11 9-25 0 0,0-1 0 0 0,-1 1 0 0 0,0 0 0 0 0,0 0-1 0 0,0 0 1 0 0,0 0 0 0 0,-6-4 0 0 0,4 4-5 0 0,0-1 0 0 0,-6-7 1 0 0,3 3 2 0 0,-1 0 1 0 0,-12-9 0 0 0,11 9 1 0 0,-16-16 0 0 0,-18-22-52 0 0,-21-20 129 0 0,-1 12 21 0 0,52 45-98 0 0,-5-4-5 0 0,3 0-23 0 0,12 10 45 0 0,-1 0 1 0 0,2 0-1 0 0,-1 0 1 0 0,-4-5-1 0 0,-1-1-31 0 0,7 7-5 0 0,0-1 0 0 0,-1 1 0 0 0,1-1 0 0 0,-2-3 0 0 0,-10-10 22 0 0,8 10 11 0 0,6 5-22 0 0,-1 0 0 0 0,0 1 0 0 0,0-1 0 0 0,1 0 0 0 0,-1 0 0 0 0,0 1 0 0 0,1-1 0 0 0,-1 0 0 0 0,1 0 0 0 0,-1 0 0 0 0,1 0 0 0 0,-1-2 0 0 0,-1-1 12 0 0,1 3-16 0 0,0 0 1 0 0,1 0 0 0 0,-1 0-1 0 0,1-1 1 0 0,-1 1-1 0 0,1 0 1 0 0,-1-2 0 0 0,1-3 11 0 0,0 4-11 0 0,1 0 1 0 0,-1 0-1 0 0,0 0 0 0 0,0 1 1 0 0,-1-1-1 0 0,1 0 1 0 0,0 0-1 0 0,-1 1 0 0 0,1-1 1 0 0,-2-2-1 0 0,-5-9 25 0 0,-8-21 1 0 0,13 31-17 0 0,1 1 1 0 0,-1-1 0 0 0,0 0-1 0 0,0 0 1 0 0,-4-3 0 0 0,-2-3 32 0 0,-2-4-56 0 0,-16-15 1 0 0,14 16 27 0 0,-13-17 1 0 0,-1 0 11 0 0,24 27-29 0 0,1-1 0 0 0,0 1 0 0 0,-1-1-1 0 0,0-3 1 0 0,-4-7 21 0 0,-13-20-18 0 0,-11-24 27 0 0,-3-10-156 0 0,14 30 142 0 0,-5-15-69 0 0,7 22 104 0 0,12 21-38 0 0,-7-12 0 0 0,-2-5-71 0 0,7 14 66 0 0,5 9-12 0 0,1 0 1 0 0,-1 1-1 0 0,1-1 1 0 0,-1 0 0 0 0,0-4-1 0 0,1 4 17 0 0,1 0-1 0 0,-1 0 0 0 0,0 0 0 0 0,0 0 0 0 0,0 0 0 0 0,-1 0 1 0 0,1 0-1 0 0,-3-2 0 0 0,3 3-7 0 0,-1-1-1 0 0,1 1 1 0 0,0 0 0 0 0,0-1-1 0 0,0 1 1 0 0,0-1 0 0 0,-1-5-1 0 0,-3-19-19 0 0,-1-20 21 0 0,-5-24-14 0 0,11 69 10 0 0,-1-2-7 0 0,0 0 1 0 0,0 0 0 0 0,1 0-1 0 0,0 0 1 0 0,0 0 0 0 0,0 0 0 0 0,1-6-1 0 0,0 8-22 0 0,0 0-1 0 0,0 1 1 0 0,0-1-1 0 0,0 0 0 0 0,0 0 1 0 0,1 0-1 0 0,-1 1 1 0 0,1-1-1 0 0,-1 1 0 0 0,3-3 1 0 0,10-11 6 0 0,-4 2 49 0 0,-1-1 1 0 0,-1 0-1 0 0,7-16 1 0 0,1-3-11 0 0,-10 21-48 0 0,6-15 0 0 0,12-34 44 0 0,-18 45 4 0 0,-1-1 0 0 0,-1 0-1 0 0,-1 0 1 0 0,0 0 0 0 0,0-25-1 0 0,-2 24 18 0 0,5-28-1 0 0,-4 30-46 0 0,1-3 25 0 0,3-25-27 0 0,-6 39 20 0 0,0 0-1 0 0,0 0 1 0 0,0 0-1 0 0,-1 0 1 0 0,1 0-1 0 0,-4-8 1 0 0,3 10 4 0 0,0-3 2 0 0,-1 0 1 0 0,-1 0-1 0 0,1 0 1 0 0,-1 0-1 0 0,0 1 1 0 0,-6-9-1 0 0,-4-7-17 0 0,6 10 7 0 0,1 0 0 0 0,0-1 0 0 0,1 1 0 0 0,-6-20 0 0 0,7 20 13 0 0,3 10-7 0 0,0-1 1 0 0,0 0 0 0 0,0 0 0 0 0,1 0 0 0 0,-1 0-1 0 0,1 0 1 0 0,-1-4 0 0 0,0 2-5 0 0,0-1 0 0 0,1 1 1 0 0,-1 0-1 0 0,-1-1 0 0 0,-2-6 0 0 0,-2-7 25 0 0,1 2-35 0 0,-1 0 0 0 0,-9-19 0 0 0,-3-7 13 0 0,-25-88-12 0 0,25 72-3 0 0,5 16 21 0 0,8 28-7 0 0,0-1 0 0 0,-1 1 1 0 0,0 0-1 0 0,-11-17 0 0 0,9 17-3 0 0,1 0 0 0 0,1-1 0 0 0,-7-21 0 0 0,2 2 29 0 0,10 30-62 0 0,4 10-41 0 0,6 14-35 0 0,-7-11 111 0 0,1 0 0 0 0,1 16 0 0 0,0 0 0 0 0,9 65 17 0 0,-6-36-34 0 0,12 53-8 0 0,-13-78-7 0 0,18 46 1 0 0,7-3 92 0 0,-1 15-2 0 0,-28-82-60 0 0,1 3 3 0 0,6 15 0 0 0,-8-21 1 0 0,0 0-1 0 0,1 0 1 0 0,-1-1-1 0 0,0 1 0 0 0,1 0 1 0 0,-1 0-1 0 0,0-1 1 0 0,1 1-1 0 0,0-1 0 0 0,-1 1 1 0 0,1-1-1 0 0,4 2 1 0 0,3 2-15 0 0,-5-3 8 0 0,0 0-1 0 0,0 0 1 0 0,-1-1 0 0 0,5 2-1 0 0,-7-3 5 0 0,-1 0 0 0 0,1 0 0 0 0,-1 0-1 0 0,0 0 1 0 0,1 0 0 0 0,-1 0 0 0 0,1 0-1 0 0,-1 0 1 0 0,1 0 0 0 0,-1 0 0 0 0,1 0-1 0 0,-1 0 1 0 0,0 0 0 0 0,1 0 0 0 0,-1-1-1 0 0,1 1 1 0 0,-1 0 0 0 0,0 0 0 0 0,1 0-1 0 0,-1-1 1 0 0,1 1 0 0 0,-1 0 0 0 0,0-1-1 0 0,1 1 1 0 0,-1 0 0 0 0,0 0 0 0 0,1-1 0 0 0,-1 0 0 0 0,1-1 0 0 0,0 1 0 0 0,-1 0 0 0 0,0 0 0 0 0,1 0 0 0 0,-1 0 0 0 0,0-1 1 0 0,1 1-1 0 0,-1-2 0 0 0,0-4 3 0 0,0 1 1 0 0,-1 0-1 0 0,0-7 0 0 0,-6-16 15 0 0,-12-36 0 0 0,3 15-56 0 0,6 12 16 0 0,-2 2 0 0 0,2 4 31 0 0,-8-54 38 0 0,9 31-76 0 0,7 41 44 0 0,1 3-21 0 0,0-16 0 0 0,1 23-2 0 0,0 1 0 0 0,0-1 0 0 0,1 1 0 0 0,-1-1 0 0 0,1 1 0 0 0,0-1 0 0 0,0 1 0 0 0,3-6 0 0 0,-4 9 9 0 0,1 0 0 0 0,-1-1 0 0 0,1 1 0 0 0,-1 0 0 0 0,1 0 0 0 0,-1-1 1 0 0,1 1-1 0 0,-1 0 0 0 0,1 0 0 0 0,-1 0 0 0 0,1-1 0 0 0,-1 1 1 0 0,1 0-1 0 0,0 0 0 0 0,-1 0 0 0 0,1 0 0 0 0,-1 0 0 0 0,1 0 0 0 0,-1 0 1 0 0,1 0-1 0 0,0 1 0 0 0,13 1 0 0 0,0 2-26 0 0,-7-3 16 0 0,0 1 0 0 0,12 4 0 0 0,70 30-59 0 0,-68-28 146 0 0,3 2-65 0 0,44 27-1 0 0,-1-1-11 0 0,-57-31-3 0 0,1 0 0 0 0,1-1-1 0 0,-1-1 1 0 0,17 3 0 0 0,-19-4 4 0 0,24 3 0 0 0,0 1 0 0 0,44 15 1 0 0,-23-5 4 0 0,-8-3-11 0 0,-46-12 5 0 0,4 0 10 0 0,-1 0 0 0 0,1 0 1 0 0,0 0-1 0 0,-1 0 1 0 0,8 0-1 0 0,-11-1 9 0 0,0 0-18 0 0,0 0 1 0 0,0 0 0 0 0,0 0 0 0 0,0 0 0 0 0,-1 0 0 0 0,1 0-1 0 0,0 0 1 0 0,0 0 0 0 0,0 0 0 0 0,0 0 0 0 0,0 0 0 0 0,0 0-1 0 0,0 1 1 0 0,0-1 0 0 0,-1 0 0 0 0,1 0 0 0 0,0 0 0 0 0,0 0-1 0 0,0 0 1 0 0,0 0 0 0 0,0 0 0 0 0,0 0 0 0 0,0 0 0 0 0,-1 0-1 0 0,1 0 1 0 0,0 0 0 0 0,0 0 0 0 0,0-1 0 0 0,0 1 0 0 0,0 0-1 0 0,0 0 1 0 0,0 0 0 0 0,0 0 0 0 0,-1 0 0 0 0,1 0 0 0 0,0 0-1 0 0,0 0 1 0 0,0 0 0 0 0,0 0 3 0 0,-15-12-25 0 0,-29-17 1 0 0,23 16 11 0 0,-106-59-111 0 0,118 67 101 0 0,-15-10-1 0 0,14 8-63 0 0,4 1-49 0 0,7 5 49 0 0,3 1 45 0 0,3 4 13 0 0,-1-1 1 0 0,1 1-1 0 0,-1 0 0 0 0,0 1 1 0 0,0-1-1 0 0,10 12 1 0 0,11 7-2 0 0,-11-11 15 0 0,8 6 12 0 0,47 28 0 0 0,-16-13 1 0 0,-24-14-51 0 0,-8-5 66 0 0,75 42 11 0 0,-20-14-60 0 0,-46-25 50 0 0,0 1-1 0 0,41 32 0 0 0,-26-18-8 0 0,-20-15 26 0 0,-11-6-27 0 0,-9-7 4 0 0,1 1 1 0 0,8 7-1 0 0,-4-3-8 0 0,-9-7-5 0 0,-1-1 0 0 0,0 1 0 0 0,1 0-1 0 0,-1 0 1 0 0,3 3 0 0 0,12 16 139 0 0,-13-16-112 0 0,20 30-4 0 0,-21-29-25 0 0,-2-4 2 0 0,0-1 0 0 0,-1 1 0 0 0,1-1 0 0 0,0 0 0 0 0,0 1 0 0 0,0-1 0 0 0,0 0 0 0 0,2 2 0 0 0,14 13-31 0 0,-7-6 72 0 0,17 13 0 0 0,-17-17-42 0 0,0 0-1 0 0,20 9 1 0 0,-27-13 1 0 0,0-1 1 0 0,0 1 0 0 0,-1 0-1 0 0,1 0 1 0 0,2 3-1 0 0,-2-3 16 0 0,-1 1 0 0 0,1-1-1 0 0,5 3 1 0 0,4 6-8 0 0,-7-6-3 0 0,2 2-13 0 0,8 5 29 0 0,-3-3-10 0 0,0 0 1 0 0,17 18-1 0 0,6 6 5 0 0,18 5 13 0 0,-38-26-23 0 0,23 18-105 0 0,-13-11 131 0 0,-18-14-15 0 0,0 1 0 0 0,10 8 0 0 0,-2 2-7 0 0,17 19 17 0 0,-19-21-37 0 0,26 25 0 0 0,-7-9 29 0 0,-20-17-7 0 0,11 17 0 0 0,-5-5-4 0 0,-9-14-27 0 0,8 17 1 0 0,-12-18 5 0 0,2 0 0 0 0,14 18 0 0 0,-16-22 38 0 0,7 11 1 0 0,-8-10-28 0 0,9 9-1 0 0,-9-11 13 0 0,-1-1-1 0 0,0 1 0 0 0,3 6 1 0 0,3 4 3 0 0,41 60-32 0 0,-50-74 20 0 0,8 11-12 0 0,9 19 0 0 0,6 21-30 0 0,-16-38 79 0 0,-3-8-29 0 0,-1 1-1 0 0,0 0 1 0 0,4 13 0 0 0,-4-7-4 0 0,2 0 0 0 0,8 18 0 0 0,-5-12-7 0 0,-4-10 21 0 0,0 0-19 0 0,0 1 1 0 0,-1-1-1 0 0,0 1 0 0 0,2 10 1 0 0,-5-16-3 0 0,1 0 1 0 0,0 0 0 0 0,3 4-1 0 0,-3-4 1 0 0,0-1-1 0 0,0 1 0 0 0,1 5 1 0 0,11 108 30 0 0,-12-103-41 0 0,1 15 23 0 0,-2 46 0 0 0,-1-62-24 0 0,1-1-1 0 0,1 19 1 0 0,1 73 4 0 0,-2-61-18 0 0,2 4 64 0 0,1-7-58 0 0,-3-16 27 0 0,-1 36 17 0 0,0-5-32 0 0,2-30-25 0 0,0 3 89 0 0,3-14-166 0 0,-4-13 118 0 0,1-1 0 0 0,-1 0 0 0 0,0 1-1 0 0,1-1 1 0 0,-1 1 0 0 0,0-1 0 0 0,0 1 0 0 0,0 0 0 0 0,1-1-1 0 0,-1 1 1 0 0,0-1 0 0 0,0 1 0 0 0,0-1 0 0 0,0 1 0 0 0,0 0-7 0 0,1-1 1 0 0,-1 0 0 0 0,0 0 0 0 0,1 0-1 0 0,-1 0 1 0 0,0 0 0 0 0,1 0-1 0 0,-1 1 1 0 0,0-1 0 0 0,0 0 0 0 0,1 0-1 0 0,-1 0 1 0 0,0 1 0 0 0,0-1 0 0 0,1 0-1 0 0,-1 0 1 0 0,0 1 0 0 0,0-1 0 0 0,0 0-1 0 0,1 0 1 0 0,-1 1 0 0 0,0-1 0 0 0,0 0-1 0 0,0 1 1 0 0,2 2-6 0 0,2 1 3 0 0,0 1 0 0 0,0 0 1 0 0,-1 0-1 0 0,4 6 0 0 0,4 5-15 0 0,-8-13 17 0 0,-2 0 15 0 0,-7-2 0 0 0,1-2-13 0 0,-2 2 8 0 0,2-1-9 0 0,-1 0 0 0 0,0 0 0 0 0,1-1 0 0 0,-1 0-1 0 0,1 0 1 0 0,-6-1 0 0 0,-17-5-3 0 0,1 0 37 0 0,3 1-16 0 0,-12-2-26 0 0,7 2-26 0 0,10 3 35 0 0,-1 1 1 0 0,1 1-1 0 0,-27 1 1 0 0,20 0-11 0 0,5-1 26 0 0,0-1 1 0 0,-29-6-1 0 0,15 1-5 0 0,22 5 6 0 0,0-2 0 0 0,0 0 1 0 0,0 0-1 0 0,1-1 0 0 0,0 0 1 0 0,-20-13-1 0 0,-1 2 20 0 0,23 12-23 0 0,-20-13 1 0 0,-95-70 26 0 0,111 78-40 0 0,0 1 1 0 0,-1 1-1 0 0,1 0 1 0 0,-2 1-1 0 0,-17-5 1 0 0,-32-13 40 0 0,38 13 2 0 0,16 8-28 0 0,1-2-1 0 0,0 1 1 0 0,-12-9 0 0 0,7 4-10 0 0,9 5-5 0 0,-1 0 1 0 0,-8-7 0 0 0,-42-37 52 0 0,6 8 26 0 0,13 13-112 0 0,-15-22 79 0 0,19 16-48 0 0,13 12 0 0 0,12 12 7 0 0,-12-10 0 0 0,6 7-3 0 0,-20-15 71 0 0,30 24-62 0 0,0-1 0 0 0,1 0-1 0 0,0 0 1 0 0,0 0 0 0 0,-5-5 0 0 0,-15-26 12 0 0,8 13 21 0 0,-12-18-125 0 0,18 26 118 0 0,-8-10-57 0 0,10 15 25 0 0,0 1 1 0 0,-17-14-1 0 0,20 18-6 0 0,0 0 0 0 0,0 0 0 0 0,1-1 0 0 0,0 0 0 0 0,-5-6 1 0 0,-15-28 30 0 0,-2-5-78 0 0,11 24-16 0 0,11 12 70 0 0,-1 1 1 0 0,0 0 0 0 0,-1 1-1 0 0,-6-8 1 0 0,8 10-12 0 0,0-1 1 0 0,0 0-1 0 0,1 1 1 0 0,-1-2-1 0 0,1 1 0 0 0,-3-7 1 0 0,-9-14-21 0 0,-31-45 39 0 0,29 47-5 0 0,-23-25 0 0 0,-3-3-8 0 0,-10-12-57 0 0,37 45 69 0 0,15 19-13 0 0,-10-13 2 0 0,0 0 0 0 0,1-1-1 0 0,-15-25 1 0 0,22 32 10 0 0,-12-22-60 0 0,-19-53 0 0 0,24 54 39 0 0,5 15 30 0 0,1 0 0 0 0,0 0 0 0 0,-4-25 0 0 0,8 25-59 0 0,0 0 0 0 0,3-21 0 0 0,-2-1 20 0 0,-1 28 16 0 0,0-1 0 0 0,0 1 0 0 0,1-1 0 0 0,0 0 0 0 0,2-7 0 0 0,-1 8 23 0 0,0-1-1 0 0,0-7 1 0 0,0-3-1 0 0,-2 16-29 0 0,1 0 0 0 0,-1 1 0 0 0,0-1 0 0 0,1 0 0 0 0,-1 1 0 0 0,1-1 0 0 0,1-2 0 0 0,-1 4 0 0 0,-1-1 0 0 0,1 0 0 0 0,0 1 1 0 0,-1-1-1 0 0,1 1 0 0 0,0-1 0 0 0,0 1 0 0 0,-1-1 1 0 0,1 1-1 0 0,0-1 0 0 0,0 1 0 0 0,0 0 0 0 0,0-1 1 0 0,0 1-1 0 0,1 0 0 0 0,10-4-5 0 0,13-5 1 0 0,0 0-13 0 0,-23 9 22 0 0,0 0 0 0 0,-1 0 0 0 0,1 0 0 0 0,0 0 0 0 0,-1 0 0 0 0,1 0 0 0 0,0 0 0 0 0,-1 0 0 0 0,1 1 0 0 0,0-1 0 0 0,-1 0 0 0 0,3 2 0 0 0,9 1-3 0 0,-9-2 8 0 0,-1 0-1 0 0,1 0 1 0 0,-1 1-1 0 0,6 2 1 0 0,0 0 0 0 0,7 2 1 0 0,-1-2-1 0 0,24 4 1 0 0,-21-5 0 0 0,25 9 1 0 0,52 13-26 0 0,-18-6 3 0 0,63 26 13 0 0,-105-31 0 0 0,65 34 0 0 0,19 32-30 0 0,-3 15-16 0 0,-36-28 86 0 0,-46-40-65 0 0,38 34 37 0 0,15 16-16 0 0,-42-36 10 0 0,-8-5-10 0 0,-20-19 29 0 0,1-1 1 0 0,29 22 0 0 0,-31-26-19 0 0,0 0 1 0 0,24 27 0 0 0,11 8-25 0 0,24 20 59 0 0,-36-30-18 0 0,-10-12 5 0 0,29 28-36 0 0,-25-19 17 0 0,41 55 0 0 0,-64-74-13 0 0,-1 0 1 0 0,0 1-1 0 0,-1 0 0 0 0,5 18 0 0 0,-10-26 4 0 0,-1 0 0 0 0,3 15 0 0 0,-3-9 1 0 0,14 68-125 0 0,-16-57 141 0 0,0-24-13 0 0,0-1-1 0 0,0 1 1 0 0,0-1 0 0 0,0 1-1 0 0,0-1 1 0 0,-1 1 0 0 0,1-1-1 0 0,0 1 1 0 0,0-1 0 0 0,-1 1-1 0 0,1-1 1 0 0,0 1 0 0 0,-1-1-1 0 0,1 0 1 0 0,0 1 0 0 0,-1-1-1 0 0,1 0 1 0 0,-1 1 0 0 0,1-1-1 0 0,-1 0 1 0 0,1 1 0 0 0,-1-1-1 0 0,1 0 1 0 0,-1 0 0 0 0,1 1-1 0 0,-1-1 1 0 0,1 0 0 0 0,-2 0-1 0 0,0 1-1 0 0,-1-1-1 0 0,0 1 1 0 0,0-1-1 0 0,-4 0 1 0 0,0 0 4 0 0,0-1 0 0 0,0-1 1 0 0,0 1-1 0 0,0-1 0 0 0,0 0 1 0 0,0 0-1 0 0,0-1 0 0 0,-10-6 1 0 0,-18-6-13 0 0,-116-29 8 0 0,143 42-2 0 0,-7-2 13 0 0,1 0-1 0 0,-14-6 1 0 0,13 3-10 0 0,1-1 1 0 0,0 0 0 0 0,0-1 0 0 0,1 0-1 0 0,-15-14 1 0 0,10 8 0 0 0,-31-18 0 0 0,5 2-54 0 0,37 26 48 0 0,-41-32 18 0 0,-63-35 0 0 0,-39-22 37 0 0,107 60-21 0 0,11 8-42 0 0,-12-12 8 0 0,31 26 6 0 0,-9-9 4 0 0,-24-32 1 0 0,-8-9 3 0 0,37 45-17 0 0,-15-23 1 0 0,18 21 33 0 0,-21-20 0 0 0,-15-9 20 0 0,-10-18-57 0 0,-8-14 21 0 0,36 45-12 0 0,-18-20-48 0 0,44 47 51 0 0,-2-1 11 0 0,0-1 0 0 0,1-1 0 0 0,-7-13 0 0 0,-14-27-37 0 0,12 24 54 0 0,6 8-4 0 0,-2-4-11 0 0,-19-25 1 0 0,-10-5-106 0 0,36 46 100 0 0,1-1-1 0 0,0-1 1 0 0,0 1 0 0 0,-4-15 0 0 0,3 9-8 0 0,2 7-21 0 0,1 3 28 0 0,1 1-1 0 0,0-1 1 0 0,0 1 0 0 0,0-1 0 0 0,-1-7 0 0 0,-3-5-4 0 0,6 15-50 0 0,-4 1 73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2T15:27:30.841"/>
    </inkml:context>
    <inkml:brush xml:id="br0">
      <inkml:brushProperty name="width" value="0.49989" units="cm"/>
      <inkml:brushProperty name="height" value="0.99977" units="cm"/>
      <inkml:brushProperty name="color" value="#6EE7B7"/>
      <inkml:brushProperty name="tip" value="rectangle"/>
      <inkml:brushProperty name="rasterOp" value="maskPen"/>
    </inkml:brush>
  </inkml:definitions>
  <inkml:trace contextRef="#ctx0" brushRef="#br0">2170 1456 216 0 0,'11'40'8786'0'0,"-6"-34"-8158"0"0,15 20 1296 0 0,-16-23-1523 0 0,-4-2-244 0 0,1 0 1 0 0,0 0 0 0 0,0 0-1 0 0,0-1 1 0 0,0 1 0 0 0,0 0 0 0 0,0-1-1 0 0,0 1 1 0 0,0-1 0 0 0,1 1-1 0 0,-1-1 1 0 0,0 1 0 0 0,2-1 0 0 0,0 1-94 0 0,-1 0 0 0 0,1-1 0 0 0,0 0 0 0 0,-1 1 0 0 0,1-1 0 0 0,0 0 0 0 0,0 0 0 0 0,-1-1 0 0 0,1 1 0 0 0,0 0 0 0 0,0-1 0 0 0,-1 0 1 0 0,1 0-1 0 0,-1 0 0 0 0,1 0 0 0 0,-1 0 0 0 0,1 0 0 0 0,-1 0 0 0 0,1-1 0 0 0,1-1 0 0 0,-2 1-62 0 0,0 1 0 0 0,0-1-1 0 0,1 1 1 0 0,-1 0 0 0 0,0 0 0 0 0,0 0 0 0 0,1 0-1 0 0,-1 1 1 0 0,1-1 0 0 0,-1 1 0 0 0,0-1 0 0 0,1 1-1 0 0,-1 0 1 0 0,5 0 0 0 0,-4 0-1 0 0,1 0 1 0 0,-1-1-1 0 0,0 1 1 0 0,1-1-1 0 0,-1 1 0 0 0,6-3 1 0 0,8-4-18 0 0,-16 7 16 0 0,0-1 0 0 0,0 1 0 0 0,0-1-1 0 0,-1 0 1 0 0,1 0 0 0 0,0 0-1 0 0,0 1 1 0 0,-1-1 0 0 0,1 0 0 0 0,0 0-1 0 0,-1 0 1 0 0,1 0 0 0 0,-1 0-1 0 0,1-2 1 0 0,5-6 24 0 0,-6 8-20 0 0,1 0-1 0 0,0 0 0 0 0,0 0 0 0 0,-1 0 1 0 0,1-1-1 0 0,-1 1 0 0 0,1 0 0 0 0,-1 0 1 0 0,1-1-1 0 0,-1-1 0 0 0,4-8 18 0 0,-1 5-1 0 0,-1-1 0 0 0,1 1 0 0 0,2-11 0 0 0,3-11 28 0 0,5-13 103 0 0,-12 38-137 0 0,0 0 0 0 0,-1 0 0 0 0,1 1 0 0 0,0-7 0 0 0,-1 7-9 0 0,1-1 0 0 0,-1 0 0 0 0,0 1 1 0 0,1-1-1 0 0,0 0 0 0 0,2-4 0 0 0,-1 2 18 0 0,0-1 0 0 0,0 0-1 0 0,0 0 1 0 0,-1 0 0 0 0,0 0-1 0 0,0 0 1 0 0,0-7 0 0 0,0 3 10 0 0,4-16 1 0 0,-1 10 14 0 0,3-26 1 0 0,-6 31 6 0 0,8-22-1 0 0,-6 21 2 0 0,3-16-1 0 0,-5 18 7 0 0,-1-14 0 0 0,0 17-30 0 0,0-1 1 0 0,0 1 0 0 0,1 0 0 0 0,2-11 0 0 0,-1 9-7 0 0,0 0 0 0 0,-1 0 0 0 0,0 0 0 0 0,0-14 1 0 0,2-11 35 0 0,1-28 4 0 0,-1 2 33 0 0,-2 35-97 0 0,5-34 1 0 0,7-11 183 0 0,-11 61-186 0 0,-2 4 3 0 0,1 0 0 0 0,2-7-1 0 0,-1 4 8 0 0,-1 0 0 0 0,2-12-1 0 0,0-5 3 0 0,8-46 84 0 0,-6 34-101 0 0,-4 34 9 0 0,10-57 40 0 0,-8 47-40 0 0,-1 0 1 0 0,-1 1 0 0 0,0-1-1 0 0,-1-21 1 0 0,-1 12 8 0 0,-2-38-29 0 0,1 0 19 0 0,2 54 9 0 0,-1 0 0 0 0,-3-8 1 0 0,-6-9-29 0 0,9 21 18 0 0,1 1-1 0 0,-1-1 0 0 0,1 1 0 0 0,-1-1 1 0 0,0 1-1 0 0,1-1 0 0 0,-1 1 0 0 0,-2-3 1 0 0,1 2-9 0 0,1 1 6 0 0,1 1 0 0 0,0-1 0 0 0,-1 1 1 0 0,1-1-1 0 0,0 1 0 0 0,-1 0 1 0 0,1-1-1 0 0,0 1 0 0 0,-1-1 0 0 0,1 0 1 0 0,0 1-1 0 0,0-1 0 0 0,0 1 0 0 0,-1-1 1 0 0,1 1-1 0 0,0-2 0 0 0,4-13-2 0 0,-2-2 24 0 0,-3 12-45 0 0,1 5 24 0 0,0-1 1 0 0,-1 1-1 0 0,1 0 0 0 0,0 0 1 0 0,0 0-1 0 0,0 0 1 0 0,0-1-1 0 0,0 1 0 0 0,0 0 1 0 0,0 0-1 0 0,0 0 0 0 0,0 0 1 0 0,0-1-1 0 0,0 1 1 0 0,0 0-1 0 0,0 0 0 0 0,0 0 1 0 0,0 0-1 0 0,0-1 0 0 0,0 1 1 0 0,0 0-1 0 0,0 0 0 0 0,0 0 1 0 0,0 0-1 0 0,1-1 1 0 0,-1-9 15 0 0,0 9-9 0 0,-1 0 2 0 0,0 1-12 0 0,0 0 0 0 0,0-1 0 0 0,0 1 0 0 0,0 0 1 0 0,0 0-1 0 0,0-1 0 0 0,0 1 0 0 0,0 0 0 0 0,0 0 1 0 0,0 0-1 0 0,0 0 0 0 0,-1 1 0 0 0,-5-1-8 0 0,-3-1 15 0 0,6 0 0 0 0,0 0 0 0 0,-1 1 0 0 0,1-1 0 0 0,-1 1 0 0 0,1 0 1 0 0,0 1-1 0 0,-1-1 0 0 0,-6 2 0 0 0,2 1-14 0 0,1 0 0 0 0,-1 0 0 0 0,1 0 0 0 0,0 1 1 0 0,-9 6-1 0 0,-16 18 44 0 0,30-26-35 0 0,1 0-2 0 0,-1 0 0 0 0,1-1 0 0 0,-1 1-1 0 0,0-1 1 0 0,1 1 0 0 0,-6 0 0 0 0,-1 1 10 0 0,-3 1-5 0 0,-13 2-1 0 0,20-5 3 0 0,1-1 0 0 0,-1 0 0 0 0,0 1 0 0 0,1-2 0 0 0,-1 1-1 0 0,-6-1 1 0 0,-21-8-26 0 0,23 6 31 0 0,0 1 0 0 0,0 0-1 0 0,-1 0 1 0 0,-12 0 0 0 0,22 2-6 0 0,0 0 0 0 0,0 0 0 0 0,0 0 1 0 0,0 0-1 0 0,0 0 0 0 0,0 0 0 0 0,-1 0 1 0 0,1 0-1 0 0,0 0 0 0 0,0 0 0 0 0,0 0 1 0 0,0 0-1 0 0,0 0 0 0 0,0 0 1 0 0,0 0-1 0 0,-1 0 0 0 0,1 0 0 0 0,0 0 1 0 0,0 0-1 0 0,0 0 0 0 0,0 0 0 0 0,0 0 1 0 0,0 0-1 0 0,0 0 0 0 0,-1 0 0 0 0,1 0 1 0 0,0 0-1 0 0,0 0 0 0 0,0 0 0 0 0,0-1 1 0 0,0 1-1 0 0,0 0 0 0 0,0 0 1 0 0,0 0-1 0 0,0 0 0 0 0,0 0 0 0 0,-1 0 1 0 0,1 0-1 0 0,0 0 0 0 0,0-1 0 0 0,0 1 1 0 0,0 0-1 0 0,0 0 0 0 0,0 0 0 0 0,0 0 1 0 0,0 0-1 0 0,0 0 0 0 0,0 0 0 0 0,0-1 1 0 0,0 1-1 0 0,0 0 0 0 0,0 0 0 0 0,0 0 1 0 0,0 0-1 0 0,0 0 0 0 0,0 0 1 0 0,0 0-1 0 0,0-1 0 0 0,0 1 0 0 0,0 0 1 0 0,1 0-1 0 0,4-6 94 0 0,-4 5-97 0 0,-1 1-4 0 0,-10 4-19 0 0,1 0 24 0 0,1-1-1 0 0,0 0 1 0 0,-1 0 0 0 0,-12 2 0 0 0,16-4-5 0 0,4-1 9 0 0,1 0 1 0 0,-1 0 1 0 0,1 0 0 0 0,-1 0 0 0 0,1 0 0 0 0,0 0 0 0 0,-1 1 0 0 0,1-1-1 0 0,-1 0 1 0 0,1 0 0 0 0,0 0 0 0 0,-1 0 0 0 0,1 0 0 0 0,0 1 0 0 0,-1-1 0 0 0,1 0-1 0 0,0 0 1 0 0,-1 1 0 0 0,1-1 0 0 0,0 1-7 0 0,0-1 1 0 0,0 0-1 0 0,0 0 1 0 0,0 0-1 0 0,0 1 1 0 0,0-1-1 0 0,0 0 1 0 0,0 0-1 0 0,0 0 1 0 0,0 1-1 0 0,0-1 1 0 0,0 0-1 0 0,0 0 1 0 0,-1 0-1 0 0,1 0 1 0 0,0 1-1 0 0,0-1 1 0 0,0 0-1 0 0,0 0 1 0 0,0 0-1 0 0,0 1 1 0 0,0-1-1 0 0,-1 0 1 0 0,1 0-1 0 0,-5 6-1 0 0,3-3-12 0 0,-2 0 8 0 0,3-3 5 0 0,1 0-1 0 0,0 0 1 0 0,-1 1 0 0 0,1-1 0 0 0,-1 0-1 0 0,1 1 1 0 0,0-1 0 0 0,-1 0 0 0 0,1 1-1 0 0,0-1 1 0 0,-1 0 0 0 0,1 1 0 0 0,-1 0-1 0 0,1 0 2 0 0,-1-1 0 0 0,0 1 0 0 0,1 0 0 0 0,-1-1 0 0 0,0 1-1 0 0,0 0 1 0 0,0-1 0 0 0,1 1 0 0 0,-1-1 0 0 0,0 0 0 0 0,0 1 0 0 0,-1-1-1 0 0,-2 2-11 0 0,0 0 12 0 0,0 0 1 0 0,0-1 0 0 0,-6 2-1 0 0,7-2 2 0 0,-1-1-1 0 0,1 2 0 0 0,0-1 0 0 0,0 0 0 0 0,-5 3 1 0 0,4-1-6 0 0,0-1 0 0 0,-7 2 0 0 0,-3 3 2 0 0,-16 5 15 0 0,8-2-1 0 0,-28 9 52 0 0,6-3-8 0 0,21-8-32 0 0,18-6-11 0 0,0 0 0 0 0,1 1 0 0 0,-1-1 0 0 0,1 1 0 0 0,-5 4 0 0 0,3-2 17 0 0,-11 6 0 0 0,3-2-47 0 0,-3 2 13 0 0,14-10 5 0 0,0 1 1 0 0,0 0-1 0 0,-5 4 1 0 0,-6 4 24 0 0,-29 14-28 0 0,-1-4 96 0 0,6-3-51 0 0,-3 1-41 0 0,-1 1 60 0 0,10-1-73 0 0,18-10 33 0 0,-1 0 0 0 0,-24 9 0 0 0,29-13-32 0 0,-2 0 16 0 0,-22 10 0 0 0,0 5 21 0 0,17-11-52 0 0,-23 14 0 0 0,32-17 33 0 0,-15 6 0 0 0,2-1 3 0 0,14-6 53 0 0,-10 8-1 0 0,3-1-91 0 0,8-6 31 0 0,0 0-1 0 0,0 0 0 0 0,0 0 0 0 0,-5 8 1 0 0,8-9 15 0 0,-24 23 33 0 0,21-20-44 0 0,0-1 0 0 0,-1 0 0 0 0,-14 10 0 0 0,8-7-4 0 0,-1 2 21 0 0,7-5-21 0 0,-1 0 0 0 0,1-1 0 0 0,-16 8-1 0 0,15-9-2 0 0,0 1-1 0 0,1 0 0 0 0,-10 8 1 0 0,-3 1 1 0 0,15-10 19 0 0,1 0 0 0 0,-8 7 0 0 0,0 2 8 0 0,-25 17 1 0 0,23-20-22 0 0,-55 43 22 0 0,3 2-22 0 0,6 8 17 0 0,56-58-30 0 0,-1 0-3 0 0,3-4 17 0 0,1 1 0 0 0,-1 0-1 0 0,0 0 1 0 0,1 0 0 0 0,0 0 0 0 0,-1 0 0 0 0,1 0 0 0 0,0 0 0 0 0,-1 4 0 0 0,-1 3-45 0 0,-8 16 0 0 0,4-11 63 0 0,3-5-33 0 0,-1-1-1 0 0,0 0 1 0 0,-10 12 0 0 0,-5 7-5 0 0,-4 9-5 0 0,1-6 40 0 0,-3 2-8 0 0,20-22-21 0 0,-8 9-9 0 0,-4 5 18 0 0,13-16 0 0 0,0-1 0 0 0,-5 11-1 0 0,9-18-3 0 0,-10 21-4 0 0,-13 22-56 0 0,20-37 46 0 0,-10 15 36 0 0,-30 32 0 0 0,32-38-14 0 0,0 0-1 0 0,-13 20 1 0 0,22-29-21 0 0,-25 45 14 0 0,-1 0 18 0 0,19-35-20 0 0,1 1 1 0 0,-7 19-1 0 0,2-6 12 0 0,12-25 0 0 0,0 0 0 0 0,-2 12 0 0 0,1-7-18 0 0,2-5 5 0 0,1-1-1 0 0,-1 1 1 0 0,1 0-1 0 0,0 0 1 0 0,0-1-1 0 0,2 8 1 0 0,0 11 27 0 0,-3-14-29 0 0,0 1-1 0 0,0-1 0 0 0,-1 0 1 0 0,-4 14-1 0 0,4-18 5 0 0,0 6 3 0 0,-2 16 0 0 0,3-16 1 0 0,-1-1 1 0 0,-3 12-1 0 0,-8 27-2 0 0,9-32 16 0 0,1-2 18 0 0,1-7-39 0 0,0 1 0 0 0,-6 13 0 0 0,8-20 5 0 0,-1 0 0 0 0,0 0-1 0 0,1 1 1 0 0,0-1-1 0 0,-1 3 1 0 0,1-3-3 0 0,0 0-1 0 0,0 0 1 0 0,-1 1 0 0 0,1-1-1 0 0,-2 3 1 0 0,0 3 15 0 0,1-7-17 0 0,1 1-1 0 0,0-1 0 0 0,-1 0 0 0 0,1 0 1 0 0,-1 0-1 0 0,1 1 0 0 0,-2 0 0 0 0,0 1 8 0 0,1 0 0 0 0,0-1-1 0 0,-1 1 1 0 0,1 0 0 0 0,-1 5-1 0 0,-5 9 3 0 0,-2 5-22 0 0,-19 58 50 0 0,23-68-46 0 0,1 1 1 0 0,-3 20 0 0 0,6-15 18 0 0,1-15-6 0 0,0 0 0 0 0,0 0 0 0 0,0 0 1 0 0,-1 0-1 0 0,1 0 0 0 0,-2 4 0 0 0,2-5 0 0 0,-1 0 0 0 0,1 0-1 0 0,0 1 1 0 0,0-1 0 0 0,0 0 0 0 0,1 4-1 0 0,-1 2 5 0 0,1 5 25 0 0,0-10-51 0 0,-1 0-1 0 0,0 0 1 0 0,0 0 0 0 0,0 0-1 0 0,-1 4 1 0 0,-2 36 121 0 0,0-11-151 0 0,3-25 56 0 0,-1-1 0 0 0,1 1-1 0 0,2 13 1 0 0,0 5 4 0 0,-1-2-7 0 0,4 25 0 0 0,-2-18 13 0 0,-2 15-11 0 0,3 27-51 0 0,1 23 77 0 0,-5-87-17 0 0,-1 18-20 0 0,-1-12 11 0 0,0 17 0 0 0,2-28-6 0 0,1 0 0 0 0,-1 0 0 0 0,1 0 0 0 0,1 4 0 0 0,2 6 0 0 0,2 21 38 0 0,0-11-91 0 0,-3-12 75 0 0,2 16-1 0 0,0 1-14 0 0,-3-19-4 0 0,0 1 1 0 0,0 16 0 0 0,-1 16 6 0 0,3-8-7 0 0,-4-27-3 0 0,1-1 1 0 0,-1 1-1 0 0,1-1 0 0 0,3 8 0 0 0,2 11 15 0 0,-6-24-13 0 0,0 0-1 0 0,1 0 1 0 0,-1 1-1 0 0,0-1 1 0 0,0 0-1 0 0,0 0 1 0 0,0 2-1 0 0,0-2-5 0 0,1-1 5 0 0,-1 0 6 0 0,4 8 19 0 0,0-1-131 0 0,-4-6 108 0 0,0-1 5 0 0,0 0-1 0 0,0 1 1 0 0,0-1-1 0 0,0 0 1 0 0,0 0-1 0 0,1 1 1 0 0,-1-1-1 0 0,0 0 1 0 0,0 0 0 0 0,0 1-1 0 0,1-1 1 0 0,-1 0-1 0 0,0 0 1 0 0,0 0-1 0 0,0 1 1 0 0,1-1-1 0 0,-1 0 1 0 0,0 0-1 0 0,1 0 1 0 0,-1 0 0 0 0,0 0-1 0 0,0 0 1 0 0,1 1-1 0 0,-1-1 1 0 0,0 0-1 0 0,1 0 1 0 0,-1 0-1 0 0,0 0 1 0 0,0 0-1 0 0,1 0 1 0 0,-1 0 0 0 0,0 0-1 0 0,1 0 1 0 0,-1 0-1 0 0,1-1 1 0 0,12-1-8 0 0,-11 2-17 0 0,8-1 62 0 0,1 0-1 0 0,12 1 1 0 0,12-1 70 0 0,-3-1-48 0 0,-19 1-14 0 0,18-2 0 0 0,45-10 148 0 0,-68 12-174 0 0,-6 1-20 0 0,0-1 0 0 0,0 1 0 0 0,-1 0 0 0 0,1 0 0 0 0,0-1 0 0 0,-1 1 0 0 0,1-1 0 0 0,-1 0 0 0 0,1 1 0 0 0,2-3 0 0 0,-2 2 1 0 0,-1 0 0 0 0,1 0 0 0 0,0 1 0 0 0,0-1-1 0 0,-1 0 1 0 0,1 1 0 0 0,3-1 0 0 0,4-2 24 0 0,44-17-47 0 0,-31 13 46 0 0,5-3-26 0 0,44-9 0 0 0,-31 11 16 0 0,27-5 1 0 0,-59 12-13 0 0,-1-1 1 0 0,0 0-1 0 0,12-4 0 0 0,-10 3-9 0 0,17-5 1 0 0,-7 4 11 0 0,23-9 1 0 0,0 1 0 0 0,-15 2 28 0 0,-14 5-50 0 0,-4 2 74 0 0,0-1 1 0 0,0-1 0 0 0,14-9 0 0 0,-4 4-20 0 0,-15 8-29 0 0,1-1 0 0 0,-1 1 0 0 0,0-1 0 0 0,5-3 0 0 0,0-2 20 0 0,0 1 1 0 0,1 1-1 0 0,0 0 0 0 0,0 0 0 0 0,1 1 1 0 0,15-6-1 0 0,-22 9-44 0 0,1 0 1 0 0,0 0-1 0 0,-1 0 0 0 0,8-6 1 0 0,20-10 138 0 0,10-6-71 0 0,-27 16-51 0 0,-3 0 18 0 0,22-8-1 0 0,-26 12-7 0 0,0 0 0 0 0,0-1 0 0 0,0 1 0 0 0,6-7 1 0 0,2 0 14 0 0,5-5-5 0 0,7-4 10 0 0,4-2 26 0 0,2-3 24 0 0,-31 23-78 0 0,0 0 0 0 0,0-1 1 0 0,-1 1-1 0 0,1-1 1 0 0,-1 1-1 0 0,0-1 1 0 0,4-5-1 0 0,-5 6-16 0 0,0 0 0 0 0,1 0 0 0 0,-1 1 0 0 0,1-1 1 0 0,3-2-1 0 0,6-6-6 0 0,-10 8 15 0 0,1 1 0 0 0,-1-1-1 0 0,1 1 1 0 0,-1 0 0 0 0,3-2-1 0 0,4-3 57 0 0,-1 1-67 0 0,1 0-12 0 0,-5 1 51 0 0,9-7 1 0 0,-10 8-25 0 0,1 0 0 0 0,-1 0 0 0 0,1 0 0 0 0,0 0-1 0 0,-1 0 1 0 0,1 1 0 0 0,5-4 0 0 0,-3 3-5 0 0,-1-1 0 0 0,6-6 1 0 0,-2 2 2 0 0,0 1 1 0 0,11-8 0 0 0,-10 8 1 0 0,15-15 0 0 0,17-21-52 0 0,18-17 129 0 0,1 10 21 0 0,-47 41-98 0 0,4-3-5 0 0,-2 1-23 0 0,-11 8 45 0 0,0 0 1 0 0,-1 1-1 0 0,1-2 1 0 0,3-3-1 0 0,1-1-31 0 0,-6 6-5 0 0,0 0 0 0 0,0 0 0 0 0,0-1 0 0 0,2-3 0 0 0,8-8 22 0 0,-6 8 11 0 0,-6 5-22 0 0,1 1 0 0 0,0-1 0 0 0,-1 0 0 0 0,1 1 0 0 0,0-1 0 0 0,-1 0 0 0 0,1 0 0 0 0,-1 0 0 0 0,1 1 0 0 0,-1-1 0 0 0,1 0 0 0 0,0-2 0 0 0,1-1 12 0 0,-2 3-16 0 0,1 0 1 0 0,-1 0 0 0 0,1 0-1 0 0,-1 0 1 0 0,1 0-1 0 0,-1 0 1 0 0,1-2 0 0 0,-1-2 11 0 0,-1 3-11 0 0,1 0 1 0 0,0 1-1 0 0,0-1 0 0 0,0 0 1 0 0,0 1-1 0 0,1-1 1 0 0,-1 0-1 0 0,0 1 0 0 0,1-1 1 0 0,0-1-1 0 0,6-9 25 0 0,7-19 1 0 0,-13 28-17 0 0,1 0 1 0 0,-1 1 0 0 0,1-1-1 0 0,0 1 1 0 0,3-4 0 0 0,2-3 32 0 0,3-3-56 0 0,14-13 1 0 0,-13 14 27 0 0,11-15 1 0 0,2-1 11 0 0,-22 25-29 0 0,-1-1 0 0 0,0 1 0 0 0,0 0-1 0 0,1-4 1 0 0,4-6 21 0 0,11-18-18 0 0,11-23 27 0 0,2-8-156 0 0,-13 27 142 0 0,5-14-69 0 0,-6 21 104 0 0,-12 18-38 0 0,7-10 0 0 0,2-5-71 0 0,-7 13 66 0 0,-4 8-12 0 0,-1 1 1 0 0,1-1-1 0 0,-1 1 1 0 0,0-1 0 0 0,2-3-1 0 0,-3 3 17 0 0,1 0-1 0 0,0 0 0 0 0,-1 0 0 0 0,1 1 0 0 0,1-1 0 0 0,-1 0 1 0 0,0 1-1 0 0,2-3 0 0 0,-1 3-7 0 0,-1 0-1 0 0,0 0 1 0 0,0-1 0 0 0,0 1-1 0 0,0 0 1 0 0,0-1 0 0 0,1-3-1 0 0,2-19-19 0 0,1-19 21 0 0,6-21-14 0 0,-11 63 10 0 0,1-1-7 0 0,0-1 1 0 0,-1 0 0 0 0,1 0-1 0 0,-1 1 1 0 0,0-1 0 0 0,0 0 0 0 0,-1-4-1 0 0,0 6-22 0 0,0 0-1 0 0,0 0 1 0 0,0 0-1 0 0,0 1 0 0 0,0-1 1 0 0,0 1-1 0 0,-1-1 1 0 0,1 1-1 0 0,-1-1 0 0 0,-1-1 1 0 0,-10-10 6 0 0,4 0 49 0 0,1 0 1 0 0,1 0-1 0 0,-7-14 1 0 0,-1-3-11 0 0,10 18-48 0 0,-7-12 0 0 0,-9-32 44 0 0,15 41 4 0 0,2-1 0 0 0,0 1-1 0 0,1-1 1 0 0,1 0 0 0 0,-1-22-1 0 0,2 22 18 0 0,-4-27-1 0 0,3 29-46 0 0,-1-4 25 0 0,-3-23-27 0 0,6 37 20 0 0,0-1-1 0 0,0 0 1 0 0,0 1-1 0 0,1-1 1 0 0,0 1-1 0 0,2-8 1 0 0,-2 9 4 0 0,0-3 2 0 0,1 1 1 0 0,0-1-1 0 0,0 1 1 0 0,1 0-1 0 0,0 0 1 0 0,5-8-1 0 0,4-7-17 0 0,-6 11 7 0 0,0-2 0 0 0,-1 1 0 0 0,0-1 0 0 0,5-17 0 0 0,-6 18 13 0 0,-3 9-7 0 0,-1-1 1 0 0,1 0 0 0 0,0 0 0 0 0,-1 1 0 0 0,1-1-1 0 0,-1 0 1 0 0,1-3 0 0 0,0 1-5 0 0,-1 0 0 0 0,1 0 1 0 0,0 0-1 0 0,0 0 0 0 0,3-7 0 0 0,2-5 25 0 0,-2 1-35 0 0,1 0 0 0 0,9-17 0 0 0,3-6 13 0 0,22-82-12 0 0,-23 67-3 0 0,-3 14 21 0 0,-9 26-7 0 0,1-1 0 0 0,0 1 1 0 0,1 0-1 0 0,9-15 0 0 0,-8 15-3 0 0,0 0 0 0 0,-2 0 0 0 0,7-21 0 0 0,-2 4 29 0 0,-9 26-62 0 0,-4 10-41 0 0,-4 12-35 0 0,4-10 111 0 0,1 0 0 0 0,-2 15 0 0 0,0 0 0 0 0,-8 60 17 0 0,6-33-34 0 0,-11 48-8 0 0,11-71-7 0 0,-16 41 1 0 0,-6-1 92 0 0,0 13-2 0 0,27-76-60 0 0,-2 4 3 0 0,-6 12 0 0 0,8-18 1 0 0,0 0-1 0 0,0 0 1 0 0,0-1-1 0 0,0 1 0 0 0,0 0 1 0 0,-1-1-1 0 0,1 1 1 0 0,0-1-1 0 0,-1 0 0 0 0,1 1 1 0 0,-1-1-1 0 0,-3 2 1 0 0,-4 1-15 0 0,6-2 8 0 0,-1 0-1 0 0,1-1 1 0 0,-1 1 0 0 0,-3 0-1 0 0,7-2 5 0 0,-1 0 0 0 0,1 0 0 0 0,0 0-1 0 0,-1 0 1 0 0,1 0 0 0 0,-1 0 0 0 0,1 0-1 0 0,0 0 1 0 0,-1 0 0 0 0,1 0 0 0 0,-1 0-1 0 0,1 0 1 0 0,0 0 0 0 0,-1 0 0 0 0,1 0-1 0 0,-1 0 1 0 0,1-1 0 0 0,0 1 0 0 0,-1 0-1 0 0,1 0 1 0 0,0 0 0 0 0,-1-1 0 0 0,1 1-1 0 0,0 0 1 0 0,0 0 0 0 0,-1-1 0 0 0,1 0 0 0 0,-1 0 0 0 0,1 0 0 0 0,-1 0 0 0 0,1 0 0 0 0,-1 0 0 0 0,1 0 0 0 0,0 0 0 0 0,-1 0 1 0 0,1 0-1 0 0,0-3 0 0 0,0-1 3 0 0,0-1 1 0 0,0 1-1 0 0,2-7 0 0 0,4-15 15 0 0,11-33 0 0 0,-2 14-56 0 0,-5 12 16 0 0,0 0 0 0 0,-1 5 31 0 0,8-50 38 0 0,-9 29-76 0 0,-7 36 44 0 0,1 5-21 0 0,-1-17 0 0 0,-1 23-2 0 0,0 0 0 0 0,-1 0 0 0 0,1-1 0 0 0,-1 1 0 0 0,1 0 0 0 0,-1 0 0 0 0,0 0 0 0 0,-2-5 0 0 0,2 8 9 0 0,1-1 0 0 0,-1 1 0 0 0,1 0 0 0 0,-1-1 0 0 0,1 1 0 0 0,-1 0 1 0 0,1 0-1 0 0,-1-1 0 0 0,1 1 0 0 0,-1 0 0 0 0,1 0 0 0 0,-1 0 1 0 0,1 0-1 0 0,-1 0 0 0 0,1 0 0 0 0,-1 0 0 0 0,1 0 0 0 0,-1 0 0 0 0,1 0 1 0 0,-1 0-1 0 0,0 0 0 0 0,-12 3 0 0 0,1 0-26 0 0,6-2 16 0 0,-1 1 0 0 0,-10 4 0 0 0,-64 26-59 0 0,61-25 146 0 0,-2 3-65 0 0,-40 24-1 0 0,1-1-11 0 0,51-28-3 0 0,0-1 0 0 0,0 0-1 0 0,0-1 1 0 0,-16 3 0 0 0,17-5 4 0 0,-21 3 0 0 0,0 2 0 0 0,-40 13 1 0 0,21-4 4 0 0,7-3-11 0 0,41-11 5 0 0,-2 0 10 0 0,0 0 0 0 0,0 0 1 0 0,-1 0-1 0 0,1-1 1 0 0,-7 1-1 0 0,10-1 9 0 0,0 0-18 0 0,0 0 1 0 0,0 0 0 0 0,1 0 0 0 0,-1 1 0 0 0,0-1 0 0 0,0 0-1 0 0,0 0 1 0 0,0 0 0 0 0,0 0 0 0 0,0 0 0 0 0,0 0 0 0 0,0 0-1 0 0,0 0 1 0 0,0 0 0 0 0,1 0 0 0 0,-1 0 0 0 0,0 0 0 0 0,0 0-1 0 0,0 0 1 0 0,0 0 0 0 0,0 0 0 0 0,0 0 0 0 0,0 0 0 0 0,0 0-1 0 0,1 0 1 0 0,-1 0 0 0 0,0 0 0 0 0,0 0 0 0 0,0 0 0 0 0,0 0-1 0 0,0 0 1 0 0,0 0 0 0 0,0 0 0 0 0,0 0 0 0 0,1 0 0 0 0,-1 0-1 0 0,0-1 1 0 0,0 1 0 0 0,0 0 3 0 0,13-10-25 0 0,28-17 1 0 0,-22 15 11 0 0,97-54-111 0 0,-107 61 101 0 0,12-9-1 0 0,-12 8-63 0 0,-4 1-49 0 0,-5 3 49 0 0,-4 3 45 0 0,-2 2 13 0 0,0 0 1 0 0,0 1-1 0 0,0 0 0 0 0,1 0 1 0 0,-1 0-1 0 0,-8 10 1 0 0,-11 7-2 0 0,11-10 15 0 0,-8 6 12 0 0,-43 25 0 0 0,15-12 1 0 0,22-12-51 0 0,6-5 66 0 0,-67 39 11 0 0,17-14-60 0 0,43-22 50 0 0,0 0-1 0 0,-38 30 0 0 0,24-16-8 0 0,19-15 26 0 0,9-5-27 0 0,8-6 4 0 0,1 0 1 0 0,-10 8-1 0 0,6-4-8 0 0,7-7-5 0 0,1 1 0 0 0,0-1 0 0 0,0 1-1 0 0,0 0 1 0 0,-3 3 0 0 0,-11 14 139 0 0,12-14-112 0 0,-17 27-4 0 0,18-26-25 0 0,2-5 2 0 0,1 0 0 0 0,-1 0 0 0 0,0 1 0 0 0,0-1 0 0 0,1 0 0 0 0,-1 0 0 0 0,0 0 0 0 0,-2 2 0 0 0,-12 12-31 0 0,5-6 72 0 0,-14 12 0 0 0,14-15-42 0 0,1-1-1 0 0,-18 9 1 0 0,24-13 1 0 0,1 1 1 0 0,-1-1 0 0 0,1 1-1 0 0,0 0 1 0 0,-3 3-1 0 0,2-3 16 0 0,1 0 0 0 0,-1 0-1 0 0,-4 3 1 0 0,-4 5-8 0 0,6-6-3 0 0,-1 3-13 0 0,-7 4 29 0 0,2-3-10 0 0,0 1 1 0 0,-16 15-1 0 0,-5 6 5 0 0,-16 6 13 0 0,34-26-23 0 0,-21 18-105 0 0,13-10 131 0 0,15-14-15 0 0,0 1 0 0 0,-8 9 0 0 0,1 0-7 0 0,-15 18 17 0 0,17-19-37 0 0,-24 23 0 0 0,7-8 29 0 0,18-16-7 0 0,-10 15 0 0 0,5-4-4 0 0,8-12-27 0 0,-8 14 1 0 0,11-16 5 0 0,-1 0 0 0 0,-13 17 0 0 0,15-21 38 0 0,-8 12 1 0 0,8-12-28 0 0,-7 11-1 0 0,7-12 13 0 0,1 0-1 0 0,1 0 0 0 0,-4 6 1 0 0,-2 4 3 0 0,-38 55-32 0 0,46-68 20 0 0,-7 10-12 0 0,-9 18 0 0 0,-5 18-30 0 0,15-34 79 0 0,3-7-29 0 0,0 0-1 0 0,0 0 1 0 0,-3 13 0 0 0,2-7-4 0 0,0 0 0 0 0,-8 16 0 0 0,5-10-7 0 0,3-10 21 0 0,1 1-19 0 0,-1-1 1 0 0,1 1-1 0 0,1-1 0 0 0,-3 11 1 0 0,4-15-3 0 0,1-1 1 0 0,-1 1 0 0 0,-2 4-1 0 0,2-5 1 0 0,-1 0-1 0 0,1 1 0 0 0,0 4 1 0 0,-11 100 30 0 0,11-95-41 0 0,-1 13 23 0 0,2 43 0 0 0,1-57-24 0 0,-1-1-1 0 0,-1 17 1 0 0,-1 68 4 0 0,3-56-18 0 0,-4 2 64 0 0,1-4-58 0 0,2-17 27 0 0,1 34 17 0 0,-1-4-32 0 0,0-28-25 0 0,-1 2 89 0 0,-3-11-166 0 0,4-14 118 0 0,0 1 0 0 0,-1-1 0 0 0,1 0-1 0 0,0 1 1 0 0,0-1 0 0 0,-1 1 0 0 0,1-1 0 0 0,0 1 0 0 0,0-1-1 0 0,0 1 1 0 0,0-1 0 0 0,0 1 0 0 0,0-1 0 0 0,-1 1 0 0 0,1-1-7 0 0,0 1 1 0 0,0-1 0 0 0,-1 0 0 0 0,1 0-1 0 0,0 0 1 0 0,-1 0 0 0 0,1 0-1 0 0,0 0 1 0 0,0 1 0 0 0,-1-1 0 0 0,1 0-1 0 0,0 0 1 0 0,0 0 0 0 0,-1 1 0 0 0,1-1-1 0 0,0 0 1 0 0,0 0 0 0 0,0 1 0 0 0,-1-1-1 0 0,1 0 1 0 0,0 0 0 0 0,0 1 0 0 0,0-1-1 0 0,0 1 1 0 0,-2 1-6 0 0,-2 2 3 0 0,1 1 0 0 0,-1-1 1 0 0,1 0-1 0 0,-3 7 0 0 0,-4 4-15 0 0,8-12 17 0 0,0-1 15 0 0,8-1 0 0 0,-2-1-13 0 0,3 0 8 0 0,-2 0-9 0 0,0 0 0 0 0,0 0 0 0 0,0-1 0 0 0,0 1-1 0 0,0-1 1 0 0,5-2 0 0 0,16-3-3 0 0,-2 0 37 0 0,-2 0-16 0 0,11-1-26 0 0,-6 1-26 0 0,-10 4 35 0 0,1 0 1 0 0,0 0-1 0 0,23 3 1 0 0,-16-1-11 0 0,-6-1 26 0 0,0-1 1 0 0,26-6-1 0 0,-13 2-5 0 0,-20 4 6 0 0,0-1 0 0 0,0-1 1 0 0,0 0-1 0 0,-1 0 0 0 0,0-1 1 0 0,18-11-1 0 0,1 1 20 0 0,-21 11-23 0 0,18-11 1 0 0,88-66 26 0 0,-103 74-40 0 0,2-1 1 0 0,-1 1-1 0 0,1 1 1 0 0,0 1-1 0 0,16-5 1 0 0,29-12 40 0 0,-34 12 2 0 0,-15 6-28 0 0,-1 0-1 0 0,0 0 1 0 0,12-7 0 0 0,-8 2-10 0 0,-7 6-5 0 0,0-1 1 0 0,7-7 0 0 0,40-33 52 0 0,-6 8 26 0 0,-13 11-112 0 0,15-20 79 0 0,-18 15-48 0 0,-12 10 0 0 0,-11 12 7 0 0,11-9 0 0 0,-5 5-3 0 0,18-12 71 0 0,-27 21-62 0 0,-1-1 0 0 0,0 1-1 0 0,0-1 1 0 0,-1 0 0 0 0,5-4 0 0 0,15-24 12 0 0,-9 11 21 0 0,11-15-125 0 0,-16 23 118 0 0,8-9-57 0 0,-10 14 25 0 0,0 0 1 0 0,17-11-1 0 0,-20 15-6 0 0,1 0 0 0 0,-1 0 0 0 0,0 0 0 0 0,0-1 0 0 0,4-5 1 0 0,13-26 30 0 0,4-4-78 0 0,-12 21-16 0 0,-9 12 70 0 0,0 1 1 0 0,1-1 0 0 0,0 1-1 0 0,6-6 1 0 0,-7 8-12 0 0,0 0 1 0 0,-1-1-1 0 0,1 1 1 0 0,-1-1-1 0 0,-1 0 0 0 0,4-6 1 0 0,7-13-21 0 0,30-42 39 0 0,-27 44-5 0 0,20-22 0 0 0,3-4-8 0 0,10-11-57 0 0,-35 42 69 0 0,-13 17-13 0 0,9-12 2 0 0,0 0 0 0 0,-1-1-1 0 0,14-23 1 0 0,-20 30 10 0 0,11-21-60 0 0,17-48 0 0 0,-22 49 39 0 0,-5 14 30 0 0,0 0 0 0 0,0 0 0 0 0,3-23 0 0 0,-7 23-59 0 0,0 0 0 0 0,-2-19 0 0 0,0-1 20 0 0,3 25 16 0 0,-1 0 0 0 0,-1 0 0 0 0,1 0 0 0 0,-1 0 0 0 0,-2-7 0 0 0,1 8 23 0 0,1-1-1 0 0,-1-7 1 0 0,-1-3-1 0 0,3 15-29 0 0,0 1 0 0 0,0-1 0 0 0,-1 1 0 0 0,1-1 0 0 0,-1 1 0 0 0,1-1 0 0 0,-2-1 0 0 0,1 2 0 0 0,1 0 0 0 0,-1 1 0 0 0,0-1 1 0 0,1 1-1 0 0,-1-1 0 0 0,0 1 0 0 0,1-1 0 0 0,-1 1 1 0 0,0-1-1 0 0,0 1 0 0 0,1 0 0 0 0,-1-1 0 0 0,0 1 1 0 0,0 0-1 0 0,-1 0 0 0 0,-9-3-5 0 0,-12-6 1 0 0,0 1-13 0 0,22 8 22 0 0,-1 0 0 0 0,1-1 0 0 0,-1 1 0 0 0,1 0 0 0 0,-1 0 0 0 0,0 0 0 0 0,1 1 0 0 0,-1-1 0 0 0,1 0 0 0 0,-1 1 0 0 0,1-1 0 0 0,-3 1 0 0 0,-8 3-3 0 0,9-4 8 0 0,0 1-1 0 0,0 0 1 0 0,0 1-1 0 0,-5 1 1 0 0,-1 2 0 0 0,-5-1 1 0 0,0 0-1 0 0,-22 4 1 0 0,20-5 0 0 0,-23 7 1 0 0,-49 13-26 0 0,19-5 3 0 0,-60 24 13 0 0,97-30 0 0 0,-59 32 0 0 0,-18 29-30 0 0,3 15-16 0 0,33-27 86 0 0,42-36-65 0 0,-35 31 37 0 0,-13 15-16 0 0,38-33 10 0 0,7-5-10 0 0,18-17 29 0 0,0-1 1 0 0,-27 19 0 0 0,28-23-19 0 0,1 0 1 0 0,-23 25 0 0 0,-9 7-25 0 0,-22 19 59 0 0,31-28-18 0 0,11-12 5 0 0,-27 27-36 0 0,23-18 17 0 0,-38 51 0 0 0,59-68-13 0 0,0 0 1 0 0,2 1-1 0 0,-1 0 0 0 0,-4 16 0 0 0,10-24 4 0 0,-1 1 0 0 0,-1 12 0 0 0,2-6 1 0 0,-12 61-125 0 0,13-52 141 0 0,2-23-13 0 0,-1 1-1 0 0,0-1 1 0 0,0 1 0 0 0,0-1-1 0 0,0 1 1 0 0,0-1 0 0 0,1 1-1 0 0,-1-1 1 0 0,0 1 0 0 0,0-1-1 0 0,1 0 1 0 0,-1 1 0 0 0,0-1-1 0 0,1 0 1 0 0,-1 1 0 0 0,0-1-1 0 0,1 1 1 0 0,-1-1 0 0 0,1 0-1 0 0,-1 0 1 0 0,0 1 0 0 0,1-1-1 0 0,-1 0 1 0 0,1 0 0 0 0,-1 0-1 0 0,1 1 1 0 0,-1-1 0 0 0,2 0-1 0 0,0 1-1 0 0,1-1-1 0 0,-1 0 1 0 0,1 1-1 0 0,3-1 1 0 0,1-1 4 0 0,-1 1 0 0 0,1-2 1 0 0,-1 1-1 0 0,1-1 0 0 0,-1 0 1 0 0,0 0-1 0 0,1 0 0 0 0,8-6 1 0 0,17-6-13 0 0,106-27 8 0 0,-130 39-2 0 0,5-1 13 0 0,0-1-1 0 0,13-5 1 0 0,-13 2-10 0 0,0 0 1 0 0,0 0 0 0 0,0-1 0 0 0,-1-1-1 0 0,13-12 1 0 0,-9 8 0 0 0,29-18 0 0 0,-5 3-54 0 0,-33 23 48 0 0,37-29 18 0 0,58-32 0 0 0,35-21 37 0 0,-99 56-21 0 0,-9 7-42 0 0,12-11 8 0 0,-29 24 6 0 0,7-8 4 0 0,24-30 1 0 0,7-7 3 0 0,-35 39-17 0 0,14-19 1 0 0,-16 19 33 0 0,19-19 0 0 0,14-9 20 0 0,8-15-57 0 0,8-14 21 0 0,-32 43-12 0 0,16-20-48 0 0,-41 44 51 0 0,2-2 11 0 0,0-1 0 0 0,0 1 0 0 0,6-14 0 0 0,12-23-37 0 0,-10 21 54 0 0,-6 8-4 0 0,2-4-11 0 0,17-24 1 0 0,10-3-106 0 0,-34 41 100 0 0,0 0-1 0 0,0-1 1 0 0,-1 0 0 0 0,5-13 0 0 0,-3 8-8 0 0,-3 6-21 0 0,0 4 28 0 0,-1 0-1 0 0,0 0 1 0 0,0 0 0 0 0,0-1 0 0 0,0-5 0 0 0,4-7-4 0 0,-6 16-50 0 0,4 0 73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2T16:17:04.337"/>
    </inkml:context>
    <inkml:brush xml:id="br0">
      <inkml:brushProperty name="width" value="0.35" units="cm"/>
      <inkml:brushProperty name="height" value="0.35" units="cm"/>
      <inkml:brushProperty name="color" value="#6EE7B7"/>
    </inkml:brush>
  </inkml:definitions>
  <inkml:trace contextRef="#ctx0" brushRef="#br0">2156 2852 4915 0 0,'0'-1'5'0'0,"0"1"0"0"0,0 0 0 0 0,0 0 0 0 0,0 0 0 0 0,0 0 0 0 0,0 0 0 0 0,0 0 0 0 0,0 0 1 0 0,0 0-1 0 0,0 0 0 0 0,0 0 0 0 0,0 0 0 0 0,0 0 0 0 0,0 0 0 0 0,0 0 0 0 0,0-1 0 0 0,0 1 0 0 0,0 0 0 0 0,0 0 0 0 0,0 0 0 0 0,0 0 0 0 0,0 0 0 0 0,0 0 0 0 0,0 0 0 0 0,0 0 0 0 0,0 0 1 0 0,0 0-1 0 0,0 0 0 0 0,0 0 0 0 0,0 0 0 0 0,0-1 0 0 0,0 1 0 0 0,0 0 0 0 0,0 0 0 0 0,0 0 0 0 0,0 0 0 0 0,1 0 0 0 0,-1 0 0 0 0,0 0 0 0 0,0 0 0 0 0,0 0 0 0 0,0 0 0 0 0,0 0 0 0 0,0 0 1 0 0,0 0-1 0 0,0 0 0 0 0,0 0 0 0 0,0 0 0 0 0,0 0 0 0 0,0 0 0 0 0,0 0 0 0 0,0 0 0 0 0,1 0 0 0 0,-1 0 0 0 0,0 0 0 0 0,0 0 0 0 0,0 0 0 0 0,0 0 0 0 0,0 0 0 0 0,0 0 0 0 0,0 0 0 0 0,0 0 1 0 0,-8-6 39 0 0,0 0-49 0 0,0 5 51 0 0,-5 8 72 0 0,11-6-104 0 0,-166 105 1258 0 0,128-81-871 0 0,31-18-296 0 0,-1-1 1 0 0,0 0-1 0 0,0 0 0 0 0,-19 7 0 0 0,28-17-114 0 0,6-6 49 0 0,7-9 138 0 0,31-39-40 0 0,123-174-404 0 0,-111 153 147 0 0,-28 43 40 0 0,-3 0 0 0 0,33-65 0 0 0,-44 78 73 0 0,-37 56-33 0 0,-71 126 1107 0 0,53-92-678 0 0,30-44-169 0 0,11-18-63 0 0,11-15-73 0 0,18-30-49 0 0,-2-1-1 0 0,22-44 1 0 0,-22 37-97 0 0,96-187-381 0 0,-115 221 410 0 0,-4 9 19 0 0,0 1-1 0 0,-1-1 1 0 0,0 0 0 0 0,0 0 0 0 0,0 0 0 0 0,0 0-1 0 0,-1 0 1 0 0,1-7 0 0 0,-2 12 13 0 0,0 0-1 0 0,0 0 1 0 0,0 0-1 0 0,0-1 1 0 0,0 1-1 0 0,0 0 1 0 0,0 0-1 0 0,0 0 1 0 0,0 0-1 0 0,0 0 1 0 0,0 0-1 0 0,0 0 1 0 0,0 0-1 0 0,0 0 1 0 0,0 0-1 0 0,0 0 1 0 0,0 0-1 0 0,0 0 1 0 0,0-1-1 0 0,0 1 1 0 0,0 0-1 0 0,0 0 1 0 0,0 0-1 0 0,0 0 1 0 0,0 0-1 0 0,0 0 1 0 0,-1 0-1 0 0,1 0 1 0 0,0 0-1 0 0,0 0 1 0 0,0 0-1 0 0,0 0 1 0 0,0 0 0 0 0,0 0-1 0 0,0 0 1 0 0,0 0-1 0 0,0 0 1 0 0,0 0-1 0 0,0 0 1 0 0,0 0-1 0 0,-1 0 1 0 0,1 0-1 0 0,0 0 1 0 0,0 0-1 0 0,0 0 1 0 0,0 0-1 0 0,0 0 1 0 0,0 0-1 0 0,0 0 1 0 0,0 0-1 0 0,0 0 1 0 0,0 0-1 0 0,0 0 1 0 0,0 0-1 0 0,-1 0 1 0 0,1 0-1 0 0,0 0 1 0 0,0 1-1 0 0,0-1 1 0 0,0 0-1 0 0,0 0 1 0 0,0 0-1 0 0,0 0 1 0 0,0 0-1 0 0,0 0 1 0 0,-8 8 77 0 0,-7 11 70 0 0,-18 36 297 0 0,3 1 0 0 0,-28 68 0 0 0,55-116-378 0 0,0 0 0 0 0,0 0 0 0 0,0 1 0 0 0,1-1 0 0 0,-1 15 0 0 0,3-23-66 0 0,-1 1-1 0 0,1-1 1 0 0,0 0 0 0 0,0 0-1 0 0,0 1 1 0 0,0-1-1 0 0,0 0 1 0 0,0 0 0 0 0,0 0-1 0 0,0 1 1 0 0,1-1-1 0 0,-1 0 1 0 0,0 0 0 0 0,0 1-1 0 0,0-1 1 0 0,0 0-1 0 0,0 0 1 0 0,0 0 0 0 0,0 1-1 0 0,0-1 1 0 0,1 0-1 0 0,-1 0 1 0 0,0 0 0 0 0,0 1-1 0 0,0-1 1 0 0,0 0-1 0 0,1 0 1 0 0,-1 0 0 0 0,0 0-1 0 0,0 0 1 0 0,0 1-1 0 0,1-1 1 0 0,-1 0-1 0 0,0 0 1 0 0,0 0 0 0 0,0 0-1 0 0,1 0 1 0 0,-1 0-1 0 0,0 0 1 0 0,0 0 0 0 0,1 0-1 0 0,-1 0 1 0 0,0 0-1 0 0,0 0 1 0 0,1 0 0 0 0,-1 0-1 0 0,0 0 1 0 0,0 0-1 0 0,1 0 1 0 0,-1 0 0 0 0,0 0-1 0 0,0 0 1 0 0,0 0-1 0 0,1-1 1 0 0,-1 1 0 0 0,0 0-1 0 0,0 0 1 0 0,0 0-1 0 0,1 0 1 0 0,-1 0 0 0 0,0-1-1 0 0,0 1 1 0 0,0 0-1 0 0,1-1 1 0 0,11-10 126 0 0,18-27-172 0 0,-3 0 0 0 0,-1-2-1 0 0,25-53 1 0 0,-23 40-57 0 0,251-486-1194 0 0,-273 529 1257 0 0,-2 0 0 0 0,1-1 0 0 0,4-17 0 0 0,-10 26 26 0 0,-2 5-11 0 0,-2 6 21 0 0,-41 94 767 0 0,5 2-1 0 0,-31 120 1 0 0,71-219-756 0 0,-3 9 76 0 0,0 0 1 0 0,2 0-1 0 0,-2 19 1 0 0,4-33-78 0 0,0 0 1 0 0,0 1-1 0 0,0-1 1 0 0,0 0 0 0 0,0 0-1 0 0,0 0 1 0 0,1 0-1 0 0,-1 1 1 0 0,0-1-1 0 0,1 0 1 0 0,-1 0 0 0 0,0 0-1 0 0,2 2 1 0 0,-2-3-8 0 0,0 0 1 0 0,1 0 0 0 0,-1 0-1 0 0,0 0 1 0 0,0 0-1 0 0,1 0 1 0 0,-1 0 0 0 0,0 0-1 0 0,0 0 1 0 0,1 0-1 0 0,-1 0 1 0 0,0 0 0 0 0,0 0-1 0 0,1 0 1 0 0,-1 0-1 0 0,0 0 1 0 0,0 0 0 0 0,1 0-1 0 0,-1 0 1 0 0,0 0-1 0 0,0 0 1 0 0,1 0 0 0 0,-1 0-1 0 0,0-1 1 0 0,0 1-1 0 0,0 0 1 0 0,1 0 0 0 0,-1 0-1 0 0,0 0 1 0 0,0-1-1 0 0,0 1 1 0 0,1 0 0 0 0,-1 0-1 0 0,0-1 1 0 0,17-26 173 0 0,-7-1-226 0 0,-1-1 0 0 0,11-58-1 0 0,-7 25-104 0 0,5-11-33 0 0,117-544-1421 0 0,-133 609 1587 0 0,-1 0 0 0 0,0 0-1 0 0,-1 0 1 0 0,0-1 0 0 0,-1-12-1 0 0,1 21 25 0 0,0 0-1 0 0,0 0 1 0 0,0 1-1 0 0,0-1 1 0 0,0 0-1 0 0,0 0 1 0 0,0 0-1 0 0,0 0 1 0 0,0 0-1 0 0,0 1 1 0 0,0-1-1 0 0,-1 0 1 0 0,1 0-1 0 0,0 0 1 0 0,0 0 0 0 0,0 0-1 0 0,0 0 1 0 0,0 0-1 0 0,0 1 1 0 0,0-1-1 0 0,0 0 1 0 0,-1 0-1 0 0,1 0 1 0 0,0 0-1 0 0,0 0 1 0 0,0 0-1 0 0,0 0 1 0 0,0 0-1 0 0,-1 0 1 0 0,1 0-1 0 0,0 0 1 0 0,0 0-1 0 0,0 0 1 0 0,0 0-1 0 0,0 0 1 0 0,-1 0 0 0 0,1 0-1 0 0,0 0 1 0 0,0 0-1 0 0,0 0 1 0 0,0 0-1 0 0,0 0 1 0 0,-1 0-1 0 0,1 0 1 0 0,0 0-1 0 0,0 0 1 0 0,0 0-1 0 0,0 0 1 0 0,0 0-1 0 0,-1 0 1 0 0,1-1-1 0 0,0 1 1 0 0,0 0-1 0 0,0 0 1 0 0,0 0-1 0 0,0 0 1 0 0,0 0 0 0 0,0 0-1 0 0,0 0 1 0 0,0-1-1 0 0,-1 1 1 0 0,1 0-1 0 0,0 0 1 0 0,0 0-1 0 0,0-1 1 0 0,-5 11-42 0 0,-8 21 256 0 0,1 0 0 0 0,-10 48-1 0 0,1-7 155 0 0,-56 194 888 0 0,74-239-1124 0 0,5-21-32 0 0,5-16 42 0 0,24-72-339 0 0,-4 0 1 0 0,17-87-1 0 0,-12 43-114 0 0,56-220-610 0 0,-85 335 890 0 0,-2 7 17 0 0,1-1 0 0 0,-1 0 1 0 0,0 1-1 0 0,-1-1 0 0 0,1 0 0 0 0,-1 0 0 0 0,0-5 0 0 0,-4 15 24 0 0,0 1 0 0 0,1 0-1 0 0,0-1 1 0 0,-5 14 0 0 0,-4 20 266 0 0,3 2 1 0 0,-7 60-1 0 0,16-99-260 0 0,0 1-1 0 0,0-1 1 0 0,0 1 0 0 0,0 0-1 0 0,1-1 1 0 0,-1 1 0 0 0,1-1-1 0 0,0 1 1 0 0,0-1 0 0 0,0 0-1 0 0,2 5 1 0 0,-3-7-11 0 0,1 1 0 0 0,-1-1 1 0 0,0 0-1 0 0,0 1 0 0 0,0-1 0 0 0,1 0 1 0 0,-1 0-1 0 0,0 1 0 0 0,0-1 0 0 0,1 0 1 0 0,-1 0-1 0 0,0 0 0 0 0,0 1 0 0 0,1-1 1 0 0,-1 0-1 0 0,0 0 0 0 0,1 0 1 0 0,-1 0-1 0 0,0 0 0 0 0,1 1 0 0 0,-1-1 1 0 0,0 0-1 0 0,1 0 0 0 0,-1 0 0 0 0,1 0 1 0 0,-1 0-1 0 0,0 0 0 0 0,1 0 0 0 0,0 0 1 0 0,-1-1-1 0 0,1 0 0 0 0,0 1 0 0 0,0-1 1 0 0,0 0-1 0 0,-1 0 0 0 0,1 0 1 0 0,0 1-1 0 0,-1-1 0 0 0,1 0 0 0 0,-1 0 1 0 0,1 0-1 0 0,-1 0 0 0 0,0 0 1 0 0,1 0-1 0 0,0-2 0 0 0,10-35-95 0 0,-1-1-1 0 0,-2 0 1 0 0,5-59-1 0 0,-10 32-173 0 0,-6-88-1 0 0,-2 100 122 0 0,-1-31-48 0 0,7 83 182 0 0,-1 0 1 0 0,1-1-1 0 0,-1 1 1 0 0,1 0-1 0 0,0-1 0 0 0,0 1 1 0 0,0 0-1 0 0,0 0 1 0 0,1-3-1 0 0,7-14-55 0 0,15-70-201 0 0,-22 80 234 0 0,-1 1 0 0 0,-1 0-1 0 0,1-1 1 0 0,-1 1 0 0 0,-1 0-1 0 0,-1-11 1 0 0,2 18 31 0 0,0 1-1 0 0,0 0 1 0 0,0-1-1 0 0,0 1 0 0 0,0 0 1 0 0,0-1-1 0 0,0 1 1 0 0,0 0-1 0 0,-1 0 1 0 0,1-1-1 0 0,0 1 1 0 0,0 0-1 0 0,0-1 1 0 0,0 1-1 0 0,0 0 0 0 0,-1 0 1 0 0,1-1-1 0 0,0 1 1 0 0,0 0-1 0 0,-1 0 1 0 0,1 0-1 0 0,0-1 1 0 0,0 1-1 0 0,-1 0 0 0 0,1 0 1 0 0,0 0-1 0 0,0 0 1 0 0,-1-1-1 0 0,1 1 1 0 0,0 0-1 0 0,-1 0 1 0 0,1 0-1 0 0,0 0 1 0 0,-1 0-1 0 0,1 0 0 0 0,0 0 1 0 0,0 0-1 0 0,-1 0 1 0 0,1 0-1 0 0,0 0 1 0 0,-1 0-1 0 0,1 0 1 0 0,0 0-1 0 0,-1 0 0 0 0,1 0 1 0 0,0 0-1 0 0,-1 1 1 0 0,1-1-1 0 0,0 0 1 0 0,0 0-1 0 0,-1 0 1 0 0,1 0-1 0 0,0 1 1 0 0,0-1-1 0 0,-1 0 0 0 0,1 0 1 0 0,0 1-1 0 0,0-1 1 0 0,0 0-1 0 0,-1 0 1 0 0,1 1-1 0 0,0-1 1 0 0,0 0-1 0 0,0 1 0 0 0,-11 18 126 0 0,11-17-118 0 0,-21 43 453 0 0,-25 82 0 0 0,-2 53 418 0 0,40-147-733 0 0,1-1 69 0 0,1 1 0 0 0,1 1-1 0 0,0 57 1 0 0,7-81-206 0 0,3-15 17 0 0,3-13 73 0 0,-1-14-105 0 0,-1 0-1 0 0,5-60 0 0 0,-10-67-454 0 0,-1 94 304 0 0,0 58 135 0 0,0 0-1 0 0,0 1 1 0 0,-1-1 0 0 0,0 0-1 0 0,-1 0 1 0 0,1 0 0 0 0,-1 1-1 0 0,0-1 1 0 0,-4-6 0 0 0,6 13 20 0 0,0-1 0 0 0,0 1 0 0 0,-1-1 0 0 0,1 1 0 0 0,0-1 1 0 0,0 1-1 0 0,-1-1 0 0 0,1 1 0 0 0,0 0 0 0 0,-1-1 0 0 0,1 1 1 0 0,0-1-1 0 0,-1 1 0 0 0,1 0 0 0 0,-1 0 0 0 0,1-1 1 0 0,0 1-1 0 0,-1 0 0 0 0,1 0 0 0 0,-1-1 0 0 0,1 1 0 0 0,-1 0 1 0 0,1 0-1 0 0,-1 0 0 0 0,1 0 0 0 0,-1 0 0 0 0,1-1 0 0 0,-1 1 1 0 0,1 0-1 0 0,-1 0 0 0 0,0 1 0 0 0,0-1 9 0 0,0 1-1 0 0,0-1 1 0 0,0 1 0 0 0,0-1-1 0 0,0 1 1 0 0,0 0 0 0 0,1 0-1 0 0,-1 0 1 0 0,0-1 0 0 0,0 1-1 0 0,1 0 1 0 0,-1 0 0 0 0,0 1-1 0 0,-14 33 223 0 0,6 5-133 0 0,-1 2 210 0 0,-8 71 0 0 0,13 124 566 0 0,5-233-860 0 0,1 3-15 0 0,3-14 17 0 0,2-13 70 0 0,-4-42-258 0 0,-3-1 0 0 0,-3 1 1 0 0,-13-76-1 0 0,15 124 128 0 0,1 5 4 0 0,-1-1 0 0 0,1 0 0 0 0,-2 1 0 0 0,1-1 0 0 0,-7-13 0 0 0,9 23 43 0 0,0 0 0 0 0,0-1 0 0 0,0 1 0 0 0,0 0 1 0 0,-1 0-1 0 0,1 0 0 0 0,0 0 0 0 0,0 0 0 0 0,0 0 0 0 0,0-1 0 0 0,-1 1 0 0 0,1 0 0 0 0,0 0 0 0 0,0 0 1 0 0,0 0-1 0 0,0 0 0 0 0,-1 0 0 0 0,1 0 0 0 0,0 0 0 0 0,0 0 0 0 0,0 0 0 0 0,-1 0 0 0 0,1 0 0 0 0,0 0 1 0 0,0 0-1 0 0,0 0 0 0 0,0 0 0 0 0,-1 0 0 0 0,1 0 0 0 0,0 0 0 0 0,0 0 0 0 0,0 0 0 0 0,-1 0 0 0 0,1 1 1 0 0,0-1-1 0 0,0 0 0 0 0,0 0 0 0 0,0 0 0 0 0,0 0 0 0 0,-1 0 0 0 0,1 0 0 0 0,0 1 0 0 0,0-1 0 0 0,0 0 1 0 0,0 0-1 0 0,0 0 0 0 0,0 0 0 0 0,0 1 0 0 0,-1-1 0 0 0,1 0 0 0 0,0 0 0 0 0,0 0 0 0 0,0 1 0 0 0,-6 11-26 0 0,-46 245 746 0 0,38-180-456 0 0,-9 84 334 0 0,20-129-428 0 0,2 1 0 0 0,5 63 0 0 0,0-83-128 0 0,1-23 52 0 0,0-25 41 0 0,-3-21-410 0 0,-2 0 0 0 0,-11-81-1 0 0,-36-109-590 0 0,44 237 834 0 0,2 1-4 0 0,-1 0 1 0 0,0 0-1 0 0,0 1 0 0 0,-1-1 0 0 0,0 1 1 0 0,-1-1-1 0 0,1 1 0 0 0,-6-7 0 0 0,9 14 36 0 0,0 0 0 0 0,0 0 0 0 0,0 0-1 0 0,0 0 1 0 0,-1-1 0 0 0,1 1 0 0 0,0 0-1 0 0,0 0 1 0 0,0 0 0 0 0,0 0 0 0 0,0-1 0 0 0,0 1-1 0 0,-1 0 1 0 0,1 0 0 0 0,0 0 0 0 0,0 0-1 0 0,0 0 1 0 0,-1 0 0 0 0,1 0 0 0 0,0 0-1 0 0,0 0 1 0 0,0 0 0 0 0,-1 0 0 0 0,1 0-1 0 0,0-1 1 0 0,0 1 0 0 0,0 0 0 0 0,-1 0 0 0 0,1 1-1 0 0,0-1 1 0 0,0 0 0 0 0,0 0 0 0 0,-1 0-1 0 0,1 0 1 0 0,0 0 0 0 0,0 0 0 0 0,0 0-1 0 0,0 0 1 0 0,-1 0 0 0 0,1 0 0 0 0,0 0 0 0 0,0 1-1 0 0,0-1 1 0 0,0 0 0 0 0,-1 0 0 0 0,-3 13-24 0 0,2 14-12 0 0,5 81 737 0 0,34 213-1 0 0,-32-290-605 0 0,-2-12-11 0 0,0 0 1 0 0,2 0-1 0 0,0 0 0 0 0,9 21 1 0 0,-14-40-85 0 0,0 1 1 0 0,0-1 0 0 0,0 0-1 0 0,0 1 1 0 0,0-1-1 0 0,0 0 1 0 0,0 1 0 0 0,1-1-1 0 0,-1 0 1 0 0,0 1 0 0 0,0-1-1 0 0,0 0 1 0 0,1 0-1 0 0,-1 1 1 0 0,0-1 0 0 0,0 0-1 0 0,1 0 1 0 0,-1 1-1 0 0,0-1 1 0 0,1 0 0 0 0,-1 0-1 0 0,0 0 1 0 0,1 0-1 0 0,-1 1 1 0 0,0-1 0 0 0,1 0-1 0 0,-1 0 1 0 0,0 0-1 0 0,1 0 1 0 0,-1 0 0 0 0,0 0-1 0 0,1 0 1 0 0,6-9 48 0 0,3-21 71 0 0,-10 28-112 0 0,8-46-188 0 0,-2-1 1 0 0,-2 0-1 0 0,-2-1 1 0 0,-2 1 0 0 0,-9-66-1 0 0,-11-19-271 0 0,16 116 362 0 0,0 0 0 0 0,-2 1 0 0 0,0 0 0 0 0,-1 0 1 0 0,-11-21-1 0 0,17 36 88 0 0,0 1 1 0 0,0-1-1 0 0,0 1 0 0 0,0-1 1 0 0,0 1-1 0 0,0-1 1 0 0,0 1-1 0 0,0 0 1 0 0,0-1-1 0 0,-1 1 1 0 0,1 0-1 0 0,0 0 1 0 0,-1 0-1 0 0,1 0 1 0 0,-1 0-1 0 0,1 1 1 0 0,-1-1-1 0 0,0 0 1 0 0,1 1-1 0 0,-1-1 0 0 0,0 1 1 0 0,1-1-1 0 0,-1 1 1 0 0,0 0-1 0 0,-2 0 1 0 0,2 0 9 0 0,0 1 0 0 0,0 0 0 0 0,1-1 0 0 0,-1 1-1 0 0,0 0 1 0 0,1 0 0 0 0,-1 0 0 0 0,1 0 0 0 0,-1 1 0 0 0,1-1 0 0 0,-1 0 0 0 0,1 1 0 0 0,0-1 0 0 0,0 1 0 0 0,0-1 0 0 0,0 1 0 0 0,0-1-1 0 0,0 1 1 0 0,0 0 0 0 0,0 0 0 0 0,0-1 0 0 0,0 5 0 0 0,-6 16 100 0 0,1 1 1 0 0,1 0-1 0 0,-3 35 1 0 0,2 74 346 0 0,4-63-225 0 0,0 107 298 0 0,4-144-376 0 0,1-1 0 0 0,2 1 1 0 0,13 46-1 0 0,-18-77-148 0 0,0 0 0 0 0,0 0 0 0 0,1 0 0 0 0,-1 0 0 0 0,0 0 0 0 0,0 0 0 0 0,1-1 0 0 0,-1 1 0 0 0,1 0 0 0 0,-1 0 0 0 0,1 0 0 0 0,-1 0 0 0 0,1-1 0 0 0,0 1 0 0 0,-1 0 0 0 0,2 0 0 0 0,-2-1-2 0 0,1 0 0 0 0,-1 0-1 0 0,1 0 1 0 0,-1-1 0 0 0,0 1 0 0 0,0 0-1 0 0,1-1 1 0 0,-1 1 0 0 0,0 0 0 0 0,1-1-1 0 0,-1 1 1 0 0,0 0 0 0 0,0-1-1 0 0,0 1 1 0 0,1-1 0 0 0,-1 1 0 0 0,0 0-1 0 0,0-1 1 0 0,0 1 0 0 0,0-1-1 0 0,0 1 1 0 0,0-1 0 0 0,0 0 0 0 0,4-36 90 0 0,-5 14-200 0 0,-1-1 0 0 0,-1 1 0 0 0,-10-37-1 0 0,-26-68-420 0 0,31 102 458 0 0,-2 0-90 0 0,-2-1-1 0 0,0 2 1 0 0,-26-39-1 0 0,37 62 150 0 0,0 0 0 0 0,0 0 0 0 0,0 0 0 0 0,-1 0 0 0 0,1 1 0 0 0,-1-1 0 0 0,1 1 0 0 0,-1-1 0 0 0,1 1 0 0 0,-1-1 0 0 0,0 1 0 0 0,0 0 0 0 0,0 0 0 0 0,0 0 0 0 0,0 0 0 0 0,-4-1 0 0 0,5 2 16 0 0,0 0-1 0 0,0 0 0 0 0,0 0 0 0 0,0 1 0 0 0,0-1 0 0 0,0 0 1 0 0,0 0-1 0 0,0 1 0 0 0,1-1 0 0 0,-1 1 0 0 0,0-1 0 0 0,0 1 1 0 0,0-1-1 0 0,0 1 0 0 0,0 0 0 0 0,1-1 0 0 0,-1 1 0 0 0,0 0 1 0 0,1 0-1 0 0,-1 0 0 0 0,0-1 0 0 0,1 1 0 0 0,-1 0 0 0 0,1 0 1 0 0,-1 0-1 0 0,1 0 0 0 0,0 0 0 0 0,-1 0 0 0 0,1 0 0 0 0,0 0 1 0 0,0 0-1 0 0,0 0 0 0 0,0 0 0 0 0,0 2 0 0 0,-9 51 316 0 0,-2 94 0 0 0,7-58-29 0 0,-2-21-80 0 0,0-17-13 0 0,3 0 0 0 0,5 67 0 0 0,4-83-81 0 0,-6-34-109 0 0,0-1 0 0 0,1 1 1 0 0,-1 0-1 0 0,0-1 1 0 0,1 1-1 0 0,0 0 0 0 0,-1-1 1 0 0,1 1-1 0 0,0-1 1 0 0,0 1-1 0 0,0-1 0 0 0,0 1 1 0 0,0-1-1 0 0,0 0 1 0 0,1 1-1 0 0,-1-1 0 0 0,2 1 1 0 0,-2-1-4 0 0,0-1 0 0 0,-1 0 1 0 0,1 0-1 0 0,-1 0 0 0 0,1 0 0 0 0,0-1 1 0 0,-1 1-1 0 0,1 0 0 0 0,0 0 0 0 0,-1 0 0 0 0,1 0 1 0 0,-1-1-1 0 0,1 1 0 0 0,0 0 0 0 0,-1-1 1 0 0,1 1-1 0 0,-1 0 0 0 0,1-1 0 0 0,-1 1 1 0 0,1 0-1 0 0,-1-1 0 0 0,0 1 0 0 0,1-1 0 0 0,-1 1 1 0 0,1-1-1 0 0,-1 1 0 0 0,0-1 0 0 0,1 0 1 0 0,-1 1-1 0 0,0-1 0 0 0,0 1 0 0 0,0-1 1 0 0,1 0-1 0 0,-1 0 0 0 0,8-26 34 0 0,-7 23-27 0 0,3-18-120 0 0,-1 1 0 0 0,-1-1-1 0 0,-1 0 1 0 0,-1-1 0 0 0,-1 1 0 0 0,-5-34 0 0 0,-4-1-260 0 0,-23-70 1 0 0,23 101 190 0 0,0 0 0 0 0,-18-31 0 0 0,4 9 28 0 0,19 38 80 0 0,0 1 0 0 0,-1-1 0 0 0,0 1 1 0 0,0 0-1 0 0,-1 0 0 0 0,-9-9 0 0 0,15 20 79 0 0,1 0 0 0 0,-1 0-1 0 0,1 1 1 0 0,0-1 0 0 0,0 0-1 0 0,0 0 1 0 0,0 0 0 0 0,0 0 0 0 0,1 0-1 0 0,0 3 1 0 0,10 69 169 0 0,-1-10 202 0 0,23 84 0 0 0,-32-145-366 0 0,0 0 0 0 0,0-1 0 0 0,0 1 0 0 0,0 0 1 0 0,1-1-1 0 0,-1 1 0 0 0,1-1 0 0 0,-1 0 1 0 0,1 1-1 0 0,0-1 0 0 0,0 0 0 0 0,2 2 1 0 0,-3-3-12 0 0,0-1 0 0 0,-1 0 0 0 0,1 1 0 0 0,-1-1 0 0 0,1 0 0 0 0,-1 0 0 0 0,1 1 0 0 0,0-1 0 0 0,-1 0 0 0 0,1 0 0 0 0,-1 0 0 0 0,1 0 0 0 0,0 0 0 0 0,-1 0 0 0 0,1 0 0 0 0,-1 0 0 0 0,1 0 1 0 0,0 0-1 0 0,-1 0 0 0 0,1 0 0 0 0,0-1 0 0 0,0 1 0 0 0,0-1 2 0 0,1 0 0 0 0,-1 0 1 0 0,0 0-1 0 0,1 0 0 0 0,-1 0 1 0 0,0-1-1 0 0,0 1 0 0 0,0 0 1 0 0,0-1-1 0 0,0 1 0 0 0,0 0 1 0 0,0-3-1 0 0,5-9-25 0 0,-1 1 1 0 0,-1-1 0 0 0,0 0-1 0 0,-1 0 1 0 0,0 0-1 0 0,-1-1 1 0 0,0-13-1 0 0,-2-98-464 0 0,-1 102 424 0 0,0-23-96 0 0,-6-270-937 0 0,7 314 1082 0 0,0-1-1 0 0,0 1 1 0 0,0-1 0 0 0,1 0 0 0 0,-1 1 0 0 0,0-1-1 0 0,1 1 1 0 0,0-1 0 0 0,0 1 0 0 0,0-1-1 0 0,0 1 1 0 0,1-3 0 0 0,-1 4 7 0 0,-1 1 0 0 0,0 0-1 0 0,1-1 1 0 0,-1 1 0 0 0,1 0 0 0 0,-1-1-1 0 0,0 1 1 0 0,1 0 0 0 0,-1-1 0 0 0,1 1-1 0 0,-1 0 1 0 0,1 0 0 0 0,-1 0 0 0 0,1 0-1 0 0,-1 0 1 0 0,1-1 0 0 0,-1 1 0 0 0,1 0-1 0 0,-1 0 1 0 0,1 0 0 0 0,-1 0 0 0 0,1 0 0 0 0,0 1-1 0 0,1-1 5 0 0,-1 1 0 0 0,1-1 0 0 0,-1 1-1 0 0,1 0 1 0 0,0 0 0 0 0,-1 0 0 0 0,0-1 0 0 0,1 2 0 0 0,-1-1-1 0 0,2 1 1 0 0,11 13 120 0 0,0 0 0 0 0,12 17 1 0 0,19 22 226 0 0,-36-45-323 0 0,3 3 87 0 0,-1-1 0 0 0,21 14-1 0 0,-28-22-88 0 0,1 0 0 0 0,-1 0 0 0 0,1-1 0 0 0,0 0 0 0 0,-1 0 0 0 0,1 0 0 0 0,0-1 0 0 0,0 0 0 0 0,0 0 0 0 0,1 0 0 0 0,9 0 0 0 0,-14 0-18 0 0,0-1 0 0 0,0 0 0 0 0,1 1 0 0 0,-1-1 0 0 0,0 1 0 0 0,0-1 0 0 0,0 1 1 0 0,0-1-1 0 0,0 1 0 0 0,0 0 0 0 0,0 0 0 0 0,0-1 0 0 0,0 1 0 0 0,0 0 0 0 0,-1 0 0 0 0,1 0 0 0 0,0 0 0 0 0,0 0 0 0 0,-1 0 0 0 0,1 0 0 0 0,-1 0 0 0 0,1 0 0 0 0,-1 1 0 0 0,1-1 0 0 0,-1 0 0 0 0,0 0 0 0 0,0 0 0 0 0,0 1 0 0 0,1-1 0 0 0,-1 0 0 0 0,0 3 0 0 0,-1 40 148 0 0,-3-7 24 0 0,-4 25 183 0 0,3-1 0 0 0,5 121 0 0 0,8-117 67 0 0,30 127 0 0 0,-26-153-240 0 0,1-1 0 0 0,2 0 1 0 0,1-1-1 0 0,31 49 1 0 0,-36-68-114 0 0,0 1 67 0 0,1-2-1 0 0,14 19 1 0 0,-26-36-142 0 0,0 0 1 0 0,1 1 0 0 0,-1-1-1 0 0,0 0 1 0 0,0 1 0 0 0,0-1-1 0 0,1 0 1 0 0,-1 0 0 0 0,0 1 0 0 0,0-1-1 0 0,1 0 1 0 0,-1 0 0 0 0,0 0-1 0 0,0 1 1 0 0,1-1 0 0 0,-1 0-1 0 0,0 0 1 0 0,1 0 0 0 0,-1 0-1 0 0,0 1 1 0 0,1-1 0 0 0,-1 0-1 0 0,0 0 1 0 0,1 0 0 0 0,-1 0-1 0 0,0 0 1 0 0,1 0 0 0 0,-1 0-1 0 0,0 0 1 0 0,1 0 0 0 0,-1 0 0 0 0,1 0-1 0 0,-1 0 1 0 0,1-1 0 0 0,3-11 100 0 0,-5-15 67 0 0,0 24-165 0 0,1 0-1 0 0,-1 0 1 0 0,0 0 0 0 0,0 0 0 0 0,0 0 0 0 0,-1 0 0 0 0,1 0 0 0 0,-1 0 0 0 0,0 1 0 0 0,1-1-1 0 0,-1 1 1 0 0,-1-1 0 0 0,1 1 0 0 0,0-1 0 0 0,-4-1 0 0 0,5 3-2 0 0,0 0 0 0 0,0 0 0 0 0,-1 0 1 0 0,1 0-1 0 0,-1 0 0 0 0,1 0 0 0 0,-1 1 0 0 0,1-1 1 0 0,-1 0-1 0 0,0 1 0 0 0,1 0 0 0 0,-1-1 0 0 0,0 1 0 0 0,1 0 1 0 0,-1 0-1 0 0,0 0 0 0 0,1 0 0 0 0,-1 0 0 0 0,0 0 0 0 0,1 0 1 0 0,-1 1-1 0 0,0-1 0 0 0,1 1 0 0 0,-1-1 0 0 0,1 1 1 0 0,-1 0-1 0 0,1-1 0 0 0,-1 1 0 0 0,1 0 0 0 0,-2 1 0 0 0,-3 3 12 0 0,1 0-1 0 0,0 1 1 0 0,0-1-1 0 0,0 1 1 0 0,1 0 0 0 0,-1 0-1 0 0,-3 9 1 0 0,-22 51 134 0 0,22-49-122 0 0,-124 325 539 0 0,106-272-458 0 0,20-53-69 0 0,-5 10 26 0 0,1 1 0 0 0,2 0 0 0 0,-6 33 1 0 0,15-53-50 0 0,4-14 18 0 0,4-14 22 0 0,30-119-1074 0 0,24-152 1 0 0,-54 241 735 0 0,-2 13 29 0 0,-1 0 0 0 0,1-44-1 0 0,-10 66 184 0 0,3 15 70 0 0,0 0 0 0 0,0 0 0 0 0,0 0-1 0 0,-1 0 1 0 0,1 0 0 0 0,0 0-1 0 0,0 0 1 0 0,0 0 0 0 0,0 0-1 0 0,0 0 1 0 0,-1 0 0 0 0,1 0-1 0 0,0 0 1 0 0,0 0 0 0 0,0 0-1 0 0,0 0 1 0 0,-1 0 0 0 0,1 0-1 0 0,0 0 1 0 0,0 0 0 0 0,0 0-1 0 0,0 0 1 0 0,0 0 0 0 0,-1 0-1 0 0,1 0 1 0 0,0 0 0 0 0,0 0-1 0 0,0 0 1 0 0,0 1 0 0 0,0-1-1 0 0,0 0 1 0 0,-1 0 0 0 0,1 0-1 0 0,0 0 1 0 0,0 0 0 0 0,0 0-1 0 0,0 1 1 0 0,0-1 0 0 0,0 0 0 0 0,0 0-1 0 0,0 0 1 0 0,-12 26-94 0 0,-55 225 703 0 0,7-23-83 0 0,-151 348 841 0 0,303-832-2277 0 0,-86 241 801 0 0,-2 7 63 0 0,-1-1 1 0 0,0 1-1 0 0,0-1 0 0 0,-1 0 1 0 0,0 0-1 0 0,1-9 0 0 0,-3 18 48 0 0,0 0 0 0 0,0-1-1 0 0,0 1 1 0 0,0-1-1 0 0,0 1 1 0 0,0-1 0 0 0,0 1-1 0 0,0 0 1 0 0,0-1-1 0 0,0 1 1 0 0,0-1 0 0 0,0 1-1 0 0,0 0 1 0 0,0-1-1 0 0,0 1 1 0 0,0-1-1 0 0,0 1 1 0 0,0 0 0 0 0,0-1-1 0 0,-1 1 1 0 0,1-1-1 0 0,0 1 1 0 0,0 0 0 0 0,0-1-1 0 0,-1 1 1 0 0,1 0-1 0 0,0-1 1 0 0,0 1 0 0 0,-1 0-1 0 0,1 0 1 0 0,0-1-1 0 0,-1 1 1 0 0,1 0 0 0 0,0 0-1 0 0,-1 0 1 0 0,1-1-1 0 0,-1 1 1 0 0,1 0 0 0 0,0 0-1 0 0,-1 0 1 0 0,1 0-1 0 0,-1 0 1 0 0,1 0 0 0 0,0 0-1 0 0,-1 0 1 0 0,1 0-1 0 0,-1 0 1 0 0,1 0 0 0 0,-1 0-1 0 0,1 0 1 0 0,0 0-1 0 0,-1 0 1 0 0,1 0 0 0 0,-1 0-1 0 0,1 0 1 0 0,0 1-1 0 0,-1-1 1 0 0,1 0 0 0 0,0 0-1 0 0,-1 0 1 0 0,1 1-1 0 0,0-1 1 0 0,-1 1 0 0 0,-22 20-63 0 0,-18 31 254 0 0,2 3-1 0 0,-44 83 0 0 0,38-61-31 0 0,23-40-75 0 0,-68 121 290 0 0,89-156-372 0 0,-2 4 15 0 0,0 0 1 0 0,0 0-1 0 0,0 1 0 0 0,1 0 0 0 0,0-1 0 0 0,-2 14 0 0 0,3-20-15 0 0,1 0-1 0 0,0 0 1 0 0,0 0-1 0 0,0 1 1 0 0,0-1-1 0 0,0 0 0 0 0,0 0 1 0 0,0 0-1 0 0,0 0 1 0 0,0 0-1 0 0,1 1 1 0 0,-1-1-1 0 0,0 0 1 0 0,0 0-1 0 0,0 0 1 0 0,0 0-1 0 0,0 0 1 0 0,0 1-1 0 0,0-1 1 0 0,0 0-1 0 0,0 0 1 0 0,0 0-1 0 0,0 0 1 0 0,0 0-1 0 0,1 0 1 0 0,-1 0-1 0 0,0 1 1 0 0,0-1-1 0 0,0 0 1 0 0,0 0-1 0 0,0 0 1 0 0,0 0-1 0 0,1 0 1 0 0,-1 0-1 0 0,0 0 1 0 0,0 0-1 0 0,0 0 1 0 0,0 0-1 0 0,1 0 1 0 0,-1 0-1 0 0,0 0 1 0 0,0 0-1 0 0,0 0 1 0 0,0 0-1 0 0,0 0 1 0 0,1 0-1 0 0,9-5 36 0 0,11-13 22 0 0,-19 16-55 0 0,41-44-58 0 0,-53 60 124 0 0,0 1 0 0 0,-13 24-1 0 0,14-24-29 0 0,-48 80 249 0 0,-99 125 0 0 0,152-214-276 0 0,-15 17 50 0 0,16-21-32 0 0,11-15-9 0 0,161-223-1375 0 0,-139 196 1130 0 0,-17 15 66 0 0,-14 19 157 0 0,-11 14-34 0 0,-34 38 141 0 0,-72 93 0 0 0,35-38 151 0 0,39-49-138 0 0,12-13 40 0 0,-47 43 0 0 0,124-127-74 0 0,-20 18-19 0 0,31-25 1 0 0,-15 20-434 0 0,45-47-1 0 0,-80 69 235 0 0,-14 12 138 0 0,-15 10 76 0 0,-296 219 608 0 0,210-175-503 0 0,102-54-148 0 0,9-7-10 0 0,9-9 0 0 0,63-56 204 0 0,19-19 49 0 0,-89 81-218 0 0,-10 9-36 0 0,-12 8-11 0 0,-138 81 335 0 0,151-88-260 0 0,12-7-43 0 0,17-8-29 0 0,-18 11 18 0 0,-5 1-35 0 0,0 0 0 0 0,0 0 0 0 0,0 1 0 0 0,0-1 0 0 0,0 1 0 0 0,1-1 0 0 0,-1 1 0 0 0,0 0 0 0 0,0-1 0 0 0,1 1 0 0 0,-1 0 0 0 0,0 0 0 0 0,0 0 0 0 0,1 0 0 0 0,-1 0 0 0 0,0 0 0 0 0,1 0 0 0 0,-1 0 0 0 0,0 0 0 0 0,3 1 0 0 0,-24 22 61 0 0,9-15-3 0 0,9-7-58 0 0,1 0 0 0 0,-1 0 0 0 0,0 0 0 0 0,1 0 0 0 0,-1 1 0 0 0,1-1 0 0 0,0 0 0 0 0,-1 1-1 0 0,1-1 1 0 0,0 1 0 0 0,0-1 0 0 0,0 1 0 0 0,-1 1 0 0 0,1-2 2 0 0,1 0-1 0 0,0 0 1 0 0,0-1 0 0 0,-1 1 0 0 0,1 0-1 0 0,0 0 1 0 0,-1-1 0 0 0,1 1 0 0 0,-1 0-1 0 0,1-1 1 0 0,-1 1 0 0 0,1-1 0 0 0,-1 1-1 0 0,1-1 1 0 0,-1 1 0 0 0,1-1 0 0 0,-1 1-1 0 0,0-1 1 0 0,0 1 0 0 0,-9 7 15 0 0,-25 23 76 0 0,31-27-90 0 0,3-3-3 0 0,0 0-1 0 0,1-1 1 0 0,-1 1 0 0 0,0 0 0 0 0,0-1 0 0 0,0 1 0 0 0,1-1 0 0 0,-1 1 0 0 0,0-1 0 0 0,0 1 0 0 0,0-1 0 0 0,0 1 0 0 0,0-1 0 0 0,0 0 0 0 0,0 0 0 0 0,0 1 0 0 0,0-1 0 0 0,0 0 0 0 0,0 0-1 0 0,0 0 1 0 0,-1 0 0 0 0,-6 1 17 0 0,0 0 0 0 0,1 1 0 0 0,-1 1 0 0 0,1-1 0 0 0,0 1 0 0 0,0 0 0 0 0,0 1 0 0 0,0 0 0 0 0,1 0 0 0 0,-10 7 0 0 0,-5 2 9 0 0,1 1 64 0 0,1 0-1 0 0,-33 31 1 0 0,31-26-63 0 0,7-5-11 0 0,6-7 8 0 0,1 0 0 0 0,-1 0-1 0 0,-1-1 1 0 0,1 1 0 0 0,-12 4 0 0 0,-6 0 18 0 0,20-9-30 0 0,0 1 0 0 0,1-1 0 0 0,0 1 1 0 0,-1 0-1 0 0,1 0 0 0 0,0 0 0 0 0,-5 6 1 0 0,-6 3 49 0 0,0-1 0 0 0,0 0 0 0 0,-23 11 0 0 0,0-1 3 0 0,-44 28 170 0 0,76-44-222 0 0,1-2 1 0 0,-1 1 0 0 0,0-1 0 0 0,0 0-1 0 0,-1 0 1 0 0,1 0 0 0 0,-1-1 0 0 0,1-1 0 0 0,-1 1-1 0 0,1-1 1 0 0,-13 0 0 0 0,12 0 2 0 0,0 1 0 0 0,0 0 0 0 0,0 0 0 0 0,0 0 0 0 0,1 1 0 0 0,-1 1 0 0 0,1-1 0 0 0,0 1 0 0 0,-12 8 0 0 0,-20 10 58 0 0,20-14-15 0 0,1 0-1 0 0,-27 6 1 0 0,40-13-60 0 0,0-1 0 0 0,0 0 0 0 0,0 0 0 0 0,1 0 0 0 0,-1 0 0 0 0,0-1 0 0 0,0 0 0 0 0,0 0 0 0 0,1 0 0 0 0,-1-1 0 0 0,0 0 0 0 0,1 0 0 0 0,-7-3 0 0 0,-1-2 0 0 0,1 0 0 0 0,0 0-1 0 0,-18-17 1 0 0,22 18-42 0 0,1-1 1 0 0,1 0-1 0 0,-1 0 0 0 0,1 0 1 0 0,0-1-1 0 0,1 0 0 0 0,0 0 1 0 0,0 0-1 0 0,-4-14 0 0 0,2 3-71 0 0,1-1-1 0 0,1 0 0 0 0,-2-23 1 0 0,-6-108-955 0 0,9 50 514 0 0,15-81-580 0 0,-2 62 374 0 0,-3 57 417 0 0,8-42-367 0 0,-12 78 407 0 0,12-38 1 0 0,-8 38-16 0 0,5-34 0 0 0,-8 35 93 0 0,2 0-1 0 0,0 0 0 0 0,12-26 0 0 0,-1 0-185 0 0,6-1 27 0 0,1-14-431 0 0,3 0-1 0 0,66-118 1 0 0,-47 90 553 0 0,-28 55 127 0 0,27-42 0 0 0,71-101-166 0 0,60-46 494 0 0,-148 195-347 0 0,43-41 87 0 0,-13 14 502 0 0,-31 34-272 0 0,42-33 0 0 0,-19 16-379 0 0,183-142 1312 0 0,-157 128-638 0 0,-51 40-369 0 0,-16 13-19 0 0,-1-2 1 0 0,1 1-1 0 0,10-12 0 0 0,-14 14-22 0 0,0-1 1 0 0,0 1-1 0 0,1 0 0 0 0,-1 0 1 0 0,1 1-1 0 0,9-4 0 0 0,-7 3 6 0 0,-1 0-1 0 0,0 0 0 0 0,13-10 1 0 0,10-13 47 0 0,2 1 1 0 0,0 2-1 0 0,1 1 0 0 0,2 2 1 0 0,0 1-1 0 0,48-19 0 0 0,78-36 626 0 0,-5-12-92 0 0,-309 172 0 0 0,2 15-36 0 0,-11 6-13 0 0,67-48-249 0 0,-43 43 315 0 0,62-35-359 0 0,-25 20 138 0 0,-127 76 507 0 0,163-117-492 0 0,-74 67-1 0 0,28-18-46 0 0,-66 64 351 0 0,157-136-751 0 0,2 0 0 0 0,-22 34 0 0 0,-38 55 0 0 0,-21 35 0 0 0,76-112 0 0 0,13-19 0 0 0,1 0 0 0 0,-9 18 0 0 0,10-12 0 0 0,22-48-214 0 0,13-45 1 0 0,8-17-218 0 0,3 14-468 0 0,2 1 0 0 0,94-129 0 0 0,-105 166 660 0 0,181-223-1890 0 0,-50 89 664 0 0,-118 131 843 0 0,94-69 0 0 0,141-68 856 0 0,-217 141-239 0 0,5-6-190 0 0,-22 14 347 0 0,0 2-1 0 0,2 1 1 0 0,68-26-1 0 0,-104 48-119 0 0,1 1-1 0 0,0 0 1 0 0,0 0-1 0 0,-1 1 0 0 0,1 0 1 0 0,0 1-1 0 0,0 0 1 0 0,13 2-1 0 0,-19-1-18 0 0,0-1 0 0 0,0 1 0 0 0,0-1 0 0 0,-1 1 0 0 0,1 0 0 0 0,0 1 0 0 0,-1-1 0 0 0,1 0 0 0 0,-1 1 0 0 0,1 0 0 0 0,-1 0 0 0 0,0 0 0 0 0,0 0 0 0 0,0 1 0 0 0,0-1 0 0 0,0 1 0 0 0,0 0 0 0 0,-1 0 0 0 0,1 0 0 0 0,-1 0 0 0 0,0 0 0 0 0,0 0 0 0 0,0 0 0 0 0,1 5 0 0 0,-2-1 13 0 0,0 1 0 0 0,0 0-1 0 0,-1 0 1 0 0,0 0 0 0 0,-1 0-1 0 0,0 0 1 0 0,0 0 0 0 0,0-1-1 0 0,-1 1 1 0 0,-1 0 0 0 0,-3 9-1 0 0,-7 30 174 0 0,10-29-136 0 0,-4 22 113 0 0,1-1 0 0 0,1 1 0 0 0,3 74 0 0 0,5-89-82 0 0,6 29 0 0 0,-9-53-92 0 0,0-1-1 0 0,0 1 1 0 0,0-1-1 0 0,1 1 1 0 0,-1-1-1 0 0,0 1 0 0 0,0-1 1 0 0,0 0-1 0 0,0 1 1 0 0,0-1-1 0 0,0 1 1 0 0,1-1-1 0 0,-1 1 1 0 0,0-1-1 0 0,0 0 0 0 0,1 1 1 0 0,-1-1-1 0 0,0 0 1 0 0,1 1-1 0 0,-1-1 1 0 0,0 0-1 0 0,1 1 0 0 0,-1-1 1 0 0,0 0-1 0 0,1 0 1 0 0,-1 1-1 0 0,1-1 1 0 0,-1 0-1 0 0,1 0 1 0 0,-1 0-1 0 0,1 1 0 0 0,12-10 105 0 0,5-19 90 0 0,80-178-1056 0 0,-42 79 124 0 0,-53 121 711 0 0,0 0 0 0 0,0 1 0 0 0,0 0 0 0 0,1 0 0 0 0,0 0 0 0 0,4-5 0 0 0,-4 10-65 0 0,-2 7 93 0 0,-1 13 74 0 0,-1-16-85 0 0,2 60 231 0 0,2-1 0 0 0,18 81-1 0 0,40 124 516 0 0,-18-85-271 0 0,-37-152-380 0 0,-2-4 18 0 0,1-1 1 0 0,1 1-1 0 0,2-1 1 0 0,16 37-1 0 0,-24-62-102 0 0,-1 0-1 0 0,1 0 1 0 0,-1 0 0 0 0,1 0 0 0 0,-1 0 0 0 0,1 0-1 0 0,0 0 1 0 0,0 0 0 0 0,-1 0 0 0 0,1 0-1 0 0,0 0 1 0 0,0-1 0 0 0,0 1 0 0 0,0 0 0 0 0,0 0-1 0 0,0-1 1 0 0,0 1 0 0 0,0-1 0 0 0,0 1-1 0 0,0-1 1 0 0,2 1 0 0 0,-2-1 0 0 0,0 0 0 0 0,-1-1 0 0 0,1 1 1 0 0,0 0-1 0 0,0-1 0 0 0,0 1 0 0 0,-1-1 0 0 0,1 1 0 0 0,0-1 0 0 0,0 1 1 0 0,-1-1-1 0 0,1 1 0 0 0,0-1 0 0 0,-1 0 0 0 0,1 1 0 0 0,-1-1 0 0 0,1 0 0 0 0,-1 1 1 0 0,1-1-1 0 0,-1 0 0 0 0,1-1 0 0 0,3-7 31 0 0,0 0 1 0 0,-1-1-1 0 0,4-16 0 0 0,-7 24-26 0 0,79-303-1439 0 0,-77 295 1351 0 0,0 6 48 0 0,0-1 1 0 0,-1 0-1 0 0,0 0 0 0 0,0 1 1 0 0,-1-1-1 0 0,1 0 1 0 0,-1 0-1 0 0,0 0 0 0 0,0 0 1 0 0,-1-6-1 0 0,1 11 30 0 0,0 0 0 0 0,0 0-1 0 0,-1-1 1 0 0,1 1 0 0 0,0 0-1 0 0,0 0 1 0 0,0 0 0 0 0,0 0-1 0 0,0-1 1 0 0,0 1 0 0 0,-1 0 0 0 0,1 0-1 0 0,0 0 1 0 0,0 0 0 0 0,0 0-1 0 0,0 0 1 0 0,-1 0 0 0 0,1-1-1 0 0,0 1 1 0 0,0 0 0 0 0,0 0-1 0 0,-1 0 1 0 0,1 0 0 0 0,0 0 0 0 0,0 0-1 0 0,0 0 1 0 0,0 0 0 0 0,-1 0-1 0 0,1 0 1 0 0,0 0 0 0 0,0 0-1 0 0,0 0 1 0 0,-1 0 0 0 0,1 0 0 0 0,0 0-1 0 0,0 1 1 0 0,0-1 0 0 0,-1 0-1 0 0,1 0 1 0 0,0 0 0 0 0,0 0-1 0 0,0 0 1 0 0,0 0 0 0 0,-1 0-1 0 0,1 1 1 0 0,0-1 0 0 0,0 0 0 0 0,-9 9-5 0 0,8-7 22 0 0,-16 20 70 0 0,2 0 0 0 0,1 1 0 0 0,0 1-1 0 0,-18 48 1 0 0,9-23 52 0 0,-217 435 1034 0 0,-41-20 21 0 0,279-462-1184 0 0,-5 9 31 0 0,0-1-1 0 0,-1 0 0 0 0,0-1 1 0 0,0 0-1 0 0,-15 12 0 0 0,23-21-35 0 0,-1 1 0 0 0,1-1-1 0 0,-1 1 1 0 0,1-1 0 0 0,0 0-1 0 0,-1 1 1 0 0,1-1 0 0 0,-1 0-1 0 0,0 1 1 0 0,1-1 0 0 0,-1 0 0 0 0,1 0-1 0 0,-1 1 1 0 0,1-1 0 0 0,-1 0-1 0 0,0 0 1 0 0,1 0 0 0 0,-1 0-1 0 0,1 0 1 0 0,-1 0 0 0 0,0 0-1 0 0,1 0 1 0 0,-1 0 0 0 0,1 0 0 0 0,-1 0-1 0 0,0 0 1 0 0,1-1 0 0 0,-1 1-1 0 0,1 0 1 0 0,-1-1 0 0 0,0 0 1 0 0,0 0 1 0 0,0 0 0 0 0,1 0 0 0 0,-1 0 0 0 0,1 0-1 0 0,-1 0 1 0 0,1 0 0 0 0,0 0 0 0 0,-1 0 0 0 0,1 0-1 0 0,0-1 1 0 0,0 1 0 0 0,-1 0 0 0 0,1-2 0 0 0,4-47-79 0 0,-3 48 48 0 0,12-72-674 0 0,39-121 1 0 0,42-66-645 0 0,-73 209 1023 0 0,31-91-474 0 0,-49 125 709 0 0,-3 17 84 0 0,0 1-1 0 0,0 0 0 0 0,0 0 1 0 0,0 0-1 0 0,0 0 1 0 0,0 0-1 0 0,0 0 0 0 0,0 0 1 0 0,0-1-1 0 0,0 1 0 0 0,0 0 1 0 0,0 0-1 0 0,-1 0 0 0 0,1 0 1 0 0,0 0-1 0 0,0 0 1 0 0,0 0-1 0 0,0 0 0 0 0,0 0 1 0 0,0 0-1 0 0,0-1 0 0 0,0 1 1 0 0,0 0-1 0 0,0 0 0 0 0,-1 0 1 0 0,1 0-1 0 0,0 0 1 0 0,0 0-1 0 0,0 0 0 0 0,0 0 1 0 0,0 0-1 0 0,0 0 0 0 0,0 0 1 0 0,-1 0-1 0 0,1 0 0 0 0,0 0 1 0 0,0 0-1 0 0,0 0 1 0 0,0 0-1 0 0,0 0 0 0 0,0 0 1 0 0,0 0-1 0 0,-1 0 0 0 0,1 0 1 0 0,0 0-1 0 0,0 0 0 0 0,0 0 1 0 0,0 0-1 0 0,0 1 1 0 0,0-1-1 0 0,0 0 0 0 0,0 0 1 0 0,0 0-1 0 0,0 0 0 0 0,-1 0 1 0 0,1 0-1 0 0,0 0 0 0 0,0 0 1 0 0,-20 26-3 0 0,-101 176 640 0 0,74-117-408 0 0,-439 676 2044 0 0,439-702-2060 0 0,28-36-87 0 0,0 0 1 0 0,-18 33-1 0 0,105-132-91 0 0,-33 34-304 0 0,80-91-594 0 0,-93 110 637 0 0,2 1 1 0 0,0 0-1 0 0,38-24 1 0 0,-56 42 236 0 0,0 1 0 0 0,0 0 0 0 0,0 0 1 0 0,10-3-1 0 0,-16 6-8 0 0,1-1 0 0 0,0 1 0 0 0,0 0-1 0 0,-1-1 1 0 0,1 1 0 0 0,0 0 0 0 0,0 0 0 0 0,0 0 0 0 0,-1-1 0 0 0,1 1 0 0 0,0 0 0 0 0,0 0 0 0 0,0 0 0 0 0,0 1-1 0 0,-1-1 1 0 0,1 0 0 0 0,0 0 0 0 0,0 0 0 0 0,0 0 0 0 0,-1 1 0 0 0,1-1 0 0 0,0 0 0 0 0,0 1 0 0 0,-1-1 0 0 0,1 1-1 0 0,0-1 1 0 0,-1 1 0 0 0,1-1 0 0 0,0 1 0 0 0,-1-1 0 0 0,1 1 0 0 0,-1 0 0 0 0,1-1 0 0 0,-1 1 0 0 0,1 0 0 0 0,-1-1-1 0 0,0 1 1 0 0,1 0 0 0 0,-1 0 0 0 0,0 0 0 0 0,1-1 0 0 0,-1 1 0 0 0,0 0 0 0 0,0 0 0 0 0,0 0 0 0 0,0-1 0 0 0,0 1-1 0 0,0 0 1 0 0,0 1 0 0 0,-1 9 31 0 0,0-1 0 0 0,0 0-1 0 0,-1 1 1 0 0,-1-1-1 0 0,0 0 1 0 0,-7 17 0 0 0,-32 59 134 0 0,29-61-111 0 0,-19 36 147 0 0,-2-1 0 0 0,-45 59 0 0 0,70-109-182 0 0,32-56 131 0 0,133-165-1351 0 0,-98 137 746 0 0,198-241-1311 0 0,-187 234 1256 0 0,90-103-647 0 0,-139 166 1124 0 0,-43 42 83 0 0,2 1-1 0 0,-31 47 0 0 0,17-23 131 0 0,14-21-64 0 0,-442 565 2389 0 0,326-428-1800 0 0,-70 76 322 0 0,141-173-670 0 0,57-59-304 0 0,-2-1 0 0 0,1 0 0 0 0,-1 0 0 0 0,0-1 0 0 0,-13 6 0 0 0,-3-2 13 0 0,19-8-15 0 0,0 0 0 0 0,1 0-1 0 0,-1 1 1 0 0,1 0 0 0 0,-1 0 0 0 0,1 1 0 0 0,1 0-1 0 0,-1 0 1 0 0,-9 11 0 0 0,-2 4 152 0 0,-35 31-1 0 0,47-46-175 0 0,0 0 1 0 0,0 0-1 0 0,0-1 0 0 0,-1 0 1 0 0,1-1-1 0 0,-1 1 0 0 0,0-1 0 0 0,0 0 1 0 0,0-1-1 0 0,-1 0 0 0 0,-7 2 0 0 0,11-4-8 0 0,1 0 0 0 0,0 0-1 0 0,0 0 1 0 0,-1 0 0 0 0,1-1-1 0 0,0 1 1 0 0,0-1 0 0 0,0 0-1 0 0,0 0 1 0 0,0 0 0 0 0,0 0-1 0 0,0 0 1 0 0,0-1 0 0 0,0 1-1 0 0,0-1 1 0 0,-3-2 0 0 0,2 0-21 0 0,0 0 1 0 0,0 0-1 0 0,1 0 1 0 0,-1-1 0 0 0,1 1-1 0 0,0-1 1 0 0,0 0 0 0 0,-4-8-1 0 0,0-5-132 0 0,1-1 0 0 0,1 1 0 0 0,0-1 0 0 0,-2-26 0 0 0,-11-45-348 0 0,11 61 273 0 0,2-1-1 0 0,0 1 1 0 0,0-35-1 0 0,7-6-434 0 0,16-113 0 0 0,-15 153 353 0 0,-3 30 287 0 0,0 0 0 0 0,0 0 0 0 0,0 0 0 0 0,0 0 0 0 0,1 0 0 0 0,-1 0 0 0 0,0 0-1 0 0,0 0 1 0 0,0-1 0 0 0,0 1 0 0 0,0 0 0 0 0,0 0 0 0 0,0 0 0 0 0,0 0 0 0 0,0 0 0 0 0,0 0 0 0 0,0 0 0 0 0,0 0 0 0 0,0 0 0 0 0,0 0-1 0 0,0-1 1 0 0,0 1 0 0 0,0 0 0 0 0,0 0 0 0 0,0 0 0 0 0,0 0 0 0 0,0 0 0 0 0,0 0 0 0 0,0 0 0 0 0,0 0 0 0 0,0 0 0 0 0,-1 0-1 0 0,1-1 1 0 0,0 1 0 0 0,0 0 0 0 0,0 0 0 0 0,0 0 0 0 0,0 0 0 0 0,0 0 0 0 0,0 0 0 0 0,0 0 0 0 0,0 0 0 0 0,0 0 0 0 0,0 0 0 0 0,0 0-1 0 0,0 0 1 0 0,-1 0 0 0 0,1 0 0 0 0,0 0 0 0 0,0 0 0 0 0,0 0 0 0 0,0 0 0 0 0,0 0 0 0 0,0 0 0 0 0,0 0 0 0 0,0 0 0 0 0,0 0 0 0 0,-1 0-1 0 0,1 0 1 0 0,0 0 0 0 0,0 0 0 0 0,0 0 0 0 0,0 0 0 0 0,0 0 0 0 0,0 0 0 0 0,-8 15-55 0 0,-87 274 725 0 0,68-196-461 0 0,-47 125 340 0 0,89-344-683 0 0,12-36-662 0 0,45-238-1037 0 0,-43 264 1275 0 0,37-151-776 0 0,-46 215 661 0 0,57-132-1 0 0,-75 199 650 0 0,29-54-287 0 0,-28 54 283 0 0,0 0 0 0 0,0 0 1 0 0,1 1-1 0 0,0 0 0 0 0,-1 0 1 0 0,1 0-1 0 0,1 0 1 0 0,-1 0-1 0 0,7-4 0 0 0,-9 8 34 0 0,-1 0 0 0 0,1-1 0 0 0,-1 1 0 0 0,1 0 0 0 0,-1 0-1 0 0,0 0 1 0 0,1 0 0 0 0,-1 0 0 0 0,1 1 0 0 0,-1-1 0 0 0,0 0 0 0 0,1 1 0 0 0,-1-1-1 0 0,0 1 1 0 0,1-1 0 0 0,-1 1 0 0 0,0 0 0 0 0,1-1 0 0 0,-1 1 0 0 0,0 0 0 0 0,0 0-1 0 0,0 0 1 0 0,0 0 0 0 0,0 0 0 0 0,0 0 0 0 0,0 0 0 0 0,0 0 0 0 0,0 0 0 0 0,0 3-1 0 0,4 2 31 0 0,-1 0-1 0 0,0 0 0 0 0,-1 0 0 0 0,5 11 0 0 0,-5-7 22 0 0,0 0 1 0 0,-1 0-1 0 0,-1 1 0 0 0,0-1 1 0 0,0 0-1 0 0,-1 0 1 0 0,0 1-1 0 0,-1-1 0 0 0,0 0 1 0 0,-5 19-1 0 0,-3 8 221 0 0,-23 53-1 0 0,31-86-256 0 0,-60 143 647 0 0,46-116-466 0 0,-1-1 1 0 0,-31 44-1 0 0,41-64-110 0 0,-4 4-40 0 0,8-15-41 0 0,5-9 4 0 0,17-40-112 0 0,3 0 0 0 0,40-66 0 0 0,-32 62-65 0 0,77-134-871 0 0,134-175 1 0 0,-164 261 502 0 0,4 3 1 0 0,5 5-1 0 0,107-92 1 0 0,-192 184 527 0 0,10-9-66 0 0,1 0 0 0 0,1 0-1 0 0,0 1 1 0 0,0 1 0 0 0,1 0 0 0 0,24-10-1 0 0,-39 19 74 0 0,1-1-1 0 0,-1 1 0 0 0,1 0 0 0 0,-1 0 0 0 0,1 0 0 0 0,-1 0 0 0 0,1 0 0 0 0,-1 0 0 0 0,1-1 1 0 0,-1 1-1 0 0,1 0 0 0 0,-1 0 0 0 0,1 0 0 0 0,-1 1 0 0 0,1-1 0 0 0,-1 0 0 0 0,1 0 0 0 0,-1 0 1 0 0,1 0-1 0 0,-1 0 0 0 0,1 1 0 0 0,-1-1 0 0 0,0 0 0 0 0,1 0 0 0 0,-1 1 0 0 0,1-1 0 0 0,-1 0 1 0 0,1 1-1 0 0,-1-1 0 0 0,2 16 76 0 0,-14 16 68 0 0,-10 9 240 0 0,-2-1-1 0 0,-55 68 1 0 0,77-105-369 0 0,-95 122 1304 0 0,-163 162-1 0 0,206-236-892 0 0,71-82-262 0 0,51-77-146 0 0,-19 27-347 0 0,44-72-233 0 0,-90 148 530 0 0,-2 3 25 0 0,1 0 0 0 0,-1-1 1 0 0,1 1-1 0 0,-1 0 0 0 0,0-1 0 0 0,0 1 1 0 0,-1-1-1 0 0,1 1 0 0 0,0-1 0 0 0,-1 1 1 0 0,1-1-1 0 0,-1 0 0 0 0,0-2 1 0 0,0 5 2 0 0,0 0 0 0 0,0-1 1 0 0,0 1-1 0 0,0 0 1 0 0,0 0-1 0 0,-1-1 1 0 0,1 1-1 0 0,0 0 0 0 0,0 0 1 0 0,0-1-1 0 0,0 1 1 0 0,-1 0-1 0 0,1 0 1 0 0,0 0-1 0 0,0-1 0 0 0,0 1 1 0 0,-1 0-1 0 0,1 0 1 0 0,0 0-1 0 0,0 0 1 0 0,-1 0-1 0 0,1 0 0 0 0,0-1 1 0 0,0 1-1 0 0,-1 0 1 0 0,1 0-1 0 0,0 0 1 0 0,0 0-1 0 0,-1 0 1 0 0,1 0-1 0 0,0 0 0 0 0,0 0 1 0 0,-1 0-1 0 0,-12 4-68 0 0,-12 10 48 0 0,24-13 27 0 0,-37 28 218 0 0,2 1 0 0 0,1 3 0 0 0,-38 43 0 0 0,70-73-205 0 0,-79 87 733 0 0,-103 146 0 0 0,151-185-446 0 0,2 1 1 0 0,3 2-1 0 0,1 1 1 0 0,-36 109 0 0 0,59-148-240 0 0,-12 36 198 0 0,2 0 0 0 0,2 1 0 0 0,-8 84 0 0 0,21-131-227 0 0,0 1 1 0 0,0-1-1 0 0,1 1 1 0 0,-1-1 0 0 0,4 12-1 0 0,-3-17-31 0 0,-1 0-1 0 0,0 0 1 0 0,1 0 0 0 0,-1 0-1 0 0,0 0 1 0 0,1-1-1 0 0,-1 1 1 0 0,1 0 0 0 0,0 0-1 0 0,-1 0 1 0 0,1-1-1 0 0,0 1 1 0 0,-1 0 0 0 0,1 0-1 0 0,0-1 1 0 0,0 1-1 0 0,-1-1 1 0 0,3 2 0 0 0,-2-2-4 0 0,0 0 0 0 0,0 0 0 0 0,0 0 0 0 0,0 0 0 0 0,0 0 0 0 0,0-1 0 0 0,0 1 0 0 0,0 0 0 0 0,0 0 0 0 0,0-1 1 0 0,0 1-1 0 0,0 0 0 0 0,0-1 0 0 0,0 1 0 0 0,0-1 0 0 0,0 1 0 0 0,0-1 0 0 0,0 0 0 0 0,0 1 0 0 0,-1-1 0 0 0,2-1 0 0 0,16-18-34 0 0,-1 0 0 0 0,-1 0 0 0 0,-1-1 0 0 0,-1-1 0 0 0,17-37 0 0 0,-5 12-218 0 0,171-324-1618 0 0,-5 8 49 0 0,30 19 38 0 0,-194 307 1460 0 0,1 2 0 0 0,40-37 0 0 0,-56 60 343 0 0,0 1 0 0 0,1 0 0 0 0,0 1 0 0 0,0 1 0 0 0,1 0 0 0 0,1 1 0 0 0,-1 0 0 0 0,34-10 0 0 0,-44 17 8 0 0,1 0 1 0 0,0 0-1 0 0,0 0 1 0 0,0 1-1 0 0,0-1 1 0 0,0 1-1 0 0,0 1 1 0 0,9 1 0 0 0,-14-2-30 0 0,-1 1 1 0 0,1-1-1 0 0,-1 0 1 0 0,0 1-1 0 0,1-1 1 0 0,-1 0-1 0 0,0 1 1 0 0,1-1-1 0 0,-1 1 1 0 0,0-1 0 0 0,0 0-1 0 0,0 1 1 0 0,1-1-1 0 0,-1 1 1 0 0,0-1-1 0 0,0 1 1 0 0,0-1-1 0 0,0 1 1 0 0,0-1 0 0 0,0 1-1 0 0,0-1 1 0 0,0 1-1 0 0,0-1 1 0 0,0 1-1 0 0,0-1 1 0 0,0 1-1 0 0,0-1 1 0 0,0 1-1 0 0,0-1 1 0 0,-1 1 0 0 0,1-1-1 0 0,0 1 1 0 0,0-1-1 0 0,0 0 1 0 0,-1 1-1 0 0,1-1 1 0 0,0 1-1 0 0,-1-1 1 0 0,1 0 0 0 0,-1 1-1 0 0,-15 19 157 0 0,14-17-112 0 0,-20 19 164 0 0,0-1 0 0 0,-51 36-1 0 0,24-20 12 0 0,-390 280 2067 0 0,240-196-1311 0 0,197-120-968 0 0,1 0-1 0 0,-1-1 1 0 0,0 1-1 0 0,1 0 1 0 0,-1-1-1 0 0,0 1 0 0 0,1-1 1 0 0,-1 1-1 0 0,0-1 1 0 0,1 0-1 0 0,-1 0 1 0 0,-3 1-1 0 0,5-2-6 0 0,0 1-1 0 0,-1 0 0 0 0,1 0 0 0 0,0 0 1 0 0,0 0-1 0 0,0 0 0 0 0,0 0 0 0 0,-1 0 1 0 0,1 0-1 0 0,0 0 0 0 0,0-1 1 0 0,0 1-1 0 0,0 0 0 0 0,0 0 0 0 0,-1 0 1 0 0,1 0-1 0 0,0-1 0 0 0,0 1 1 0 0,0 0-1 0 0,0 0 0 0 0,0 0 0 0 0,0 0 1 0 0,0-1-1 0 0,0 1 0 0 0,0 0 0 0 0,0 0 1 0 0,0 0-1 0 0,0-1 0 0 0,0 1 1 0 0,0 0-1 0 0,0 0 0 0 0,0 0 0 0 0,0-1 1 0 0,0 1-1 0 0,7-13 98 0 0,-2 5-84 0 0,-4 5 7 0 0,0 1 0 0 0,1 0 0 0 0,-1 0 0 0 0,1 0 0 0 0,0 0 0 0 0,-1 0 0 0 0,1 1 0 0 0,0-1 0 0 0,0 0 0 0 0,2-1 0 0 0,-4 3-19 0 0,0 0 0 0 0,1 0 1 0 0,-1 0-1 0 0,0 0 0 0 0,0 0 0 0 0,0 0 1 0 0,0 0-1 0 0,0 0 0 0 0,0 0 0 0 0,0 0 0 0 0,0 0 1 0 0,1 0-1 0 0,-1 0 0 0 0,0 0 0 0 0,0 0 0 0 0,0 0 1 0 0,0 0-1 0 0,0 0 0 0 0,0 0 0 0 0,0 1 0 0 0,0-1 1 0 0,0 0-1 0 0,0 0 0 0 0,1 0 0 0 0,-1 0 1 0 0,0 0-1 0 0,0 0 0 0 0,0 0 0 0 0,0 0 0 0 0,0 0 1 0 0,0 0-1 0 0,0 0 0 0 0,0 1 0 0 0,0-1 0 0 0,0 0 1 0 0,0 0-1 0 0,0 0 0 0 0,0 0 0 0 0,0 0 1 0 0,0 0-1 0 0,0 0 0 0 0,0 0 0 0 0,0 0 0 0 0,0 1 1 0 0,0-1-1 0 0,0 0 0 0 0,0 0 0 0 0,0 0 0 0 0,0 0 1 0 0,0 0-1 0 0,0 0 0 0 0,0 0 0 0 0,0 0 0 0 0,0 0 1 0 0,0 1-1 0 0,0-1 0 0 0,0 0 0 0 0,0 0 1 0 0,0 0-1 0 0,0 0 0 0 0,0 0 0 0 0,0 0 0 0 0,-1 0 1 0 0,1 0-1 0 0,0 0 0 0 0,0 0 0 0 0,0 0 0 0 0,0 0 1 0 0,-4 9-23 0 0,4-9 30 0 0,-15 26 225 0 0,-19 42 0 0 0,85-163-33 0 0,-48 90-229 0 0,132-258-1279 0 0,-116 232 1122 0 0,2 1 1 0 0,1 0-1 0 0,2 2 1 0 0,0 0-1 0 0,2 2 0 0 0,29-24 1 0 0,162-98-1 0 0,12 19 229 0 0,-186 105-42 0 0,-14 7 135 0 0,1 1-1 0 0,0 1 1 0 0,1 2-1 0 0,50-15 1 0 0,-63 28-124 0 0,-30 1 27 0 0,-1 0-1 0 0,1 1 0 0 0,-1 1 0 0 0,1 0 1 0 0,0 1-1 0 0,0 0 0 0 0,0 0 0 0 0,0 2 1 0 0,-11 6-1 0 0,-97 67 459 0 0,116-77-493 0 0,-75 59 478 0 0,2 4-1 0 0,-132 143 1 0 0,-100 180 988 0 0,253-314-1223 0 0,-103 146 547 0 0,116-155-394 0 0,-50 103 0 0 0,88-158-355 0 0,-1 1 1 0 0,2-1-1 0 0,0 1 0 0 0,0 0 1 0 0,1 1-1 0 0,0-1 1 0 0,1 1-1 0 0,0-1 1 0 0,1 1-1 0 0,0-1 0 0 0,1 1 1 0 0,0 0-1 0 0,3 15 1 0 0,1-2 23 0 0,-4-20-56 0 0,1 0 0 0 0,-1 0-1 0 0,1 1 1 0 0,0-1 0 0 0,1 0 0 0 0,0 0-1 0 0,2 6 1 0 0,-4-11-15 0 0,0 0 0 0 0,0 0 0 0 0,0 0 1 0 0,0 0-1 0 0,1 1 0 0 0,-1-1 0 0 0,0 0 0 0 0,0 0 0 0 0,0 0 0 0 0,0 0 0 0 0,0 1 1 0 0,1-1-1 0 0,-1 0 0 0 0,0 0 0 0 0,0 0 0 0 0,0 0 0 0 0,1 0 0 0 0,-1 0 0 0 0,0 0 0 0 0,0 0 1 0 0,0 0-1 0 0,1 0 0 0 0,-1 1 0 0 0,0-1 0 0 0,0 0 0 0 0,0 0 0 0 0,1 0 0 0 0,-1 0 1 0 0,0 0-1 0 0,0 0 0 0 0,0-1 0 0 0,1 1 0 0 0,-1 0 0 0 0,0 0 0 0 0,0 0 0 0 0,0 0 1 0 0,1 0-1 0 0,-1 0 0 0 0,0 0 0 0 0,0 0 0 0 0,0 0 0 0 0,1-1 0 0 0,-1 1 0 0 0,0 0 0 0 0,0 0 1 0 0,0 0-1 0 0,0 0 0 0 0,0 0 0 0 0,1-1 0 0 0,-1 1 0 0 0,0 0 0 0 0,0 0 0 0 0,0 0 1 0 0,0-1-1 0 0,0 1 0 0 0,0 0 0 0 0,0 0 0 0 0,0 0 0 0 0,0-1 0 0 0,0 1 0 0 0,0 0 1 0 0,0 0-1 0 0,0 0 0 0 0,0-1 0 0 0,5-12 74 0 0,-5 13-69 0 0,52-146-542 0 0,-32 97 265 0 0,236-554-3633 0 0,-235 561 3567 0 0,-30 74 457 0 0,-15 37 0 0 0,4-13 10 0 0,-21 51 358 0 0,-98 181 0 0 0,132-275-434 0 0,-2 1 0 0 0,-14 17-1 0 0,22-33-44 0 0,2-7 12 0 0,5-13 31 0 0,10-26-120 0 0,39-121-675 0 0,-46 134 453 0 0,-1-1-1 0 0,6-66 1 0 0,-14 95 247 0 0,1 0 0 0 0,-2-1 1 0 0,1 1-1 0 0,-1 0 0 0 0,-2-10 0 0 0,2 16 39 0 0,1 0-1 0 0,0 0 1 0 0,0 0-1 0 0,-1 0 1 0 0,1 0-1 0 0,-1 1 1 0 0,1-1-1 0 0,0 0 1 0 0,-1 0-1 0 0,0 0 0 0 0,1 1 1 0 0,-1-1-1 0 0,0 0 1 0 0,1 1-1 0 0,-1-1 1 0 0,0 0-1 0 0,1 1 1 0 0,-1-1-1 0 0,0 1 1 0 0,-1-1-1 0 0,1 1 8 0 0,-1 0 0 0 0,1 0-1 0 0,0 0 1 0 0,-1 0 0 0 0,1 0 0 0 0,0 0-1 0 0,0 1 1 0 0,-1-1 0 0 0,1 1 0 0 0,0-1-1 0 0,0 1 1 0 0,0-1 0 0 0,0 1 0 0 0,0-1-1 0 0,0 1 1 0 0,0 0 0 0 0,0 0 0 0 0,0-1-1 0 0,0 1 1 0 0,-1 2 0 0 0,-19 18 132 0 0,0 2-1 0 0,-30 45 1 0 0,18-23 14 0 0,-59 72 213 0 0,105-144-385 0 0,-2 0 1 0 0,0-1-1 0 0,6-33 1 0 0,-11 42-97 0 0,102-407-1757 0 0,-106 417 1843 0 0,0 2-1 0 0,-1 0 1 0 0,1 0-1 0 0,-1 0 1 0 0,-1 0 0 0 0,1 0-1 0 0,-1 0 1 0 0,0 0 0 0 0,-1 0-1 0 0,-2-13 1 0 0,3 20 31 0 0,0-1 1 0 0,-1 1 0 0 0,1 0-1 0 0,0-1 1 0 0,0 1-1 0 0,-1 0 1 0 0,1 0 0 0 0,0-1-1 0 0,0 1 1 0 0,-1 0-1 0 0,1 0 1 0 0,0-1-1 0 0,-1 1 1 0 0,1 0 0 0 0,0 0-1 0 0,-1 0 1 0 0,1 0-1 0 0,0 0 1 0 0,-1-1-1 0 0,1 1 1 0 0,0 0 0 0 0,-1 0-1 0 0,1 0 1 0 0,-1 0-1 0 0,1 0 1 0 0,0 0-1 0 0,-1 0 1 0 0,1 0 0 0 0,0 0-1 0 0,-1 1 1 0 0,1-1-1 0 0,-1 0 1 0 0,1 0 0 0 0,0 0-1 0 0,-1 0 1 0 0,1 0-1 0 0,0 1 1 0 0,0-1-1 0 0,-1 0 1 0 0,1 0 0 0 0,0 0-1 0 0,-1 1 1 0 0,1-1-1 0 0,0 0 1 0 0,-1 1-1 0 0,-12 12 12 0 0,-1 8 75 0 0,1 0 1 0 0,2 1-1 0 0,0 1 1 0 0,-9 25 0 0 0,4-8 61 0 0,-111 305 927 0 0,91-238-761 0 0,25-75-205 0 0,-67 203 597 0 0,56-156-334 0 0,-12 84-1 0 0,31-140-296 0 0,2 1-1 0 0,1 0 1 0 0,1-1-1 0 0,4 25 0 0 0,1 42 190 0 0,-5-60-108 0 0,7 38 0 0 0,-1-10-2 0 0,-7-55-143 0 0,0-1-1 0 0,1 1 1 0 0,-1-1-1 0 0,1 0 1 0 0,-1 1-1 0 0,1-1 1 0 0,0 1-1 0 0,-1-1 1 0 0,1 0-1 0 0,0 0 1 0 0,1 1-1 0 0,-1-1 1 0 0,0 0 0 0 0,1 0-1 0 0,-1 0 1 0 0,1 0-1 0 0,0-1 1 0 0,-1 1-1 0 0,5 2 1 0 0,-4-3-2 0 0,0 0 0 0 0,0 0 1 0 0,0-1-1 0 0,0 1 1 0 0,1-1-1 0 0,-1 1 0 0 0,0-1 1 0 0,0 0-1 0 0,1 0 0 0 0,-1 0 1 0 0,0 0-1 0 0,0 0 0 0 0,1-1 1 0 0,-1 1-1 0 0,0-1 1 0 0,0 0-1 0 0,0 1 0 0 0,1-1 1 0 0,-1 0-1 0 0,0 0 0 0 0,0 0 1 0 0,2-2-1 0 0,7-3 54 0 0,1 0 0 0 0,0 2 1 0 0,0-1-1 0 0,0 1 0 0 0,17-3 0 0 0,65-5 240 0 0,-91 12-289 0 0,6-2 27 0 0,1 0 0 0 0,-1 0 0 0 0,0-1 0 0 0,1-1-1 0 0,-1 0 1 0 0,8-5 0 0 0,-4 3 29 0 0,0 0 0 0 0,15-4-1 0 0,-24 9-57 0 0,0 0 0 0 0,0 0 0 0 0,0 1 0 0 0,0-1 0 0 0,0 1 0 0 0,0 0 0 0 0,0 0 0 0 0,0 0 0 0 0,0 1 0 0 0,0-1 0 0 0,8 3 0 0 0,-9-1 6 0 0,0 0-1 0 0,1 0 0 0 0,-1 0 1 0 0,0 1-1 0 0,0-1 1 0 0,0 1-1 0 0,0-1 1 0 0,-1 1-1 0 0,1 0 1 0 0,-1 0-1 0 0,1 0 1 0 0,-1 1-1 0 0,0-1 1 0 0,-1 1-1 0 0,1-1 1 0 0,0 1-1 0 0,-1-1 0 0 0,0 1 1 0 0,0 0-1 0 0,1 6 1 0 0,0 1 20 0 0,0 0 1 0 0,0 0 0 0 0,-2 0-1 0 0,1 0 1 0 0,-1 0-1 0 0,-2 13 1 0 0,-18 148 488 0 0,18-162-497 0 0,1-5-12 0 0,0-1 1 0 0,1 1-1 0 0,-1-1 1 0 0,1 1-1 0 0,0-1 1 0 0,0 1-1 0 0,0-1 0 0 0,2 7 1 0 0,0-14 8 0 0,1-1 0 0 0,-1 1-1 0 0,1 0 1 0 0,-1-1 0 0 0,0 1 0 0 0,0-1 0 0 0,2-6-1 0 0,41-104-681 0 0,27-79-703 0 0,-71 189 1339 0 0,0 0 0 0 0,0 0 1 0 0,0 0-1 0 0,-1 0 1 0 0,1 0-1 0 0,-1-4 1 0 0,0 8 17 0 0,0-1-1 0 0,0 1 1 0 0,0-1 0 0 0,0 1 0 0 0,-1-1-1 0 0,1 1 1 0 0,0 0 0 0 0,0-1 0 0 0,0 1 0 0 0,0-1-1 0 0,0 1 1 0 0,-1 0 0 0 0,1-1 0 0 0,0 1-1 0 0,0-1 1 0 0,-1 1 0 0 0,1 0 0 0 0,0 0 0 0 0,-1-1-1 0 0,1 1 1 0 0,0 0 0 0 0,-1-1 0 0 0,1 1-1 0 0,-1 0 1 0 0,0 0-3 0 0,0-1-1 0 0,0 2 1 0 0,0-1-1 0 0,0 0 1 0 0,0 0-1 0 0,0 0 1 0 0,1 0-1 0 0,-1 0 1 0 0,0 1 0 0 0,0-1-1 0 0,0 1 1 0 0,0-1-1 0 0,0 0 1 0 0,1 1-1 0 0,-1-1 1 0 0,0 1-1 0 0,0 0 1 0 0,-21 18 43 0 0,1 0 0 0 0,1 1-1 0 0,1 1 1 0 0,-28 39 0 0 0,36-45-20 0 0,-61 82 115 0 0,-127 151 222 0 0,175-227-301 0 0,24-21-52 0 0,0 0 0 0 0,0 0-1 0 0,0 0 1 0 0,0 0-1 0 0,0 0 1 0 0,0 0-1 0 0,0 0 1 0 0,0 0-1 0 0,0 0 1 0 0,-1 0-1 0 0,1 0 1 0 0,0 0-1 0 0,0 0 1 0 0,0 0 0 0 0,0 0-1 0 0,0 0 1 0 0,0 0-1 0 0,0 0 1 0 0,0 0-1 0 0,-1 0 1 0 0,1 0-1 0 0,0 0 1 0 0,0 0-1 0 0,0 0 1 0 0,0 0-1 0 0,0 0 1 0 0,0 0 0 0 0,0 0-1 0 0,0 0 1 0 0,0 0-1 0 0,0 0 1 0 0,-1 0-1 0 0,1 0 1 0 0,0 0-1 0 0,0 0 1 0 0,0 0-1 0 0,0 0 1 0 0,0 0-1 0 0,0 0 1 0 0,0-1 0 0 0,0 1-1 0 0,0 0 1 0 0,0 0-1 0 0,0 0 1 0 0,0 0-1 0 0,0 0 1 0 0,0 0-1 0 0,0 0 1 0 0,0 0-1 0 0,0 0 1 0 0,0-1-1 0 0,0 1 1 0 0,0 0 0 0 0,0 0-1 0 0,0 0 1 0 0,0 0-1 0 0,0 0 1 0 0,0 0-1 0 0,0 0 1 0 0,0 0-1 0 0,0 0 1 0 0,0-1-1 0 0,0 1 1 0 0,0 0-1 0 0,8-17 13 0 0,91-148-898 0 0,-7 14-93 0 0,38-66-1435 0 0,253-323-1 0 0,-114 241 358 0 0,-130 152 931 0 0,-126 134 1059 0 0,-4 4-54 0 0,-1-1 0 0 0,0 1 0 0 0,8-14 0 0 0,-95 158 1007 0 0,-33 62 102 0 0,-89 158 767 0 0,187-330-1590 0 0,13-24-156 0 0,10-13 16 0 0,197-327-815 0 0,7-8-494 0 0,-104 181 220 0 0,181-210-1 0 0,-226 312 912 0 0,-64 64 151 0 0,0 0 1 0 0,0 0 0 0 0,0 0 0 0 0,0 0 0 0 0,0 0 0 0 0,1 0 0 0 0,-1 0-1 0 0,0 0 1 0 0,0 0 0 0 0,0 0 0 0 0,0 0 0 0 0,0 1 0 0 0,0-1 0 0 0,0 0-1 0 0,0 0 1 0 0,0 0 0 0 0,0 0 0 0 0,0 0 0 0 0,0 0 0 0 0,0 0 0 0 0,0 0-1 0 0,0 0 1 0 0,0 0 0 0 0,0 0 0 0 0,0 0 0 0 0,1 0 0 0 0,-1 0 0 0 0,0 0-1 0 0,0 0 1 0 0,0 0 0 0 0,0 0 0 0 0,0 0 0 0 0,0 0 0 0 0,0 0 0 0 0,0 0 0 0 0,0 0-1 0 0,0 0 1 0 0,0 0 0 0 0,0 0 0 0 0,1 0 0 0 0,-1 0 0 0 0,0 0 0 0 0,0 0-1 0 0,0 0 1 0 0,0 0 0 0 0,0 0 0 0 0,0 0 0 0 0,0 0 0 0 0,0 0 0 0 0,0 0-1 0 0,0 0 1 0 0,0 0 0 0 0,0 0 0 0 0,0 0 0 0 0,0 0 0 0 0,0 0 0 0 0,1 0-1 0 0,-1-1 1 0 0,0 1 0 0 0,0 0 0 0 0,0 0 0 0 0,-3 11 48 0 0,-7 11 159 0 0,0 2 15 0 0,-12 40 0 0 0,2-5 93 0 0,-8 12 137 0 0,-2 0 0 0 0,-4-2 0 0 0,-3-1 0 0 0,-64 88 0 0 0,98-151-405 0 0,0 0 1 0 0,-1-1 0 0 0,1 0-1 0 0,-1 0 1 0 0,0 0 0 0 0,0 0-1 0 0,-1-1 1 0 0,1 1 0 0 0,-1-1-1 0 0,-7 4 1 0 0,12-7-46 0 0,-1 0 1 0 0,1 0-1 0 0,-1 0 0 0 0,1 0 1 0 0,0 0-1 0 0,-1 0 0 0 0,1 0 0 0 0,-1 0 1 0 0,1 0-1 0 0,-1 0 0 0 0,1 0 1 0 0,0 0-1 0 0,-1 0 0 0 0,1 0 0 0 0,-1-1 1 0 0,1 1-1 0 0,0 0 0 0 0,-1 0 1 0 0,1 0-1 0 0,-1-1 0 0 0,1 1 1 0 0,0 0-1 0 0,-1 0 0 0 0,1-1 0 0 0,0 1 1 0 0,0 0-1 0 0,-1-1 0 0 0,1 0 1 0 0,-7-15 73 0 0,4-16 35 0 0,3-1-198 0 0,1 2-77 0 0,-2 0 0 0 0,-8-59 0 0 0,9 87 153 0 0,-1 0-1 0 0,0-1 0 0 0,0 1 1 0 0,0 0-1 0 0,0 0 0 0 0,-1 0 1 0 0,1 0-1 0 0,-1 0 1 0 0,1 0-1 0 0,-1 0 0 0 0,0 0 1 0 0,0 1-1 0 0,-1-1 0 0 0,1 1 1 0 0,0-1-1 0 0,-5-2 0 0 0,5 4 18 0 0,0 0 0 0 0,0 0-1 0 0,-1 0 1 0 0,1 0 0 0 0,0 1-1 0 0,-1-1 1 0 0,1 1 0 0 0,0 0-1 0 0,-1 0 1 0 0,1-1 0 0 0,-1 1-1 0 0,1 1 1 0 0,0-1 0 0 0,-1 0-1 0 0,1 1 1 0 0,-1-1 0 0 0,1 1-1 0 0,0 0 1 0 0,0-1 0 0 0,-1 1-1 0 0,1 0 1 0 0,0 1-1 0 0,-3 0 1 0 0,-4 5 54 0 0,-1-1-1 0 0,1 1 1 0 0,0 1 0 0 0,0-1-1 0 0,-12 17 1 0 0,-35 48 334 0 0,-137 237 815 0 0,24 14 27 0 0,168-321-1228 0 0,-18 34 191 0 0,1 0 0 0 0,3 2 1 0 0,-17 58-1 0 0,31-84-23 0 0,8-17-84 0 0,9-19-23 0 0,-15 23-61 0 0,119-219-829 0 0,-37 65 56 0 0,258-377-1920 0 0,-247 408 1807 0 0,5 5 0 0 0,122-113 0 0 0,-203 214 770 0 0,-7 7 14 0 0,0 0 1 0 0,1 1 0 0 0,20-13-1 0 0,-44 34 206 0 0,1-1 0 0 0,1 2 0 0 0,0-1 0 0 0,-9 14 0 0 0,-11 13 126 0 0,-34 31 439 0 0,-81 67 0 0 0,7-8 199 0 0,99-85-470 0 0,2 2-1 0 0,-52 82 0 0 0,84-120-364 0 0,1 0 0 0 0,0 1-1 0 0,1-1 1 0 0,0 0 0 0 0,0 1-1 0 0,-2 10 1 0 0,5-18-41 0 0,0 0 0 0 0,0 0 0 0 0,0 0 0 0 0,0 0-1 0 0,0 1 1 0 0,0-1 0 0 0,0 0 0 0 0,0 0 0 0 0,0 0 0 0 0,0 0 0 0 0,0 0 0 0 0,0 1 0 0 0,0-1 0 0 0,0 0 0 0 0,0 0 0 0 0,0 0 0 0 0,0 0 0 0 0,0 0 0 0 0,0 1-1 0 0,0-1 1 0 0,0 0 0 0 0,0 0 0 0 0,0 0 0 0 0,0 0 0 0 0,0 1 0 0 0,0-1 0 0 0,0 0 0 0 0,0 0 0 0 0,0 0 0 0 0,0 0 0 0 0,0 0 0 0 0,1 0 0 0 0,-1 1 0 0 0,0-1-1 0 0,0 0 1 0 0,0 0 0 0 0,0 0 0 0 0,0 0 0 0 0,0 0 0 0 0,1 0 0 0 0,-1 0 0 0 0,0 0 0 0 0,0 0 0 0 0,7-4 16 0 0,7-10 101 0 0,62-94 34 0 0,153-205-1485 0 0,-117 178 740 0 0,96-123-539 0 0,-162 197 855 0 0,48-68-331 0 0,-56 77 322 0 0,-37 51 287 0 0,3-6 0 0 0,-28 31 29 0 0,4-1 164 0 0,1 0 1 0 0,-22 38-1 0 0,10-16 38 0 0,-70 98 494 0 0,-320 487 2432 0 0,406-605-3035 0 0,-236 422 2012 0 0,227-401-1950 0 0,6-13 100 0 0,1 2 0 0 0,-23 68 0 0 0,40-103-283 0 0,0 1 1 0 0,-1-1-1 0 0,1 1 0 0 0,0-1 0 0 0,0 0 1 0 0,0 1-1 0 0,0-1 0 0 0,0 0 0 0 0,0 1 0 0 0,0-1 1 0 0,0 1-1 0 0,0-1 0 0 0,0 0 0 0 0,0 1 1 0 0,0-1-1 0 0,0 1 0 0 0,0-1 0 0 0,0 0 1 0 0,1 1-1 0 0,-1-1 0 0 0,0 0 0 0 0,0 1 1 0 0,0-1-1 0 0,1 0 0 0 0,-1 1 0 0 0,0-1 1 0 0,0 0-1 0 0,1 1 0 0 0,-1-1 0 0 0,0 0 0 0 0,0 0 1 0 0,1 1-1 0 0,-1-1 0 0 0,0 0 0 0 0,1 0 1 0 0,-1 0-1 0 0,1 1 0 0 0,-1-1 0 0 0,0 0 1 0 0,1 0-1 0 0,-1 0 0 0 0,0 0 0 0 0,1 0 1 0 0,-1 0-1 0 0,1 0 0 0 0,-1 0 0 0 0,0 0 0 0 0,1 0 1 0 0,0 0-1 0 0,0 0 2 0 0,0 0-1 0 0,0 0 1 0 0,0-1-1 0 0,-1 1 1 0 0,1 0-1 0 0,0-1 1 0 0,0 1 0 0 0,0-1-1 0 0,0 1 1 0 0,0-1-1 0 0,0 1 1 0 0,-1-1-1 0 0,1 0 1 0 0,0 1 0 0 0,0-1-1 0 0,-1 0 1 0 0,1 1-1 0 0,-1-1 1 0 0,1 0-1 0 0,0 0 1 0 0,-1 0 0 0 0,0 0-1 0 0,1-1 1 0 0,-39 82 440 0 0,13-29-38 0 0,-3-1 1 0 0,-46 64 0 0 0,22-37 36 0 0,18-28-170 0 0,18-25-105 0 0,0 0-1 0 0,-12 26 1 0 0,17-28-78 0 0,5-11-15 0 0,0 0-1 0 0,1 1 0 0 0,0 0 1 0 0,0 0-1 0 0,2 0 1 0 0,-1 1-1 0 0,2-1 1 0 0,-3 25-1 0 0,4-16-23 0 0,0 1 0 0 0,-2-1 1 0 0,-1 0-1 0 0,0-1 0 0 0,-1 1 0 0 0,-2-1 0 0 0,0 0 0 0 0,-1 0 0 0 0,-1-1 1 0 0,0 0-1 0 0,-18 25 0 0 0,-3 1-50 0 0,17-25 0 0 0,0-1 0 0 0,-1 0 0 0 0,-1-1 0 0 0,-18 17 0 0 0,27-30 0 0 0,0-1 0 0 0,-1 0 0 0 0,0-1 0 0 0,0 0 0 0 0,-14 5 0 0 0,-14 6 0 0 0,20-4 0 0 0,0 0 0 0 0,-27 24 0 0 0,26-20 0 0 0,-33 21 0 0 0,49-34 0 0 0,0-1 0 0 0,-1 0 0 0 0,1 0 0 0 0,0 0 0 0 0,0 0 0 0 0,-1 1 1 0 0,1-1-1 0 0,0 0 0 0 0,-1 0 0 0 0,1 0 0 0 0,0 0 0 0 0,0 0 0 0 0,-1 0 0 0 0,1 0 0 0 0,0 0 0 0 0,-1 0 0 0 0,1 0 1 0 0,0 0-1 0 0,-1 0 0 0 0,1 0 0 0 0,0 0 0 0 0,0 0 0 0 0,-1 0 0 0 0,1 0 0 0 0,0 0 0 0 0,-1 0 0 0 0,1-1 0 0 0,0 1 1 0 0,0 0-1 0 0,-1 0 0 0 0,1 0 0 0 0,0-1 0 0 0,0 1 0 0 0,-1 0 0 0 0,1 0 0 0 0,0 0 0 0 0,0-1 0 0 0,0 1 0 0 0,0 0 0 0 0,-1 0 1 0 0,1-1-1 0 0,-4-18 3 0 0,6-21-40 0 0,12-71-654 0 0,-12 93 524 0 0,1 0 0 0 0,0 0 1 0 0,2 1-1 0 0,0-1 0 0 0,10-24 0 0 0,46-81-692 0 0,-53 107 705 0 0,57-98-698 0 0,14-29-86 0 0,67-102-872 0 0,-115 197 1472 0 0,157-212-1675 0 0,-40 60 521 0 0,-25 18-131 0 0,-119 178 1546 0 0,9-11-46 0 0,-13 14 121 0 0,0 1 1 0 0,1-1-1 0 0,-1 0 1 0 0,0 1-1 0 0,1-1 1 0 0,-1 1-1 0 0,0-1 0 0 0,0 0 1 0 0,0 1-1 0 0,1-1 1 0 0,-1 0-1 0 0,0 1 1 0 0,0-1-1 0 0,0 1 1 0 0,0-1-1 0 0,0 0 0 0 0,0 1 1 0 0,0-1-1 0 0,0 0 1 0 0,-1 1-1 0 0,1-1 1 0 0,0 0-1 0 0,0 1 1 0 0,-1-1-1 0 0,1 0 0 0 0,-1 0 3 0 0,1 1-1 0 0,-1 0 0 0 0,1 0 1 0 0,-1 0-1 0 0,0 0 0 0 0,1 0 0 0 0,-1 0 1 0 0,1-1-1 0 0,-1 1 0 0 0,1 1 1 0 0,-1-1-1 0 0,1 0 0 0 0,-1 0 0 0 0,1 0 1 0 0,-1 0-1 0 0,1 0 0 0 0,-1 0 1 0 0,1 1-1 0 0,-1-1 0 0 0,1 0 1 0 0,-1 0-1 0 0,1 1 0 0 0,-1-1 0 0 0,1 0 1 0 0,-1 1-1 0 0,1-1 0 0 0,0 0 1 0 0,-1 1-1 0 0,1-1 0 0 0,0 0 0 0 0,-1 1 1 0 0,1-1-1 0 0,-1 2 0 0 0,-17 18 147 0 0,15-16-108 0 0,-170 187 1150 0 0,147-159-918 0 0,2 1 1 0 0,-26 49-1 0 0,-30 77 487 0 0,25-37-175 0 0,-65 128 636 0 0,112-240-1099 0 0,7-18-41 0 0,7-21 68 0 0,33-90-1008 0 0,92-189 0 0 0,-83 204 448 0 0,83-183-809 0 0,-71 152 679 0 0,28-65-407 0 0,-76 174 839 0 0,-18 44 211 0 0,3-12-61 0 0,0-1 0 0 0,0 1-1 0 0,1 0 1 0 0,-1 0 0 0 0,2 0-1 0 0,-3 7 1 0 0,-3 11 68 0 0,-45 103 879 0 0,-90 158 0 0 0,56-124-243 0 0,-160 271 1233 0 0,178-321-1418 0 0,-41 56 317 0 0,117-234-658 0 0,2-92-910 0 0,7-62-332 0 0,46-136-597 0 0,-42 269 809 0 0,66-169 0 0 0,-25 122-470 0 0,128-208 0 0 0,-176 324 1332 0 0,0 1 1 0 0,1 1-1 0 0,1 0 0 0 0,33-27 1 0 0,-17 17-48 0 0,-11 10 52 0 0,1 1 0 0 0,1 1-1 0 0,0 1 1 0 0,1 2 0 0 0,31-13-1 0 0,-45 21-6 0 0,0 1 0 0 0,0 0 0 0 0,0 1-1 0 0,0 0 1 0 0,0 0 0 0 0,0 1 0 0 0,0 1 0 0 0,1-1-1 0 0,-1 2 1 0 0,0-1 0 0 0,1 2 0 0 0,-1-1 0 0 0,0 1-1 0 0,0 1 1 0 0,0 0 0 0 0,11 5 0 0 0,-13-5 1 0 0,0 1 1 0 0,0 0 0 0 0,-1 1-1 0 0,1 0 1 0 0,-1 0 0 0 0,0 0-1 0 0,0 1 1 0 0,-1 0 0 0 0,0 0-1 0 0,0 1 1 0 0,0 0 0 0 0,-1 0-1 0 0,0 0 1 0 0,0 1-1 0 0,-1-1 1 0 0,0 1 0 0 0,0 0-1 0 0,-1 0 1 0 0,3 10 0 0 0,-1 13 115 0 0,-1 0 0 0 0,-1 1 1 0 0,-1-1-1 0 0,-2 1 0 0 0,-5 37 1 0 0,1 0 88 0 0,-1 31 171 0 0,-1 54 228 0 0,6-152-641 0 0,0 0 0 0 0,0 0 1 0 0,0 0-1 0 0,1 0 1 0 0,-1 1-1 0 0,1-1 0 0 0,-1 0 1 0 0,1 0-1 0 0,0 0 0 0 0,0 0 1 0 0,-1 0-1 0 0,4 3 1 0 0,-4-4-9 0 0,0-1 1 0 0,0 0 0 0 0,1 1 0 0 0,-1-1 0 0 0,0 0 0 0 0,1 0-1 0 0,-1 0 1 0 0,0 1 0 0 0,1-1 0 0 0,-1 0 0 0 0,0 0-1 0 0,1 0 1 0 0,-1 0 0 0 0,0 1 0 0 0,1-1 0 0 0,-1 0 0 0 0,1 0-1 0 0,-1 0 1 0 0,0 0 0 0 0,1 0 0 0 0,-1 0 0 0 0,0 0-1 0 0,1 0 1 0 0,-1 0 0 0 0,1 0 0 0 0,0-1 0 0 0,0 1 5 0 0,0-1 0 0 0,0 0 1 0 0,0 1-1 0 0,0-1 0 0 0,0 0 1 0 0,0 0-1 0 0,0 0 0 0 0,0 0 1 0 0,-1 0-1 0 0,1 0 0 0 0,0 0 1 0 0,1-1-1 0 0,24-45-122 0 0,37-92 1 0 0,-29 60-178 0 0,163-300-1303 0 0,-188 362 1516 0 0,-7 13 15 0 0,-6 12-20 0 0,-86 131 626 0 0,43-70-254 0 0,-71 118 406 0 0,-97 141 627 0 0,159-251-878 0 0,-4-3 0 0 0,-75 73 1 0 0,132-143-429 0 0,-25 23 166 0 0,-34 25-1 0 0,54-45-134 0 0,0-2-1 0 0,-1 1 0 0 0,1-1 1 0 0,-1 0-1 0 0,-1-1 1 0 0,1 0-1 0 0,-1-1 1 0 0,1 1-1 0 0,-16 1 0 0 0,21-4-33 0 0,-1-1-1 0 0,1 0 0 0 0,-1 0 0 0 0,1-1 1 0 0,0 1-1 0 0,-1-1 0 0 0,1 0 0 0 0,0 0 1 0 0,-1 0-1 0 0,1-1 0 0 0,0 0 0 0 0,0 1 1 0 0,0-2-1 0 0,0 1 0 0 0,1 0 0 0 0,-1-1 1 0 0,0 1-1 0 0,1-1 0 0 0,0 0 0 0 0,0 0 1 0 0,0-1-1 0 0,-5-5 0 0 0,-3-8-89 0 0,0 0 0 0 0,1 0 0 0 0,-14-34 0 0 0,8 17-182 0 0,6 12 81 0 0,-2 0 0 0 0,-1 1 0 0 0,-30-37 0 0 0,33 47 188 0 0,0 0 1 0 0,-1 1-1 0 0,0 1 0 0 0,-1 0 0 0 0,0 0 0 0 0,0 1 0 0 0,-1 1 0 0 0,-14-7 0 0 0,-4 1 58 0 0,7 3 1 0 0,0-1 1 0 0,1 0 0 0 0,0-2 0 0 0,1-1 0 0 0,-21-16 0 0 0,41 28-63 0 0,0 0 1 0 0,0 0-1 0 0,0 0 1 0 0,-1 0-1 0 0,1 1 1 0 0,0-1-1 0 0,-1 1 1 0 0,1 0-1 0 0,-1 0 1 0 0,1 0-1 0 0,-1 0 1 0 0,0 0-1 0 0,1 0 1 0 0,-1 1-1 0 0,0-1 1 0 0,0 1-1 0 0,1 0 1 0 0,-6 0-1 0 0,4 0 6 0 0,-1-1 0 0 0,1 0 0 0 0,0 1 0 0 0,0-1 0 0 0,-8-4 0 0 0,8 4-2 0 0,0-1 0 0 0,0 1 0 0 0,0 0 0 0 0,-1 0 0 0 0,-8 0 0 0 0,10 1-12 0 0,-1-1-1 0 0,0 1 1 0 0,1 0 0 0 0,-1-1-1 0 0,1 0 1 0 0,-1 0-1 0 0,1 0 1 0 0,-1 0-1 0 0,1-1 1 0 0,0 1 0 0 0,-1-1-1 0 0,1 0 1 0 0,0 0-1 0 0,0 0 1 0 0,0 0-1 0 0,-4-4 1 0 0,0-3-3 0 0,0 0-1 0 0,0 0 1 0 0,-11-19-1 0 0,-13-18-3 0 0,28 43 8 0 0,1-1-1 0 0,-1 1 0 0 0,-1 0 1 0 0,1 0-1 0 0,0 1 0 0 0,-1-1 1 0 0,0 1-1 0 0,1 0 0 0 0,-1 0 1 0 0,-5-2-1 0 0,6 3 7 0 0,1 1 0 0 0,0-1-1 0 0,-1 1 1 0 0,0-1 0 0 0,1 1 0 0 0,-1 0-1 0 0,1 0 1 0 0,-1 1 0 0 0,1-1 0 0 0,-1 0 0 0 0,1 1-1 0 0,-1 0 1 0 0,1-1 0 0 0,0 1 0 0 0,-1 0 0 0 0,-1 1-1 0 0,-40 26 93 0 0,9-6 24 0 0,23-18-103 0 0,1-1 1 0 0,0 0-1 0 0,-1-1 1 0 0,1 0-1 0 0,-1-1 1 0 0,-20 0-1 0 0,-25 3 111 0 0,52-3-118 0 0,-1-1-1 0 0,0 1 1 0 0,1-1 0 0 0,-1 0 0 0 0,0 0 0 0 0,-9-3 0 0 0,13 3-6 0 0,-1-1 0 0 0,1 0 0 0 0,0 1 1 0 0,-1-1-1 0 0,1 0 0 0 0,0-1 0 0 0,0 1 0 0 0,0 0 0 0 0,0-1 0 0 0,0 1 1 0 0,0-1-1 0 0,1 1 0 0 0,-1-1 0 0 0,0 0 0 0 0,1 0 0 0 0,-1 0 1 0 0,-1-3-1 0 0,1 1-23 0 0,1 0 0 0 0,-1 0 0 0 0,1 0 1 0 0,0 0-1 0 0,0 0 0 0 0,0 0 0 0 0,1 0 1 0 0,0 0-1 0 0,-1-1 0 0 0,2 1 0 0 0,-1 0 0 0 0,0 0 1 0 0,1 0-1 0 0,0-1 0 0 0,2-7 0 0 0,3-7-133 0 0,2 0 0 0 0,11-21 0 0 0,1-6-120 0 0,1 3-37 0 0,-16 34 266 0 0,0 0 0 0 0,-1 0 0 0 0,0 0 1 0 0,0 0-1 0 0,1-11 0 0 0,0 7-42 0 0,-1-1 0 0 0,1 1 0 0 0,1 1 1 0 0,1-1-1 0 0,-1 1 0 0 0,12-15 0 0 0,7-13-121 0 0,44-65-299 0 0,-15 25 443 0 0,-30 49-34 0 0,2-2 137 0 0,-23 28-21 0 0,0 1 0 0 0,0 0-1 0 0,1 1 1 0 0,-1-1 0 0 0,6-4 0 0 0,15-18 53 0 0,-18 18-30 0 0,1 0 1 0 0,0 0 0 0 0,1 1-1 0 0,-1-1 1 0 0,1 2-1 0 0,10-7 1 0 0,12-12 53 0 0,12-10 101 0 0,0-1-129 0 0,-31 27-86 0 0,0 0-1 0 0,20-10 1 0 0,-19 12 13 0 0,0 0 1 0 0,16-15 0 0 0,58-39 263 0 0,-78 54-244 0 0,12-11-182 0 0,-1-1 1 0 0,25-29 0 0 0,-98 96 429 0 0,32-20-133 0 0,2 0 1 0 0,-18 33 0 0 0,2-3 16 0 0,-10 8 63 0 0,22-35-87 0 0,2 1-1 0 0,2 1 0 0 0,-21 46 1 0 0,11-17 38 0 0,18-40-69 0 0,-11 28 0 0 0,23-27-32 0 0,0-22-62 0 0,0 0-1 0 0,0 0 1 0 0,0 0-1 0 0,0 0 1 0 0,0 0-1 0 0,1 0 1 0 0,-1-1-1 0 0,0 1 1 0 0,1 0-1 0 0,-1 0 1 0 0,0 0-1 0 0,1 0 1 0 0,-1-1-1 0 0,1 1 1 0 0,-1 0-1 0 0,1-1 1 0 0,0 1-1 0 0,-1 0 1 0 0,1-1-1 0 0,0 1 1 0 0,-1-1-1 0 0,1 1 1 0 0,0-1-1 0 0,0 1 1 0 0,0-1-1 0 0,-1 1 1 0 0,1-1-1 0 0,0 0 1 0 0,0 0-1 0 0,0 1 1 0 0,0-1-1 0 0,0 0 1 0 0,-1 0-1 0 0,1 0 1 0 0,0 0-1 0 0,0 0 1 0 0,0 0-1 0 0,0 0 1 0 0,0 0-1 0 0,0 0 1 0 0,0 0-1 0 0,1-1 0 0 0,2 0 5 0 0,-1 0 0 0 0,1 1 0 0 0,-1-1 0 0 0,1-1 0 0 0,-1 1-1 0 0,1-1 1 0 0,-1 1 0 0 0,0-1 0 0 0,0 0 0 0 0,4-3 0 0 0,37-38 73 0 0,46-60 1 0 0,-53 59-44 0 0,8-7-492 0 0,3 1-1 0 0,102-80 0 0 0,114-40 1112 0 0,-149 101-970 0 0,-88 52 244 0 0,0-1 136 0 0,1 1-1 0 0,1 2 1 0 0,0 0 0 0 0,38-11-1 0 0,28-4 139 0 0,-34 9-20 0 0,2 3 0 0 0,117-18 0 0 0,-123 30-40 0 0,1 3 0 0 0,72 4 0 0 0,-109 2-93 0 0,0 1 0 0 0,-1 1 0 0 0,21 7 0 0 0,-27-7-19 0 0,1 0-1 0 0,0-2 0 0 0,0 1 0 0 0,0-2 0 0 0,0 0 0 0 0,1-1 0 0 0,17 0 1 0 0,46-2 121 0 0,-54 2-77 0 0,35-4 0 0 0,-51 2-55 0 0,0 0 0 0 0,-1-1 0 0 0,1 0 1 0 0,-1-1-1 0 0,0 1 0 0 0,0-2 0 0 0,15-7 0 0 0,6-7 8 0 0,-1-2 0 0 0,-1 0 0 0 0,-1-2-1 0 0,-1-1 1 0 0,-1-1 0 0 0,-1-1 0 0 0,23-31 0 0 0,-17 18 31 0 0,-20 30-62 0 0,-7 7 3 0 0,15 1 25 0 0,-15-1-22 0 0,0 0 0 0 0,0 0 0 0 0,0 0 0 0 0,0 0 0 0 0,0-1 0 0 0,-1 1-1 0 0,1 0 1 0 0,-1-1 0 0 0,1 0 0 0 0,-1 1 0 0 0,1-1 0 0 0,0-2 0 0 0,0 2 7 0 0,58-68 97 0 0,-22 34-45 0 0,-24 24-42 0 0,-14 11-15 0 0,11-4 12 0 0,-7 5-17 0 0,0 2-1 0 0,-2 0 1 0 0,12-1 26 0 0,20-12 0 0 0,-26 7-21 0 0,-4 2 2 0 0,1 0 1 0 0,-1 0-1 0 0,1 1 0 0 0,-1-1 0 0 0,1 1 1 0 0,-1 0-1 0 0,1 0 0 0 0,0 0 1 0 0,6 1-1 0 0,-11 0-7 0 0,1 0 1 0 0,0 0 0 0 0,-1 0-1 0 0,1 0 1 0 0,-1 0-1 0 0,1 0 1 0 0,0 0 0 0 0,-1-1-1 0 0,1 1 1 0 0,-1 0-1 0 0,1 0 1 0 0,-1 0 0 0 0,1-1-1 0 0,-1 1 1 0 0,1 0 0 0 0,-1-1-1 0 0,1 1 1 0 0,-1 0-1 0 0,1-1 1 0 0,0 0 0 0 0,21-13 12 0 0,-19 12-9 0 0,-3 1-3 0 0,1 0 1 0 0,-1 0-1 0 0,1 0 1 0 0,-1 0-1 0 0,0 0 1 0 0,1 0-1 0 0,-1-1 0 0 0,0 1 1 0 0,0 0-1 0 0,0 0 1 0 0,0 0-1 0 0,0 0 1 0 0,0 0-1 0 0,0-2 0 0 0,-1 1-1 0 0,-1 1 4 0 0,-1 1-1 0 0,1 0 0 0 0,-1 0 0 0 0,0-1 1 0 0,1 1-1 0 0,-1 1 0 0 0,-4 0 0 0 0,-95-4 75 0 0,85 4-55 0 0,-1 1 1 0 0,-25 5-1 0 0,-2 1 14 0 0,-61 16 84 0 0,74-16-86 0 0,26-6-27 0 0,0 0 1 0 0,0-1-1 0 0,-1 1 1 0 0,1-1-1 0 0,-8 0 1 0 0,7 0-2 0 0,0 0-1 0 0,1 0 1 0 0,-1 1 0 0 0,1-1-1 0 0,-10 5 1 0 0,-13 3 30 0 0,-48 2 50 0 0,29-5-49 0 0,20-2-24 0 0,-6 1 55 0 0,-47 12-1 0 0,63-12-47 0 0,0 0 1 0 0,-1-2-1 0 0,1 0 1 0 0,-34-1 0 0 0,44 0-10 0 0,0-1 0 0 0,0 1 0 0 0,1 0 1 0 0,-1 0-1 0 0,1 1 0 0 0,-1 0 0 0 0,1 0 1 0 0,0 1-1 0 0,0 0 0 0 0,1 0 0 0 0,-1 1 1 0 0,-9 9-1 0 0,-9 4 9 0 0,-4 2 5 0 0,27-19-26 0 0,19 4 30 0 0,137-8 122 0 0,117 3 69 0 0,-221 3-131 0 0,64 14 0 0 0,-98-14-71 0 0,-1 1 0 0 0,1 0 0 0 0,-1 2 1 0 0,1 0-1 0 0,-2 0 0 0 0,1 1 0 0 0,-1 1 0 0 0,15 11 1 0 0,-20-12-8 0 0,0 0 1 0 0,0 1 0 0 0,-1 0 0 0 0,0 1 0 0 0,0 0 0 0 0,8 12 0 0 0,-12-14-6 0 0,-1-1 0 0 0,0 1 0 0 0,0 0 0 0 0,0 0 0 0 0,-1 0 0 0 0,0 0 0 0 0,-1 0 0 0 0,1 0 0 0 0,-1 1 0 0 0,-1-1 0 0 0,1 9 0 0 0,-2 3-7 0 0,0 0 0 0 0,-2 0 0 0 0,0 0 0 0 0,-8 24 0 0 0,-29 73 0 0 0,10-32 0 0 0,9-32 0 0 0,-1 0 0 0 0,-41 67 0 0 0,-5 8 0 0 0,-33 60 0 0 0,31-53 0 0 0,-28 55 0 0 0,28-28 0 0 0,-42 88 0 0 0,12-43 0 0 0,44-103 0 0 0,-117 161 0 0 0,97-165 0 0 0,-134 131 0 0 0,206-226 0 0 0,-27 26 0 0 0,-1-1 0 0 0,-55 39 0 0 0,-104 66 0 0 0,92-64 0 0 0,-71 45 0 0 0,136-92 0 0 0,-41 35 0 0 0,-28 18 0 0 0,51-45 0 0 0,-38 25 0 0 0,75-48 0 0 0,12-7 0 0 0,0 1 0 0 0,0-1 0 0 0,0 1 0 0 0,0-1 0 0 0,1 1 0 0 0,-1 0 0 0 0,-2 3 0 0 0,-3 2 0 0 0,1 1 0 0 0,1 1 0 0 0,0-1 0 0 0,-7 13 0 0 0,-19 24 0 0 0,-4-9 0 0 0,31-33 0 0 0,0 0 0 0 0,1 0 0 0 0,-1-1 0 0 0,0 1 0 0 0,0-1 0 0 0,-1 0 0 0 0,1 0 0 0 0,0-1 0 0 0,-9 2 0 0 0,-2 0 0 0 0,0-2 0 0 0,-19 1 0 0 0,30-2 0 0 0,0-1 0 0 0,1 0 0 0 0,-1 0 0 0 0,1 0 0 0 0,-1-1 0 0 0,1 0 0 0 0,-1 0 0 0 0,1 0 0 0 0,0 0 0 0 0,-6-4 0 0 0,-5-2 0 0 0,14 8 0 0 0,3-1 0 0 0,24-9 0 0 0,1 1 0 0 0,40-8 0 0 0,-41 11 0 0 0,36-12-113 0 0,-1-2 0 0 0,0-2 0 0 0,75-41 0 0 0,43-40-308 0 0,-64 27 226 0 0,22-25-1616 0 0,178-170 0 0 0,-183 152 767 0 0,112-115-1014 0 0,-186 163 910 0 0,79-130 0 0 0,-14 19-173 0 0,64-82-717 0 0,-141 192 906 0 0,67-145 0 0 0,-55 73 206 0 0,15-29-354 0 0,-2 35 1765 0 0,-69 134-469 0 0,0 0 1 0 0,0 1 0 0 0,0 0 0 0 0,0-1-1 0 0,1 1 1 0 0,-1 0 0 0 0,1 0 0 0 0,0 0-1 0 0,5-3 1 0 0,-8 6-15 0 0,1 0 1 0 0,-1 0-1 0 0,0 0 1 0 0,0 0-1 0 0,1 0 0 0 0,-1 0 1 0 0,0 1-1 0 0,0-1 0 0 0,0 0 1 0 0,1 0-1 0 0,-1 0 0 0 0,0 0 1 0 0,0 1-1 0 0,0-1 0 0 0,1 0 1 0 0,-1 0-1 0 0,0 1 1 0 0,0-1-1 0 0,0 0 0 0 0,0 0 1 0 0,0 1-1 0 0,0-1 0 0 0,0 0 1 0 0,0 0-1 0 0,1 1 0 0 0,-1-1 1 0 0,0 0-1 0 0,0 0 0 0 0,0 1 1 0 0,0-1-1 0 0,0 0 1 0 0,0 0-1 0 0,-1 1 0 0 0,1-1 1 0 0,0 0-1 0 0,0 1 0 0 0,1 12 86 0 0,-7 12 139 0 0,-1 1 1 0 0,-1-1 0 0 0,-20 41-1 0 0,-43 71 983 0 0,57-113-1135 0 0,-31 59 439 0 0,-63 108 840 0 0,-96 120 979 0 0,202-308-2301 0 0,0 0-3 0 0,0 1 0 0 0,-1 0-1 0 0,0-1 1 0 0,0 1 0 0 0,-5 4 0 0 0,20-39 146 0 0,-3 11-92 0 0,12-32 0 0 0,-3 7-255 0 0,85-218-588 0 0,-76 199 396 0 0,31-111-1 0 0,-57 168 352 0 0,8-30-113 0 0,-8 34 119 0 0,-1 1 0 0 0,1-1 0 0 0,-1 1 0 0 0,0-1-1 0 0,0 1 1 0 0,0-1 0 0 0,0 1 0 0 0,0-1 0 0 0,-1 1-1 0 0,1-1 1 0 0,-2-2 0 0 0,2 5 7 0 0,0-1 0 0 0,0 1 1 0 0,0 0-1 0 0,0-1 0 0 0,0 1 0 0 0,-1 0 0 0 0,1 0 1 0 0,0-1-1 0 0,0 1 0 0 0,0 0 0 0 0,-1 0 0 0 0,1-1 0 0 0,0 1 1 0 0,0 0-1 0 0,-1 0 0 0 0,1 0 0 0 0,0-1 0 0 0,0 1 1 0 0,-1 0-1 0 0,1 0 0 0 0,0 0 0 0 0,0 0 0 0 0,-1 0 0 0 0,1 0 1 0 0,0 0-1 0 0,-1 0 0 0 0,1-1 0 0 0,0 1 0 0 0,-1 0 1 0 0,1 0-1 0 0,0 0 0 0 0,-1 1 0 0 0,1-1 0 0 0,-1 0 1 0 0,-7 9 13 0 0,-1 14 7 0 0,1 31 221 0 0,7-51-242 0 0,-1-1 0 0 0,-1 1 0 0 0,1 0 0 0 0,2-1 0 0 0,-6 2 34 0 0,1 0 1 0 0,-1 0-1 0 0,0-1 1 0 0,-9 5-1 0 0,8-4 10 0 0,-73 40 370 0 0,24-9-160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2T16:17:04.338"/>
    </inkml:context>
    <inkml:brush xml:id="br0">
      <inkml:brushProperty name="width" value="0.35" units="cm"/>
      <inkml:brushProperty name="height" value="0.35" units="cm"/>
      <inkml:brushProperty name="color" value="#6EE7B7"/>
    </inkml:brush>
  </inkml:definitions>
  <inkml:trace contextRef="#ctx0" brushRef="#br0">2798 3824 4915 0 0,'-4'3'44'0'0,"0"1"0"0"0,0 0-1 0 0,0-1 1 0 0,-1 1 0 0 0,1-1 0 0 0,-7 3-1 0 0,5-2 11 0 0,1 0-25 0 0,4-3-20 0 0,0 0 1 0 0,0 0-1 0 0,0 0 1 0 0,0-1-1 0 0,0 1 1 0 0,-1 0-1 0 0,1-1 1 0 0,0 1-1 0 0,0 0 1 0 0,-1-1-1 0 0,1 1 1 0 0,0-1-1 0 0,-1 0 1 0 0,1 1-1 0 0,-2-1 1 0 0,2-2-10 0 0,-2 0 0 0 0,1 1 18 0 0,0 1 1 0 0,0-1-1 0 0,0 1 0 0 0,0-1 1 0 0,0 1-1 0 0,0 0 1 0 0,0 0-1 0 0,-1 0 0 0 0,1 0 1 0 0,0 0-1 0 0,-4 2 1 0 0,-14-2 120 0 0,17 0-137 0 0,-11-3 168 0 0,1-1-1 0 0,-25-9 1 0 0,-7 0 175 0 0,38 11-278 0 0,-1 0 1 0 0,0 0 0 0 0,1-1-1 0 0,-1 0 1 0 0,-8-4 0 0 0,2-1 51 0 0,12 7-98 0 0,0 0 0 0 0,0 1 0 0 0,0-1 0 0 0,0-1 0 0 0,0 1 0 0 0,0 0 0 0 0,0 0 0 0 0,1-1 1 0 0,-1 1-1 0 0,1-1 0 0 0,-1 1 0 0 0,1-1 0 0 0,-1 0 0 0 0,1 0 0 0 0,0 1 0 0 0,0-1 0 0 0,0 0 0 0 0,0 0 0 0 0,-1-3 0 0 0,-3-10 89 0 0,-1-1 0 0 0,-15-25 0 0 0,-27-66-71 0 0,33 71 11 0 0,-31-55-1 0 0,-54-84 408 0 0,92 160-452 0 0,0-1 1 0 0,1 1-1 0 0,1-2 1 0 0,-5-18-1 0 0,6 22-37 0 0,1 0 0 0 0,-12-23-1 0 0,10 24 7 0 0,0 0 0 0 0,1 0-1 0 0,-4-18 1 0 0,3 10-46 0 0,-16-40 1 0 0,8 25 28 0 0,37 71 225 0 0,9 38 488 0 0,24 82-1 0 0,41 133 883 0 0,-62-188-919 0 0,-29-87-486 0 0,1 1-1 0 0,1-1 0 0 0,0 0 0 0 0,16 21 1 0 0,2-7 35 0 0,-26-26-182 0 0,0 1 0 0 0,1 3 57 0 0,-1 0 0 0 0,2 0 0 0 0,-1 0 1 0 0,1 0-1 0 0,-1-1 0 0 0,5 9 0 0 0,-2-4-14 0 0,19 18 252 0 0,-17-15-267 0 0,-4-9 5 0 0,0 0 1 0 0,1 0-1 0 0,-1 0 1 0 0,1 0-1 0 0,0 0 0 0 0,0-1 1 0 0,6 6-1 0 0,-3-3 54 0 0,-2 1-1 0 0,1-1 1 0 0,-1 1 0 0 0,5 8 0 0 0,-8-12-78 0 0,-34-16 310 0 0,4 1-205 0 0,20 9-11 0 0,-1-1 0 0 0,1-1 1 0 0,0 1-1 0 0,0-2 0 0 0,0 1 0 0 0,-14-12 0 0 0,19 14-69 0 0,0 1-1 0 0,-1 0 1 0 0,1 0-1 0 0,-1 0 1 0 0,0 1-1 0 0,1 0 1 0 0,-1-1-1 0 0,0 2 1 0 0,0-1-1 0 0,-9 0 1 0 0,-15-3 65 0 0,-167-37 1106 0 0,72 8-500 0 0,85 21-427 0 0,21 6-136 0 0,0-1-1 0 0,1-1 0 0 0,-1-1 1 0 0,1 0-1 0 0,-26-20 0 0 0,30 21-26 0 0,0 0 0 0 0,-1 1-1 0 0,0 1 1 0 0,0 0-1 0 0,-23-5 1 0 0,20 6 48 0 0,0 0 0 0 0,0-2 0 0 0,-24-13 0 0 0,-42-24 335 0 0,50 27-152 0 0,0-1 1 0 0,-35-26-1 0 0,47 29-7 0 0,-42-21 0 0 0,16 10-46 0 0,46 25-293 0 0,-22-13 76 0 0,-42-18 0 0 0,50 25-76 0 0,1-1 0 0 0,0 0 0 0 0,-17-13 0 0 0,-24-14 0 0 0,46 30 0 0 0,0 0 0 0 0,0-1 0 0 0,1 0 0 0 0,0 0 0 0 0,1 0 0 0 0,-1-1 0 0 0,1-1 0 0 0,0 1 0 0 0,1-1 0 0 0,-7-10 0 0 0,-2-6-41 0 0,11 18 21 0 0,0 0 0 0 0,1 0 1 0 0,0 0-1 0 0,0 0 1 0 0,0 0-1 0 0,-3-11 0 0 0,-13-68-515 0 0,18 77 475 0 0,0 1 0 0 0,0 0 0 0 0,1 0 0 0 0,0-15-1 0 0,-1-20-173 0 0,-19-37-450 0 0,16 63 517 0 0,-2 1 0 0 0,0 0 0 0 0,-12-23 0 0 0,-2-4-10 0 0,-14-28-124 0 0,4 13 74 0 0,-11-25-193 0 0,30 58 296 0 0,-1 0-1 0 0,-16-23 1 0 0,12 10-30 0 0,11 23 94 0 0,-7-17-217 0 0,-30-48 0 0 0,28 55 141 0 0,-20-52-245 0 0,11 23 71 0 0,14 34 137 0 0,-1 0 0 0 0,-20-28-1 0 0,-12-7 232 0 0,-4-12-41 0 0,36 49-82 0 0,0 1 0 0 0,2-1 1 0 0,0 0-1 0 0,1-1 0 0 0,1 0 0 0 0,1 0 1 0 0,-4-24-1 0 0,-8-21-221 0 0,10 36 234 0 0,-9-24-226 0 0,9 31 128 0 0,0-1 0 0 0,2 1 0 0 0,-5-42 0 0 0,-30-154-739 0 0,30 174 623 0 0,5 24 175 0 0,1 1 0 0 0,0-1 0 0 0,2-1 1 0 0,-1-19-1 0 0,2-8-128 0 0,0 11-12 0 0,5-46 1 0 0,10-89-510 0 0,-8 16 120 0 0,-11 90 300 0 0,5 55 270 0 0,-1 0 0 0 0,0 0 0 0 0,0 1 0 0 0,0-1 0 0 0,-1 0 0 0 0,-1 0 0 0 0,1 1 0 0 0,-1 0 0 0 0,-5-10 0 0 0,-36-68-459 0 0,32 67 481 0 0,10 18 21 0 0,1-1 1 0 0,0 1-1 0 0,0-1 1 0 0,0 1-1 0 0,0-1 0 0 0,0 1 1 0 0,0-1-1 0 0,0 0 1 0 0,0 1-1 0 0,1-1 0 0 0,-1 0 1 0 0,1 0-1 0 0,-1 0 0 0 0,1 1 1 0 0,0-1-1 0 0,-1-3 1 0 0,13-95-454 0 0,-18 84 432 0 0,5 14 22 0 0,0 1 1 0 0,0 0-1 0 0,0-1 0 0 0,1 1 0 0 0,-1-1 0 0 0,0 1 0 0 0,1-1 0 0 0,-1 1 0 0 0,1-1 0 0 0,0 0 0 0 0,0 1 0 0 0,-1-1 0 0 0,1 0 1 0 0,0 1-1 0 0,0-1 0 0 0,1 1 0 0 0,-1-1 0 0 0,0 0 0 0 0,1-1 0 0 0,0-4 43 0 0,0 1 0 0 0,0-1-1 0 0,-1 1 1 0 0,0-1 0 0 0,0 1 0 0 0,-1-11-1 0 0,-1-7-43 0 0,3 3-19 0 0,0 15 10 0 0,-1 0-1 0 0,1 0 1 0 0,-1 0 0 0 0,-1 0 0 0 0,1 0-1 0 0,-1 0 1 0 0,0 0 0 0 0,0 0-1 0 0,-3-6 1 0 0,-8 77 309 0 0,-15 104 585 0 0,-8 99 364 0 0,34-68-317 0 0,15-23-203 0 0,-11-38-69 0 0,-3-124-539 0 0,0-14-107 0 0,0 0 3 0 0,0 0 0 0 0,0 0 0 0 0,0 0 0 0 0,0 0 0 0 0,0 0 0 0 0,1 0 0 0 0,-1 0 1 0 0,0 0-1 0 0,0-1 0 0 0,1 1 0 0 0,-1 0 0 0 0,0 0 0 0 0,1 0 0 0 0,0 1 0 0 0,1-28 125 0 0,-3 4-162 0 0,-7-36 0 0 0,3 25-5 0 0,-6-81-556 0 0,5-139 0 0 0,6 232 516 0 0,-1-2-55 0 0,5-39 0 0 0,38-128-567 0 0,-41 185 677 0 0,0-1 1 0 0,-1 1-1 0 0,1 0 0 0 0,-1-1 1 0 0,-1-6-1 0 0,2-23-95 0 0,-1-2 14 0 0,0 33 83 0 0,-1-1 0 0 0,0 1 1 0 0,0-1-1 0 0,0 1 0 0 0,-3-6 1 0 0,2 7 4 0 0,1 1 0 0 0,0-1 0 0 0,0 1 0 0 0,0-1 1 0 0,0 1-1 0 0,1-1 0 0 0,-1 1 0 0 0,0-1 1 0 0,1 0-1 0 0,0 0 0 0 0,0 1 0 0 0,0-1 0 0 0,0 0 1 0 0,0 1-1 0 0,0-1 0 0 0,1 0 0 0 0,-1 1 0 0 0,1-1 1 0 0,0 0-1 0 0,2-4 0 0 0,14-24-88 0 0,-17 31 91 0 0,1-1 1 0 0,0 1-1 0 0,0-1 1 0 0,0 1-1 0 0,0 0 1 0 0,0 0-1 0 0,-1-1 1 0 0,1 1-1 0 0,0 0 1 0 0,0 0-1 0 0,0 0 1 0 0,0 0-1 0 0,0 0 1 0 0,2 0-1 0 0,4 1 40 0 0,0 0 0 0 0,0 1 1 0 0,1-1-1 0 0,-1 1 0 0 0,-1 0 0 0 0,1 1 0 0 0,7 3 1 0 0,30 10 112 0 0,-9-7 195 0 0,59 23 0 0 0,-57-18-59 0 0,46 11-1 0 0,60 15 448 0 0,23 4 37 0 0,-148-39-653 0 0,0 0 1 0 0,0 0-1 0 0,-1 2 0 0 0,0 0 0 0 0,0 1 0 0 0,-1 1 1 0 0,0 0-1 0 0,0 1 0 0 0,-1 1 0 0 0,23 22 1 0 0,24 21 199 0 0,73 71 705 0 0,-101-93-769 0 0,-22-22-134 0 0,-1 1 0 0 0,12 14 0 0 0,-9-10 33 0 0,1 0 0 0 0,1-1 0 0 0,27 19 0 0 0,-34-26-136 0 0,108 91 812 0 0,-89-74-587 0 0,-23-19-194 0 0,0 0 0 0 0,1-1-1 0 0,-1 0 1 0 0,1 0 0 0 0,0 0 0 0 0,13 6-1 0 0,3-2 118 0 0,1 0 0 0 0,32 6-1 0 0,-49-11-112 0 0,1-1 0 0 0,0 1 0 0 0,-1-1-1 0 0,0 2 1 0 0,0-1 0 0 0,11 8 0 0 0,-1 0 85 0 0,-11-8-95 0 0,0 0 0 0 0,0 1 0 0 0,-1 0 0 0 0,1 0 0 0 0,-1 0 0 0 0,0 0 0 0 0,0 1 0 0 0,0 0 0 0 0,4 8 0 0 0,-4-7 4 0 0,0-1 0 0 0,0 1 0 0 0,0-1 0 0 0,7 6 0 0 0,27 27 198 0 0,-24-23-4 0 0,31 25 0 0 0,23 9 11 0 0,78 64 496 0 0,-89-55-742 0 0,-27-28 0 0 0,-22-23 0 0 0,0 1 0 0 0,0 0 0 0 0,-1 0 0 0 0,11 16 0 0 0,11 23 0 0 0,10 17 0 0 0,-31-48 0 0 0,2-1 0 0 0,18 25 0 0 0,8 10 0 0 0,-7-5 0 0 0,-16-28 0 0 0,-2 1 0 0 0,19 38 0 0 0,-24-42 0 0 0,2-1 0 0 0,0 1 0 0 0,0-1 0 0 0,1 0 0 0 0,19 20 0 0 0,-12-15 0 0 0,5 6 0 0 0,-14-17 0 0 0,0 1 0 0 0,-1-1 0 0 0,0 2 0 0 0,0-1 0 0 0,6 12 0 0 0,68 134 0 0 0,74 147 0 0 0,-104-181 0 0 0,-34-84 0 0 0,18 60 0 0 0,-11-4 0 0 0,1 39 0 0 0,-18-102 0 0 0,-3-16 0 0 0,0 1 0 0 0,-1-1 0 0 0,0 16 0 0 0,10 141 0 0 0,-4-119 0 0 0,-2 45 0 0 0,-6-96 0 0 0,0 1 0 0 0,0-1 0 0 0,0 1 0 0 0,0-1 0 0 0,0 1 0 0 0,0-1 0 0 0,0 1 0 0 0,0-1 0 0 0,-1 1 0 0 0,1-1 0 0 0,0 1 0 0 0,0-1 0 0 0,-1 1 0 0 0,1-1 0 0 0,0 0 0 0 0,0 1 0 0 0,-1-1 0 0 0,1 1 0 0 0,-1-1 0 0 0,1 0 0 0 0,0 1 0 0 0,-1-1 0 0 0,1 0 0 0 0,-1 1 0 0 0,1-1 0 0 0,0 0 0 0 0,-1 0 0 0 0,0 1 0 0 0,-17 0 0 0 0,-15-10 0 0 0,23 4-40 0 0,1-2 1 0 0,0 1-1 0 0,1-1 1 0 0,0 0-1 0 0,-13-14 1 0 0,-34-49-367 0 0,18 21 268 0 0,-49-60-679 0 0,-57-65 88 0 0,51 84 876 0 0,78 77-133 0 0,13 11-11 0 0,0 0 0 0 0,-1 1-1 0 0,1-1 1 0 0,-1 1-1 0 0,1 0 1 0 0,-1-1-1 0 0,1 1 1 0 0,-1 0 0 0 0,0 0-1 0 0,0 0 1 0 0,0 0-1 0 0,1 0 1 0 0,-1 1-1 0 0,0-1 1 0 0,0 0-1 0 0,0 1 1 0 0,0-1 0 0 0,0 1-1 0 0,0 0 1 0 0,-1 0-1 0 0,1 0 1 0 0,-2 0-1 0 0,-6 0 8 0 0,0-1-1 0 0,0 2 0 0 0,0 0 0 0 0,0 0 1 0 0,1 1-1 0 0,-1 0 0 0 0,0 0 0 0 0,1 1 1 0 0,-1 0-1 0 0,-10 6 0 0 0,8-2 10 0 0,0-1-1 0 0,0 2 0 0 0,0 0 1 0 0,1 0-1 0 0,0 1 0 0 0,1 0 1 0 0,0 1-1 0 0,0 0 0 0 0,1 1 1 0 0,1 0-1 0 0,-14 21 0 0 0,21-28-14 0 0,-1 1-1 0 0,1-1 1 0 0,0 1 0 0 0,0-1-1 0 0,0 1 1 0 0,0-1-1 0 0,1 1 1 0 0,0-1-1 0 0,0 7 1 0 0,8 44 38 0 0,-2-18-2 0 0,13 174 142 0 0,14 14 5 0 0,-28-200-169 0 0,1 19 58 0 0,2 79-1 0 0,-8-122-74 0 0,0 0-1 0 0,0 0 1 0 0,0 0-1 0 0,0-1 1 0 0,0 1-1 0 0,0 0 1 0 0,-1 0-1 0 0,1 0 1 0 0,0 0-1 0 0,-1-1 1 0 0,1 1-1 0 0,0 0 1 0 0,-1 0-1 0 0,1-1 1 0 0,-1 1-1 0 0,1 0 1 0 0,-1 0-1 0 0,1-1 1 0 0,-1 1-1 0 0,1-1 1 0 0,-1 1-1 0 0,0-1 1 0 0,1 1-1 0 0,-2 0 1 0 0,0 0 1 0 0,0-1 1 0 0,1 1-1 0 0,-1 0 1 0 0,0-1 0 0 0,0 0-1 0 0,0 1 1 0 0,0-1-1 0 0,1 0 1 0 0,-1 0-1 0 0,-3-1 1 0 0,-2 1 5 0 0,0-2-1 0 0,0 1 1 0 0,0-1 0 0 0,1 0 0 0 0,-7-3 0 0 0,5 1 10 0 0,0-1 1 0 0,0 0-1 0 0,-12-11 0 0 0,-7-5 6 0 0,7 7 30 0 0,0-2 0 0 0,-28-29-1 0 0,27 25-134 0 0,-33-26-1 0 0,-69-52-50 0 0,32 23-118 0 0,35 35 137 0 0,33 25 139 0 0,1-1 1 0 0,1-1-1 0 0,-21-22 1 0 0,10 7 1 0 0,-25-29 32 0 0,34 34-33 0 0,-2 1 0 0 0,-31-24 1 0 0,27 25-161 0 0,-40-46 1 0 0,34 32 162 0 0,20 22-62 0 0,0 0 0 0 0,1-1 0 0 0,-16-27 0 0 0,20 30-133 0 0,0 0 0 0 0,-14-15 0 0 0,12 16-31 0 0,1-1 1 0 0,-11-17-1 0 0,-6-6 6 0 0,11 7 231 0 0,-6-11-180 0 0,-57-155-944 0 0,49 122 754 0 0,3 14 31 0 0,-18-52-347 0 0,42 103 596 0 0,0 0 0 0 0,-10-17 0 0 0,9 18-4 0 0,0 1 0 0 0,1-1 0 0 0,-6-17 0 0 0,6 13-30 0 0,-1 0 0 0 0,0 0 0 0 0,-1 1 0 0 0,-1 0 0 0 0,-9-15 0 0 0,-46-53-206 0 0,36 48 158 0 0,23 27 78 0 0,-7-6 43 0 0,1-1 1 0 0,1 0 0 0 0,-14-25 0 0 0,7 0-75 0 0,8 20 2 0 0,0 0-1 0 0,-18-29 1 0 0,22 41 69 0 0,0-1 1 0 0,0 1-1 0 0,1-1 0 0 0,0 1 1 0 0,0-1-1 0 0,0 0 0 0 0,1 0 1 0 0,-1 0-1 0 0,1-7 1 0 0,0-7-123 0 0,2-30 0 0 0,0 13 26 0 0,-2 19 23 0 0,-1 1 0 0 0,-1 0 0 0 0,0 0 0 0 0,-1 0 0 0 0,-1 0 0 0 0,-9-20 0 0 0,7 18-32 0 0,1-1-1 0 0,1 1 1 0 0,-6-38 0 0 0,10 48 84 0 0,0 1-1 0 0,0-1 1 0 0,1 1 0 0 0,0-1-1 0 0,0 1 1 0 0,3-16-1 0 0,0 6-57 0 0,0 0-1 0 0,-2 0 0 0 0,0-1 1 0 0,-1 1-1 0 0,-5-35 0 0 0,-2 5-231 0 0,-2-79-1 0 0,7 90 147 0 0,0 0 0 0 0,-3 0-1 0 0,-8-37 1 0 0,8 28 8 0 0,5 39 128 0 0,0-1 0 0 0,0 1 0 0 0,-1 0 0 0 0,-1 0 0 0 0,1-1 1 0 0,-5-10-1 0 0,-8-33-181 0 0,11 42 186 0 0,1 1 0 0 0,0 0 0 0 0,1-1 0 0 0,0 1 0 0 0,0-1 0 0 0,1 1 0 0 0,0-1 0 0 0,0 0 0 0 0,1 1-1 0 0,0-1 1 0 0,3-8 0 0 0,-4 16 36 0 0,0 0-1 0 0,0 1 1 0 0,0-1-1 0 0,1 1 1 0 0,-1-1-1 0 0,0 1 1 0 0,0-1 0 0 0,1 0-1 0 0,-1 1 1 0 0,0-1-1 0 0,1 1 1 0 0,-1-1-1 0 0,1 1 1 0 0,-1 0-1 0 0,0-1 1 0 0,1 1-1 0 0,-1-1 1 0 0,1 1-1 0 0,-1 0 1 0 0,1-1-1 0 0,-1 1 1 0 0,1 0 0 0 0,0 0-1 0 0,-1-1 1 0 0,1 1-1 0 0,-1 0 1 0 0,1 0-1 0 0,0 0 1 0 0,-1 0-1 0 0,1 0 1 0 0,-1 0-1 0 0,1 0 1 0 0,0 0-1 0 0,21 10-57 0 0,-18-8 57 0 0,11 7 126 0 0,1-2 1 0 0,-1 0-1 0 0,21 7 0 0 0,-29-12-110 0 0,10 4 97 0 0,1 0 0 0 0,0-2 0 0 0,19 3 0 0 0,-23-4-22 0 0,-1 0 0 0 0,1 1 1 0 0,24 11-1 0 0,-17-6-11 0 0,120 54 759 0 0,-119-48-712 0 0,0 0 0 0 0,-1 2 1 0 0,0 0-1 0 0,17 21 0 0 0,5 2 182 0 0,144 134 1105 0 0,-146-142-1211 0 0,-30-24-122 0 0,0 1 0 0 0,0-1 0 0 0,-1 1 0 0 0,13 16 0 0 0,-23-25-78 0 0,0 0-1 0 0,1 0 0 0 0,-1 0 0 0 0,0 0 1 0 0,0 1-1 0 0,0-1 0 0 0,0 0 1 0 0,0 0-1 0 0,0 0 0 0 0,0 0 1 0 0,0 0-1 0 0,0 0 0 0 0,1 0 1 0 0,-1 0-1 0 0,0 0 0 0 0,0 0 1 0 0,0 1-1 0 0,0-1 0 0 0,0 0 1 0 0,0 0-1 0 0,0 0 0 0 0,0 0 1 0 0,0 0-1 0 0,0 0 0 0 0,0 1 1 0 0,0-1-1 0 0,0 0 0 0 0,0 0 1 0 0,0 0-1 0 0,0 0 0 0 0,0 0 1 0 0,0 0-1 0 0,0 1 0 0 0,0-1 1 0 0,0 0-1 0 0,0 0 0 0 0,0 0 1 0 0,0 0-1 0 0,0 0 0 0 0,0 0 1 0 0,0 0-1 0 0,0 1 0 0 0,0-1 1 0 0,0 0-1 0 0,-1 0 0 0 0,1 0 1 0 0,0 0-1 0 0,0 0 0 0 0,0 0 1 0 0,0 0-1 0 0,0 0 0 0 0,0 0 0 0 0,0 0 1 0 0,0 1-1 0 0,-1-1 0 0 0,1 0 1 0 0,0 0-1 0 0,0 0 0 0 0,0 0 1 0 0,0 0-1 0 0,0 0 0 0 0,0 0 1 0 0,-1 0-1 0 0,-12-3 52 0 0,-24-11 84 0 0,31 12-106 0 0,-21-11 239 0 0,-50-30 0 0 0,50 26-2 0 0,-47-21 1 0 0,25 18-35 0 0,-190-75 955 0 0,213 85-1034 0 0,1 0 0 0 0,1-2 0 0 0,-35-21 0 0 0,-10-4 296 0 0,48 27-255 0 0,1-1-1 0 0,-28-18 1 0 0,43 25-161 0 0,0 0-1 0 0,0 1 0 0 0,0-1 1 0 0,-1 2-1 0 0,1-1 1 0 0,-1 0-1 0 0,0 1 1 0 0,1 0-1 0 0,-11-1 1 0 0,12 2-9 0 0,0 1 1 0 0,-1 0-1 0 0,1 0 0 0 0,0 0 1 0 0,0 1-1 0 0,-1 0 1 0 0,1-1-1 0 0,0 1 0 0 0,0 1 1 0 0,0-1-1 0 0,0 1 1 0 0,0-1-1 0 0,1 1 1 0 0,-8 5-1 0 0,2 0 62 0 0,-1 1 1 0 0,-13 13-1 0 0,19-15-43 0 0,-1-1-1 0 0,0 0 1 0 0,-1 0-1 0 0,1 0 1 0 0,-1-1 0 0 0,0 0-1 0 0,0 0 1 0 0,0-1-1 0 0,0 1 1 0 0,-1-1 0 0 0,-9 3-1 0 0,16-6-36 0 0,-1 0-1 0 0,0 0 0 0 0,1 0 0 0 0,-1 0 1 0 0,1 0-1 0 0,-1 0 0 0 0,0 0 0 0 0,1 0 1 0 0,-1 0-1 0 0,0 0 0 0 0,1-1 0 0 0,-1 1 1 0 0,0 0-1 0 0,1 0 0 0 0,-1-1 1 0 0,1 1-1 0 0,-1 0 0 0 0,1-1 0 0 0,-1 1 1 0 0,1 0-1 0 0,-1-1 0 0 0,1 1 0 0 0,-1-1 1 0 0,0 0-1 0 0,-7-19 110 0 0,6-27-153 0 0,2 40-45 0 0,6-92-443 0 0,-6 86 397 0 0,1 1 1 0 0,1 0-1 0 0,0-1 1 0 0,0 1-1 0 0,6-14 1 0 0,-6 19 67 0 0,1-1 0 0 0,0 1 0 0 0,1 0-1 0 0,-1 0 1 0 0,1 1 0 0 0,0-1 0 0 0,1 1 0 0 0,0 0 0 0 0,7-8 0 0 0,-9 12 64 0 0,1-1 0 0 0,-1 1 1 0 0,1 0-1 0 0,0 0 1 0 0,0 1-1 0 0,-1-1 1 0 0,1 1-1 0 0,0 0 1 0 0,0 0-1 0 0,1 0 1 0 0,-1 1-1 0 0,0-1 1 0 0,0 1-1 0 0,6 0 1 0 0,10 1 24 0 0,35 6 1 0 0,-31-4-4 0 0,26 3 19 0 0,-9-2 15 0 0,-1 2 1 0 0,64 18 0 0 0,-92-20-47 0 0,0 0-1 0 0,-1 1 1 0 0,0 0 0 0 0,0 0-1 0 0,0 2 1 0 0,0-1 0 0 0,-1 1-1 0 0,0 1 1 0 0,-1 0 0 0 0,0 0-1 0 0,0 1 1 0 0,15 19 0 0 0,-19-20-7 0 0,39 53 121 0 0,65 71 1 0 0,-75-99-64 0 0,1-1 1 0 0,2-1 0 0 0,47 28 0 0 0,129 68 181 0 0,-162-98-185 0 0,21 11 8 0 0,11 6 65 0 0,-1 3 0 0 0,80 65 1 0 0,-129-87-82 0 0,99 86 101 0 0,-108-90-109 0 0,-1 1 1 0 0,-1 1-1 0 0,22 33 1 0 0,59 74 132 0 0,-102-131-179 0 0,326 530 174 0 0,-202-246-174 0 0,-78-169 0 0 0,-27-63 0 0 0,25 109 0 0 0,-28-74 0 0 0,-16-85 0 0 0,-1-2 0 0 0,1 1 0 0 0,-1 0 0 0 0,0-1 0 0 0,0 1 0 0 0,1-1 0 0 0,-1 1 0 0 0,0 0 0 0 0,0-1 0 0 0,-1 1 0 0 0,1-1 0 0 0,0 1 0 0 0,-1-1 0 0 0,0 4 0 0 0,1-5 0 0 0,-1 0 0 0 0,1 0 0 0 0,-1 0 0 0 0,1 0 0 0 0,0 0 0 0 0,-1 0 0 0 0,1 0 0 0 0,-1 0 0 0 0,1 0 0 0 0,-1-1 0 0 0,1 1 0 0 0,0 0 0 0 0,-1 0 0 0 0,1 0 0 0 0,-1 0 0 0 0,1-1 0 0 0,0 1 0 0 0,-1 0 0 0 0,1 0 0 0 0,0-1 0 0 0,-1 1 0 0 0,1 0 0 0 0,0-1 0 0 0,0 1 0 0 0,-1 0 0 0 0,1-1 0 0 0,0 1 0 0 0,0 0 0 0 0,-1-1 0 0 0,-10-13 0 0 0,10 14 0 0 0,-69-86-415 0 0,-82-111-1133 0 0,-157-311-2084 0 0,301 492 3514 0 0,-42-79-807 0 0,-5 2-1 0 0,-68-89 1 0 0,85 134 596 0 0,-8-12-490 0 0,-106-105 0 0 0,130 147 941 0 0,-2 0 1 0 0,0 1-1 0 0,-1 1 0 0 0,-1 2 1 0 0,0 0-1 0 0,-53-18 0 0 0,-176-37 919 0 0,137 41-636 0 0,-36-11 223 0 0,104 30-352 0 0,34 7-205 0 0,-1-1-1 0 0,1-1 0 0 0,0 0 1 0 0,-18-7-1 0 0,1-3 132 0 0,18 8-89 0 0,0 0 0 0 0,-28-18-1 0 0,21 12-7 0 0,17 7-86 0 0,1 0 1 0 0,0 0-1 0 0,0-1 1 0 0,0 0-1 0 0,1 1 0 0 0,0-1 1 0 0,0 0-1 0 0,0 0 0 0 0,1-1 1 0 0,-2-7-1 0 0,-3-5-15 0 0,6 12-87 0 0,6 6 98 0 0,-5 1-10 0 0,1 1 0 0 0,0-1 1 0 0,0 1-1 0 0,0 0 0 0 0,-1-1 1 0 0,1 1-1 0 0,0-1 1 0 0,-1 1-1 0 0,1 0 0 0 0,-1 0 1 0 0,1-1-1 0 0,0 1 0 0 0,-1 0 1 0 0,1 1-1 0 0,27 67 192 0 0,-12-30-61 0 0,17 58 1 0 0,2 28 287 0 0,5-2 1 0 0,80 167-1 0 0,38 10 350 0 0,-70-140-419 0 0,-51-96-49 0 0,71 93 1 0 0,72 79 434 0 0,-97-129-472 0 0,57 82 257 0 0,39 50 270 0 0,-101-141-589 0 0,-60-77-207 0 0,-10-12 0 0 0,-1 0 0 0 0,11 16 0 0 0,-18-25 0 0 0,0 0 0 0 0,0 0 0 0 0,0 1 0 0 0,0-1 0 0 0,0 0 0 0 0,1 0 0 0 0,-1 0 0 0 0,0 0 0 0 0,0 0 0 0 0,0 0 0 0 0,0 0 0 0 0,0 0 0 0 0,0 0 0 0 0,0 1 0 0 0,0-1 0 0 0,0 0 0 0 0,0 0 0 0 0,0 0 0 0 0,0 0 0 0 0,0 0 0 0 0,0 0 0 0 0,0 0 0 0 0,0 1 0 0 0,0-1 0 0 0,0 0 0 0 0,0 0 0 0 0,0 0 0 0 0,0 0 0 0 0,0 0 0 0 0,0 0 0 0 0,0 1 0 0 0,0-1 0 0 0,0 0 0 0 0,0 0 0 0 0,0 0 0 0 0,0 0 0 0 0,0 0 0 0 0,0 0 0 0 0,0 0 0 0 0,0 0 0 0 0,0 1 0 0 0,-1-1 0 0 0,1 0 0 0 0,0 0 0 0 0,0 0 0 0 0,0 0 0 0 0,0 0 0 0 0,0 0 0 0 0,0 0 0 0 0,0 0 0 0 0,0 0 0 0 0,-1 0 0 0 0,1 0 0 0 0,0 0 0 0 0,-9-2 0 0 0,-9-7 0 0 0,2-2-69 0 0,1 0 0 0 0,-23-24 0 0 0,15 13-6 0 0,-59-56-796 0 0,4-4 1 0 0,-75-101 0 0 0,-113-199-1819 0 0,-54-140-836 0 0,247 384 2491 0 0,34 61 460 0 0,-12-8 128 0 0,-7-14 122 0 0,54 89 286 0 0,-1 0 1 0 0,1 0 0 0 0,1-1 0 0 0,0 1 0 0 0,0-1 0 0 0,1 0-1 0 0,1 0 1 0 0,0 0 0 0 0,0 0 0 0 0,1 0 0 0 0,1 0 0 0 0,2-20 0 0 0,0-3-69 0 0,-3 26 90 0 0,1 1-1 0 0,-1 0 1 0 0,1 0 0 0 0,1-1 0 0 0,-1 1 0 0 0,5-10 0 0 0,-3 10 0 0 0,-3 5 15 0 0,1 1 1 0 0,-1-1-1 0 0,1 0 0 0 0,-1 0 1 0 0,1 0-1 0 0,0 1 1 0 0,0-1-1 0 0,0 0 0 0 0,0 1 1 0 0,0-1-1 0 0,0 0 1 0 0,1 1-1 0 0,-1 0 0 0 0,0-1 1 0 0,1 1-1 0 0,-1 0 0 0 0,1 0 1 0 0,0 0-1 0 0,-1 0 1 0 0,1 0-1 0 0,0 0 0 0 0,-1 0 1 0 0,1 0-1 0 0,0 1 1 0 0,0-1-1 0 0,0 1 0 0 0,0-1 1 0 0,0 1-1 0 0,0 0 1 0 0,2 0-1 0 0,7 0 55 0 0,1 2 0 0 0,-1-1 1 0 0,0 1-1 0 0,0 1 0 0 0,0 0 0 0 0,0 1 1 0 0,12 6-1 0 0,74 41 510 0 0,-75-39-424 0 0,49 33 397 0 0,-2 2 0 0 0,73 68 0 0 0,-92-78 16 0 0,95 55 0 0 0,-97-64-325 0 0,45 20 374 0 0,-68-37-431 0 0,-1 1 0 0 0,0 1 0 0 0,-1 2 1 0 0,37 28-1 0 0,-3 12 247 0 0,-1 3 1 0 0,-4 1-1 0 0,-1 3 1 0 0,-4 3-1 0 0,-3 1 0 0 0,49 96 1 0 0,118 207 1566 0 0,-202-358-1959 0 0,-7-12-28 0 0,-4-6-1 0 0,-18-32-190 0 0,-2 0 1 0 0,-32-41-1 0 0,-2-4-134 0 0,38 54 120 0 0,-263-415-2828 0 0,-37 24 35 0 0,286 383 2709 0 0,13 13 266 0 0,-2 2 0 0 0,0 0 0 0 0,-2 1 1 0 0,-43-32-1 0 0,62 52 38 0 0,1 0 0 0 0,-1 0 0 0 0,1 1 0 0 0,-1 0 0 0 0,0-1 0 0 0,0 1 1 0 0,1 1-1 0 0,-1-1 0 0 0,0 0 0 0 0,0 1 0 0 0,0 0 0 0 0,-8 1 0 0 0,-20-3 110 0 0,11-2-77 0 0,8 1 42 0 0,0 1 0 0 0,-23-1 0 0 0,2 10 108 0 0,33-7-189 0 0,0 0 1 0 0,-1 0-1 0 0,1 0 1 0 0,0 0-1 0 0,-1 0 1 0 0,1 0-1 0 0,0 0 1 0 0,-1 1-1 0 0,1-1 1 0 0,0 0-1 0 0,-1 1 1 0 0,1-1-1 0 0,0 1 1 0 0,0-1 0 0 0,0 1-1 0 0,-1 0 1 0 0,1-1-1 0 0,0 1 1 0 0,0 0-1 0 0,0 0 1 0 0,0 0-1 0 0,0 0 1 0 0,0 0-1 0 0,1 0 1 0 0,-2 1-1 0 0,2 0 3 0 0,-1 0 0 0 0,1 0 0 0 0,0-1-1 0 0,0 1 1 0 0,0 0 0 0 0,0-1 0 0 0,0 1 0 0 0,0 0-1 0 0,0 0 1 0 0,1-1 0 0 0,-1 1 0 0 0,1 0-1 0 0,-1-1 1 0 0,1 1 0 0 0,0 0 0 0 0,-1-1 0 0 0,1 1-1 0 0,0-1 1 0 0,2 3 0 0 0,13 24 188 0 0,18 46 1 0 0,-15-30-19 0 0,199 341 1294 0 0,-174-313-1210 0 0,254 365 1515 0 0,-258-387-1429 0 0,1-1-1 0 0,72 63 1 0 0,-104-104-302 0 0,-6-6-27 0 0,0 1-1 0 0,0-1 1 0 0,0 1-1 0 0,-1 0 1 0 0,1 0-1 0 0,-1 0 1 0 0,4 6-1 0 0,-4-7-20 0 0,-16-6 0 0 0,-16-15 87 0 0,1 2 183 0 0,-34-17 0 0 0,28 17-109 0 0,2-1 0 0 0,0-2-1 0 0,-41-33 1 0 0,-82-81-1196 0 0,150 129 971 0 0,-36-35-490 0 0,2-2 1 0 0,-68-94-1 0 0,-50-108-1112 0 0,103 154 1038 0 0,3 7-322 0 0,-3 3 0 0 0,-130-143 0 0 0,176 214 1018 0 0,3 2-8 0 0,-2-1 0 0 0,1 1 0 0 0,-1 1 0 0 0,0-1 0 0 0,-14-8 1 0 0,21 15-61 0 0,1 0 0 0 0,0 0 1 0 0,-1 0-1 0 0,1-1 0 0 0,0 1 1 0 0,-1 0-1 0 0,1 0 0 0 0,0 0 1 0 0,-1 0-1 0 0,1 0 1 0 0,0 0-1 0 0,-1 0 0 0 0,1 0 1 0 0,0 0-1 0 0,-1 0 0 0 0,1 0 1 0 0,-1 0-1 0 0,1 0 1 0 0,0 0-1 0 0,-1 0 0 0 0,1 0 1 0 0,0 0-1 0 0,-1 0 0 0 0,1 0 1 0 0,0 1-1 0 0,-1-1 1 0 0,1 0-1 0 0,0 0 0 0 0,-1 0 1 0 0,1 1-1 0 0,0-1 0 0 0,0 0 1 0 0,-1 0-1 0 0,1 1 1 0 0,-3 14 61 0 0,9 19 51 0 0,-6-33-113 0 0,8 21 103 0 0,0-1 0 0 0,2 0 0 0 0,0 0 0 0 0,1-1 0 0 0,15 20 0 0 0,-12-18-8 0 0,322 455 1779 0 0,-142-246-883 0 0,-28-35-216 0 0,17 15 166 0 0,-56-77-137 0 0,-28-39-159 0 0,-98-95-642 0 0,-1 1 1 0 0,1 0 0 0 0,0-1 0 0 0,0 1-1 0 0,0 0 1 0 0,-1-1 0 0 0,1 1-1 0 0,0-1 1 0 0,0 1 0 0 0,0-1-1 0 0,0 0 1 0 0,0 1 0 0 0,0-1 0 0 0,0 0-1 0 0,0 0 1 0 0,0 0 0 0 0,0 0-1 0 0,0 0 1 0 0,0 0 0 0 0,0 0-1 0 0,0 0 1 0 0,0 0 0 0 0,0 0 0 0 0,0 0-1 0 0,0-1 1 0 0,0 1 0 0 0,0 0-1 0 0,0-1 1 0 0,0 1 0 0 0,-1-1-1 0 0,1 1 1 0 0,0-1 0 0 0,0 1 0 0 0,0-1-1 0 0,0 0 1 0 0,-1 1 0 0 0,1-1-1 0 0,0 0 1 0 0,-1 1 0 0 0,1-1 0 0 0,-1 0-1 0 0,1 0 1 0 0,-1 0 0 0 0,1 0-1 0 0,-1 0 1 0 0,1 0 0 0 0,-1 0-1 0 0,0 1 1 0 0,1-1 0 0 0,-1-2 0 0 0,12-44 77 0 0,-7 23-297 0 0,2 0-1 0 0,11-30 0 0 0,-16 48 181 0 0,-1 0-1 0 0,0 1 1 0 0,-1-1 0 0 0,1 0-1 0 0,-1 0 1 0 0,0 0 0 0 0,0 0-1 0 0,-1 0 1 0 0,0 1-1 0 0,0-1 1 0 0,-4-10 0 0 0,-1-15-179 0 0,2 8 51 0 0,-2 0 0 0 0,-1 0 0 0 0,-10-23 0 0 0,12 31 90 0 0,-2-3-19 0 0,-1 0-1 0 0,-1 0 1 0 0,0 1 0 0 0,-1 0 0 0 0,-1 1 0 0 0,0 0 0 0 0,-2 0 0 0 0,-24-24-1 0 0,-31-29-280 0 0,39 43 241 0 0,-46-54-1 0 0,64 66 28 0 0,1 0 0 0 0,1-1-1 0 0,0-1 1 0 0,1 1 0 0 0,0-1 0 0 0,-7-24 0 0 0,9 25 5 0 0,-5-23-188 0 0,10 36 281 0 0,1 0 0 0 0,-1 0 0 0 0,1 0 0 0 0,0-1 0 0 0,0 1 0 0 0,0 0 0 0 0,0 0 0 0 0,0 0 0 0 0,1-1 0 0 0,-1 1 0 0 0,1 0 0 0 0,-1 0-1 0 0,2-4 1 0 0,-1 5 11 0 0,0 0 0 0 0,-1 1 0 0 0,1-1 0 0 0,0 0-1 0 0,-1 0 1 0 0,1 1 0 0 0,0-1 0 0 0,0 0 0 0 0,0 1-1 0 0,0-1 1 0 0,-1 1 0 0 0,1-1 0 0 0,0 1 0 0 0,0 0-1 0 0,0-1 1 0 0,0 1 0 0 0,0 0 0 0 0,0 0 0 0 0,0-1-1 0 0,0 1 1 0 0,0 0 0 0 0,0 0 0 0 0,0 0-1 0 0,0 0 1 0 0,0 1 0 0 0,0-1 0 0 0,0 0 0 0 0,0 0-1 0 0,0 0 1 0 0,2 1 0 0 0,32 15 57 0 0,-25-11-22 0 0,13 6 40 0 0,0 2-1 0 0,0 0 1 0 0,-1 1-1 0 0,-1 2 0 0 0,0 0 1 0 0,-1 1-1 0 0,-1 1 1 0 0,-1 0-1 0 0,21 28 0 0 0,-19-19 27 0 0,-1 2 0 0 0,-2 0 0 0 0,0 1-1 0 0,-3 1 1 0 0,0 0 0 0 0,16 55-1 0 0,32 130 451 0 0,-55-194-474 0 0,-1 1 1 0 0,-1-1-1 0 0,-1 1 1 0 0,2 42-1 0 0,-6-58-60 0 0,0 1 1 0 0,-1-1-1 0 0,0 0 0 0 0,0 1 0 0 0,-1-1 0 0 0,0 0 1 0 0,0 0-1 0 0,-1 0 0 0 0,0 0 0 0 0,-7 13 0 0 0,8-17-6 0 0,0 0 0 0 0,-1 1 0 0 0,1-1 0 0 0,-1 0 0 0 0,0-1 0 0 0,0 1-1 0 0,0 0 1 0 0,0-1 0 0 0,0 0 0 0 0,-1 0 0 0 0,1 0 0 0 0,-1 0 0 0 0,0 0-1 0 0,1-1 1 0 0,-1 1 0 0 0,0-1 0 0 0,0 0 0 0 0,0 0 0 0 0,0-1 0 0 0,0 1-1 0 0,-7-1 1 0 0,-4 0 29 0 0,-1-2 1 0 0,1 0-1 0 0,-1-1 0 0 0,1-1 0 0 0,0 0 0 0 0,0-1 0 0 0,0 0 0 0 0,1-2 0 0 0,0 1 0 0 0,0-2 1 0 0,-13-9-1 0 0,-12-10-206 0 0,1-3-1 0 0,-45-43 1 0 0,39 31-221 0 0,2-1 0 0 0,2-2 0 0 0,2-2-1 0 0,-43-68 1 0 0,50 62-105 0 0,4 0-1 0 0,1-2 1 0 0,-34-108 0 0 0,55 145 327 0 0,1 4 55 0 0,0 1 1 0 0,0-1-1 0 0,-1 1 1 0 0,-13-23 0 0 0,17 35 104 0 0,1 1 0 0 0,-1-1 0 0 0,1 0 0 0 0,-1 1 1 0 0,1-1-1 0 0,-1 0 0 0 0,0 1 0 0 0,1-1 1 0 0,-1 1-1 0 0,0-1 0 0 0,1 1 0 0 0,-1 0 1 0 0,0-1-1 0 0,0 1 0 0 0,0 0 0 0 0,1-1 0 0 0,-1 1 1 0 0,0 0-1 0 0,0 0 0 0 0,-1 0 0 0 0,2 0 2 0 0,-1 0-1 0 0,1 0 0 0 0,-1 0 1 0 0,1 0-1 0 0,0 0 0 0 0,-1 0 1 0 0,1 0-1 0 0,-1 0 0 0 0,1 1 1 0 0,0-1-1 0 0,-1 0 0 0 0,1 0 1 0 0,0 1-1 0 0,-1-1 0 0 0,1 0 1 0 0,0 0-1 0 0,-1 1 0 0 0,1-1 1 0 0,0 0-1 0 0,-1 1 0 0 0,1-1 1 0 0,0 0-1 0 0,0 1 0 0 0,0-1 1 0 0,-1 1-1 0 0,1-1 0 0 0,0 0 1 0 0,0 1-1 0 0,0-1 0 0 0,0 1 1 0 0,0-1-1 0 0,0 1 0 0 0,0-1 1 0 0,0 0-1 0 0,0 1 0 0 0,0 0 1 0 0,1 13 14 0 0,0-1 1 0 0,2 1-1 0 0,0-1 1 0 0,6 18-1 0 0,3 14 137 0 0,47 183 456 0 0,31 213 641 0 0,-31-140-419 0 0,-53-271-718 0 0,2 0 1 0 0,2-1 0 0 0,0 1 0 0 0,21 39 0 0 0,-20-51-24 0 0,0 0 0 0 0,0 0-1 0 0,2-1 1 0 0,0-1 0 0 0,1 0-1 0 0,1-1 1 0 0,23 19 0 0 0,-30-27-66 0 0,-5-4-9 0 0,-1-1 0 0 0,1 1-1 0 0,0-1 1 0 0,0 0 0 0 0,1 1 0 0 0,-1-1-1 0 0,0-1 1 0 0,1 1 0 0 0,-1 0-1 0 0,1-1 1 0 0,4 2 0 0 0,-8-5-12 0 0,0 1 0 0 0,-1-1 0 0 0,1 1 0 0 0,-1-1 1 0 0,1 1-1 0 0,-1 0 0 0 0,0-1 0 0 0,0 1 0 0 0,1 0 0 0 0,-1 0 0 0 0,-1-2 0 0 0,-111-151-529 0 0,60 77-191 0 0,-64-70-1 0 0,-138-105-1052 0 0,96 98 704 0 0,-55-95-550 0 0,168 193 1578 0 0,38 45 82 0 0,0 1 0 0 0,-1 1 1 0 0,0-1-1 0 0,-20-14 0 0 0,22 23 32 0 0,9 9-30 0 0,6 8 46 0 0,102 138 670 0 0,-20-24-158 0 0,135 136 578 0 0,-118-144-659 0 0,-34-36-139 0 0,133 149 748 0 0,-157-181-727 0 0,-42-49-373 0 0,-6-5-26 0 0,0 0-1 0 0,-1 1 1 0 0,1-1-1 0 0,-1 0 1 0 0,1 0 0 0 0,-1 1-1 0 0,1-1 1 0 0,-1 1-1 0 0,1-1 1 0 0,-1 0-1 0 0,1 1 1 0 0,-1-1-1 0 0,1 1 1 0 0,-1-1 0 0 0,0 1-1 0 0,1-1 1 0 0,-1 1-1 0 0,0-1 1 0 0,1 2-1 0 0,-25-8 115 0 0,7 0-47 0 0,0-2 1 0 0,0 0-1 0 0,-30-21 0 0 0,-46-40-360 0 0,50 36 63 0 0,-207-171-1287 0 0,216 171 1223 0 0,1-1-1 0 0,2-1 0 0 0,1-2 0 0 0,-45-73 0 0 0,53 70 13 0 0,2 0 1 0 0,2-1-1 0 0,2-1 1 0 0,-15-58-1 0 0,23 68 95 0 0,2 0-1 0 0,1 0 0 0 0,2 0 0 0 0,1-1 1 0 0,1 1-1 0 0,7-57 0 0 0,-1 52-41 0 0,2 1-1 0 0,2 0 0 0 0,1 0 1 0 0,22-51-1 0 0,-25 71 124 0 0,1 1 1 0 0,0 0-1 0 0,1 0 1 0 0,1 1-1 0 0,0 0 1 0 0,1 0-1 0 0,0 1 1 0 0,1 1-1 0 0,0 0 1 0 0,1 0-1 0 0,27-17 1 0 0,-29 23 154 0 0,-1 0-1 0 0,1 2 1 0 0,0-1 0 0 0,1 1-1 0 0,-1 0 1 0 0,1 1 0 0 0,-1 1 0 0 0,1 0-1 0 0,13-1 1 0 0,-7 3 46 0 0,1 0 0 0 0,-1 2 0 0 0,0-1 0 0 0,0 2 0 0 0,23 6 0 0 0,11 8 283 0 0,-1 3-1 0 0,94 49 1 0 0,-131-62-320 0 0,406 232 2028 0 0,-383-212-1764 0 0,0 1-1 0 0,-2 2 1 0 0,50 54 0 0 0,-84-83-314 0 0,1 1 1 0 0,-1-1-1 0 0,0 0 0 0 0,1 0 1 0 0,-1 0-1 0 0,1 0 0 0 0,-1 0 0 0 0,1 0 1 0 0,0 0-1 0 0,3 1 0 0 0,1-5-25 0 0,-7-10 40 0 0,-7-10-79 0 0,-2 1-1 0 0,0 0 1 0 0,-2 0 0 0 0,0 1 0 0 0,-17-22 0 0 0,-9-15-180 0 0,-214-403-1766 0 0,130 230 1010 0 0,121 228 973 0 0,-38-69-556 0 0,-58-82 0 0 0,87 138 514 0 0,10 15 55 0 0,0 1 1 0 0,0 0-1 0 0,0 0 1 0 0,0 0-1 0 0,-1 0 1 0 0,1-1-1 0 0,0 1 1 0 0,0 0-1 0 0,0 0 1 0 0,0-1-1 0 0,0 1 1 0 0,-1 0-1 0 0,1 0 1 0 0,0 0-1 0 0,0-1 1 0 0,0 1-1 0 0,0 0 1 0 0,0 0 0 0 0,0-1-1 0 0,0 1 1 0 0,0 0-1 0 0,0-1 1 0 0,0 1-1 0 0,0 0 1 0 0,0 0-1 0 0,0-1 1 0 0,0 1-1 0 0,0 0 1 0 0,1 0-1 0 0,-1-1 1 0 0,0 1-1 0 0,0 0 1 0 0,0 0-1 0 0,0 0 1 0 0,0-1-1 0 0,0 1 1 0 0,1 0-1 0 0,-1 0 1 0 0,0 0-1 0 0,0-1 1 0 0,0 1-1 0 0,1 0 1 0 0,-1 0 0 0 0,0 0-1 0 0,0 0 1 0 0,0 0-1 0 0,1-1 1 0 0,-1 1-1 0 0,0 0 1 0 0,0 0-1 0 0,1 0 1 0 0,-1 0-1 0 0,0 0 1 0 0,0 0-1 0 0,1 0 1 0 0,-1 0-1 0 0,0 0 1 0 0,0 0-1 0 0,1 0 1 0 0,-1 0-1 0 0,0 0 1 0 0,0 0-1 0 0,1 0 1 0 0,-1 0-1 0 0,0 0 1 0 0,0 0-1 0 0,1 1 1 0 0,-1-1-1 0 0,0 0 1 0 0,5 3 19 0 0,0 0 1 0 0,0 0-1 0 0,0 0 1 0 0,-1 1-1 0 0,1-1 1 0 0,-1 1-1 0 0,0 0 0 0 0,0 1 1 0 0,-1-1-1 0 0,7 10 1 0 0,5 5 105 0 0,119 139 1095 0 0,114 178 1 0 0,-176-229-694 0 0,240 335 1633 0 0,-28-79-250 0 0,-277-355-1803 0 0,-5-4-82 0 0,0-1 1 0 0,1 1-1 0 0,-1-1 0 0 0,1 0 1 0 0,0 0-1 0 0,0 0 0 0 0,0 0 1 0 0,1-1-1 0 0,-1 1 0 0 0,5 2 1 0 0,-7-5-22 0 0,-1 0 0 0 0,0 0 0 0 0,1 0 0 0 0,-1 0 0 0 0,0 0 0 0 0,1 0 0 0 0,-1 0 0 0 0,1 0 0 0 0,-1 0 0 0 0,0-1 0 0 0,1 1 0 0 0,-1 0 0 0 0,0 0 0 0 0,1 0 0 0 0,-1 0 1 0 0,0-1-1 0 0,1 1 0 0 0,-1 0 0 0 0,0 0 0 0 0,0-1 0 0 0,1 1 0 0 0,-1 0 0 0 0,0 0 0 0 0,0-1 0 0 0,1 1 0 0 0,-1 0 0 0 0,0-1 0 0 0,0 1 0 0 0,0 0 0 0 0,0-1 0 0 0,1 1 0 0 0,-1 0 0 0 0,0-1 0 0 0,0 1 0 0 0,0 0 0 0 0,0-1 1 0 0,0 1-1 0 0,0-1 0 0 0,0 1 0 0 0,0 0 0 0 0,0-1 0 0 0,0 1 0 0 0,0 0 0 0 0,0-1 0 0 0,0 1 0 0 0,-1-1 0 0 0,-1-20 73 0 0,1 20-60 0 0,-4-17-121 0 0,-1 0 0 0 0,-1 1 0 0 0,-1-1-1 0 0,-1 1 1 0 0,0 1 0 0 0,-12-17 0 0 0,-5-10-140 0 0,-178-339-1893 0 0,-66-210-1083 0 0,257 562 3050 0 0,-106-234-1235 0 0,80 189 662 0 0,-67-101 0 0 0,54 90 194 0 0,41 70 516 0 0,25 51 6 0 0,22 37 744 0 0,60 88 1 0 0,-51-88-369 0 0,48 85 1170 0 0,105 246 0 0 0,-195-397-1496 0 0,5 11 94 0 0,-1 0 0 0 0,0 1-1 0 0,-2-1 1 0 0,0 1 0 0 0,-1 1 0 0 0,3 28 0 0 0,-7-47-115 0 0,0 1 0 0 0,1-1 0 0 0,-1 0 0 0 0,0 0 0 0 0,0 1 0 0 0,0-1 0 0 0,0 0 0 0 0,0 0 0 0 0,0 1 0 0 0,0-1 0 0 0,0 0 0 0 0,0 0 0 0 0,-1 1 0 0 0,1-1 0 0 0,0 0 0 0 0,0 0 0 0 0,0 1 0 0 0,0-1 0 0 0,0 0 0 0 0,0 0 0 0 0,0 1 0 0 0,-1-1 0 0 0,1 0 0 0 0,0 0 0 0 0,0 0 0 0 0,0 0 0 0 0,0 1 0 0 0,-1-1 0 0 0,1 0 0 0 0,0 0 0 0 0,0 0 0 0 0,0 0 0 0 0,-1 0 0 0 0,1 0 0 0 0,0 1 0 0 0,0-1 0 0 0,-1 0 0 0 0,1 0 0 0 0,0 0 0 0 0,0 0 0 0 0,-1 0 0 0 0,1 0 0 0 0,0 0 0 0 0,0 0 0 0 0,-1 0 0 0 0,1 0 0 0 0,0 0 0 0 0,-16-9 109 0 0,-13-18 98 0 0,29 27-208 0 0,-116-134-323 0 0,9 11-311 0 0,42 56 249 0 0,-3 3-1 0 0,-3 4 0 0 0,-3 2 0 0 0,-2 4 1 0 0,-2 3-1 0 0,-104-50 0 0 0,-132-48 468 0 0,195 87 564 0 0,69 35-221 0 0,-56-22 0 0 0,91 44-330 0 0,1 1 1 0 0,-1 0 0 0 0,0 1 0 0 0,0 1 0 0 0,-21-1 0 0 0,5 3 138 0 0,-51 6 1 0 0,45 0 26 0 0,0 3 0 0 0,-64 24 0 0 0,48-15 69 0 0,40-14-252 0 0,-1 1 1 0 0,-16 9 0 0 0,29-13-71 0 0,0 0 1 0 0,1 0-1 0 0,-1 0 0 0 0,0 0 0 0 0,0 1 1 0 0,1-1-1 0 0,-1 0 0 0 0,1 0 1 0 0,-1 1-1 0 0,1-1 0 0 0,0 0 0 0 0,-1 1 1 0 0,1-1-1 0 0,0 0 0 0 0,0 1 1 0 0,0-1-1 0 0,0 3 0 0 0,2 29 70 0 0,-2-26-49 0 0,32 339 1398 0 0,-26-300-1160 0 0,2 0 0 0 0,2-1 1 0 0,28 77-1 0 0,-7-46 299 0 0,49 90-1 0 0,-39-98-160 0 0,3-1-1 0 0,3-3 1 0 0,2-1 0 0 0,3-3-1 0 0,104 92 1 0 0,-62-60 158 0 0,-92-90-505 0 0,-1-1-50 0 0,-1 0 0 0 0,1-1 1 0 0,-1 1-1 0 0,1 0 0 0 0,0-1 1 0 0,-1 1-1 0 0,1-1 0 0 0,0 0 1 0 0,0 1-1 0 0,-1-1 1 0 0,1 1-1 0 0,0-1 0 0 0,0 0 1 0 0,0 0-1 0 0,-1 1 0 0 0,1-1 1 0 0,0 0-1 0 0,1 0 0 0 0,-1 0-4 0 0,0-1 0 0 0,-1 1 0 0 0,1-1 0 0 0,0 1 0 0 0,-1 0 0 0 0,1-1 0 0 0,-1 0 0 0 0,1 1 0 0 0,0-1 0 0 0,-1 1 0 0 0,1-1 0 0 0,-1 0 0 0 0,0 1 0 0 0,1-1 0 0 0,-1 0 0 0 0,1 0 0 0 0,-1 1 0 0 0,0-1 0 0 0,0 0 0 0 0,0 0 0 0 0,1 1 0 0 0,-1-1 0 0 0,0 0 0 0 0,0 0 0 0 0,0-1 0 0 0,1 0 10 0 0,-2 1-14 0 0,1 0 0 0 0,-1 1 0 0 0,1-1 0 0 0,-1 0 0 0 0,0 1 0 0 0,1-1 0 0 0,-1 0 0 0 0,0 1 0 0 0,0-1 0 0 0,1 1 0 0 0,-1-1 0 0 0,0 1 0 0 0,0 0 0 0 0,0-1 0 0 0,1 1 0 0 0,-1 0 0 0 0,0-1 0 0 0,0 1 0 0 0,0 0 0 0 0,-1 0 0 0 0,-1 0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2T15:24:37.330"/>
    </inkml:context>
    <inkml:brush xml:id="br0">
      <inkml:brushProperty name="width" value="0.49989" units="cm"/>
      <inkml:brushProperty name="height" value="0.99977" units="cm"/>
      <inkml:brushProperty name="color" value="#6EE7B7"/>
      <inkml:brushProperty name="tip" value="rectangle"/>
      <inkml:brushProperty name="rasterOp" value="maskPen"/>
    </inkml:brush>
  </inkml:definitions>
  <inkml:trace contextRef="#ctx0" brushRef="#br0">448 1584 216 0 0,'-13'44'8786'0'0,"8"-37"-8158"0"0,-17 21 1296 0 0,18-25-1523 0 0,3-2-244 0 0,0 0 1 0 0,0 0 0 0 0,0 0-1 0 0,0 0 1 0 0,0 0 0 0 0,0-1 0 0 0,0 1-1 0 0,0 0 1 0 0,0-1 0 0 0,-1 1-1 0 0,1-1 1 0 0,0 1 0 0 0,-3-1 0 0 0,2 1-94 0 0,-1 0 0 0 0,0-1 0 0 0,0 1 0 0 0,0-1 0 0 0,0 0 0 0 0,0 0 0 0 0,0 0 0 0 0,0 0 0 0 0,0-1 0 0 0,0 1 0 0 0,0-1 0 0 0,0 0 1 0 0,0 0-1 0 0,0 0 0 0 0,0 0 0 0 0,1 0 0 0 0,-1-1 0 0 0,0 1 0 0 0,1-1 0 0 0,-3-1 0 0 0,3 1-62 0 0,-1 0 0 0 0,1 1-1 0 0,0 0 1 0 0,-1 0 0 0 0,1-1 0 0 0,-1 1 0 0 0,1 1-1 0 0,-1-1 1 0 0,0 0 0 0 0,1 1 0 0 0,-1-1 0 0 0,0 1-1 0 0,0 0 1 0 0,-3 0 0 0 0,2 0-1 0 0,0 0 1 0 0,0-1-1 0 0,1 1 1 0 0,-1-1-1 0 0,0 0 0 0 0,-5-2 1 0 0,-10-4-18 0 0,18 7 16 0 0,0-1 0 0 0,0 0 0 0 0,0 1-1 0 0,0-1 1 0 0,0 0 0 0 0,0 0-1 0 0,1 0 1 0 0,-1 0 0 0 0,0 0 0 0 0,0 0-1 0 0,1 0 1 0 0,-1 0 0 0 0,1 0-1 0 0,-1-2 1 0 0,-5-7 24 0 0,5 9-20 0 0,0 0-1 0 0,0-1 0 0 0,0 1 0 0 0,1 0 1 0 0,-1 0-1 0 0,1-1 0 0 0,-1 1 0 0 0,1-1 1 0 0,-1 1-1 0 0,0-3 0 0 0,-2-8 18 0 0,-1 6-1 0 0,1-1 0 0 0,1 0 0 0 0,-4-12 0 0 0,-3-11 28 0 0,-5-15 103 0 0,13 42-137 0 0,0 0 0 0 0,1 0 0 0 0,-1 0 0 0 0,0-6 0 0 0,1 6-9 0 0,-1 0 0 0 0,1 0 0 0 0,-1 0 1 0 0,1 0-1 0 0,-1 1 0 0 0,-2-6 0 0 0,0 2 18 0 0,1-1 0 0 0,0 1-1 0 0,0 0 1 0 0,0-1 0 0 0,1 0-1 0 0,0 1 1 0 0,0-9 0 0 0,0 5 10 0 0,-4-19 1 0 0,1 12 14 0 0,-4-28 1 0 0,6 32 6 0 0,-7-23-1 0 0,5 24 2 0 0,-2-19-1 0 0,5 21 7 0 0,0-17 0 0 0,2 19-30 0 0,-1 0 1 0 0,-1 0 0 0 0,1 0 0 0 0,-4-11 0 0 0,2 9-7 0 0,0 0 0 0 0,0 0 0 0 0,1 0 0 0 0,0-15 1 0 0,-1-12 35 0 0,-3-30 4 0 0,1 2 33 0 0,3 37-97 0 0,-5-35 1 0 0,-9-14 183 0 0,14 68-186 0 0,1 3 3 0 0,-1 1 0 0 0,-2-8-1 0 0,1 4 8 0 0,0 0 0 0 0,-1-13-1 0 0,-1-5 3 0 0,-8-50 84 0 0,7 37-101 0 0,4 36 9 0 0,-11-61 40 0 0,9 51-40 0 0,1 0 1 0 0,0 0 0 0 0,1 0-1 0 0,2-23 1 0 0,-1 14 8 0 0,4-43-29 0 0,-3 1 19 0 0,0 59 9 0 0,0-1 0 0 0,3-8 1 0 0,7-11-29 0 0,-10 25 18 0 0,-1-1-1 0 0,1 0 0 0 0,-1 1 0 0 0,1-1 1 0 0,0 0-1 0 0,0 1 0 0 0,0-1 0 0 0,1-1 1 0 0,1 0-9 0 0,-2 2 6 0 0,-1 1 0 0 0,0-1 0 0 0,1 1 1 0 0,-1-1-1 0 0,1 1 0 0 0,-1-1 1 0 0,0 1-1 0 0,1-1 0 0 0,-1 1 0 0 0,0-1 1 0 0,0 0-1 0 0,1 1 0 0 0,-1-1 0 0 0,0 1 1 0 0,0-1-1 0 0,0 0 0 0 0,-4-16-2 0 0,2-1 24 0 0,3 12-45 0 0,-1 5 24 0 0,0 1 1 0 0,1 0-1 0 0,-1 0 0 0 0,0 0 1 0 0,0 0-1 0 0,0-1 1 0 0,0 1-1 0 0,0 0 0 0 0,0 0 1 0 0,0 0-1 0 0,0 0 0 0 0,0-1 1 0 0,0 1-1 0 0,0 0 1 0 0,0 0-1 0 0,0 0 0 0 0,0-1 1 0 0,0 1-1 0 0,0 0 0 0 0,0 0 1 0 0,0 0-1 0 0,0 0 0 0 0,0-1 1 0 0,0 1-1 0 0,-1 0 1 0 0,1-11 15 0 0,0 9-9 0 0,1 2 2 0 0,0-1-12 0 0,0 1 0 0 0,0 0 0 0 0,0-1 0 0 0,0 1 1 0 0,0 0-1 0 0,0 0 0 0 0,0 0 0 0 0,1 0 0 0 0,-1 0 1 0 0,0 0-1 0 0,0 0 0 0 0,2 0 0 0 0,4 1-8 0 0,4-3 15 0 0,-7 1 0 0 0,1 0 0 0 0,0 1 0 0 0,0 0 0 0 0,0-1 0 0 0,-1 1 1 0 0,1 1-1 0 0,0-1 0 0 0,7 3 0 0 0,-2-1-14 0 0,-1 1 0 0 0,1 1 0 0 0,-1 0 0 0 0,0 0 1 0 0,9 6-1 0 0,18 21 44 0 0,-33-29-35 0 0,0 0-2 0 0,-1 0 0 0 0,1 0 0 0 0,0 0-1 0 0,0-1 1 0 0,0 1 0 0 0,5 1 0 0 0,3 0 10 0 0,1 1-5 0 0,16 2-1 0 0,-23-5 3 0 0,0 0 0 0 0,0-1 0 0 0,0 0 0 0 0,0 0 0 0 0,0 0-1 0 0,7-2 1 0 0,23-7-26 0 0,-25 6 31 0 0,0 0 0 0 0,0 1-1 0 0,0 0 1 0 0,15-1 0 0 0,-25 3-6 0 0,0 1 0 0 0,0-1 0 0 0,0 0 1 0 0,0 0-1 0 0,0 0 0 0 0,1 0 0 0 0,-1 0 1 0 0,0 0-1 0 0,0 0 0 0 0,0 0 0 0 0,0 0 1 0 0,0 0-1 0 0,0 0 0 0 0,1 0 1 0 0,-1 0-1 0 0,0 0 0 0 0,0 0 0 0 0,0 0 1 0 0,0 0-1 0 0,0 0 0 0 0,0 0 0 0 0,1 0 1 0 0,-1 0-1 0 0,0 0 0 0 0,0-1 0 0 0,0 1 1 0 0,0 0-1 0 0,0 0 0 0 0,0 0 0 0 0,0 0 1 0 0,0 0-1 0 0,1 0 0 0 0,-1 0 1 0 0,0 0-1 0 0,0 0 0 0 0,0-1 0 0 0,0 1 1 0 0,0 0-1 0 0,0 0 0 0 0,0 0 0 0 0,0 0 1 0 0,0 0-1 0 0,0 0 0 0 0,0 0 0 0 0,0-1 1 0 0,0 1-1 0 0,0 0 0 0 0,0 0 0 0 0,0 0 1 0 0,0 0-1 0 0,0 0 0 0 0,0-1 0 0 0,0 1 1 0 0,0 0-1 0 0,0 0 0 0 0,0 0 1 0 0,0 0-1 0 0,0 0 0 0 0,0 0 0 0 0,0 0 1 0 0,0-1-1 0 0,-6-6 94 0 0,5 7-97 0 0,1-1-4 0 0,11 6-19 0 0,-2-1 24 0 0,0 0-1 0 0,0-1 1 0 0,1 0 0 0 0,13 2 0 0 0,-18-3-5 0 0,-4-2 9 0 0,0 0 1 0 0,-1 0 1 0 0,1 0 0 0 0,-1 0 0 0 0,1 0 0 0 0,-1 0 0 0 0,0 0 0 0 0,1 0-1 0 0,-1 1 1 0 0,1-1 0 0 0,-1 0 0 0 0,1 0 0 0 0,-1 0 0 0 0,0 0 0 0 0,1 1 0 0 0,-1-1-1 0 0,0 0 1 0 0,1 0 0 0 0,0 1 0 0 0,-1 0-7 0 0,-1-1 1 0 0,1 0-1 0 0,0 0 1 0 0,0 0-1 0 0,0 1 1 0 0,0-1-1 0 0,0 0 1 0 0,0 0-1 0 0,0 1 1 0 0,0-1-1 0 0,1 0 1 0 0,-1 0-1 0 0,0 0 1 0 0,0 1-1 0 0,0-1 1 0 0,0 0-1 0 0,0 0 1 0 0,0 0-1 0 0,0 1 1 0 0,0-1-1 0 0,0 0 1 0 0,1 0-1 0 0,-1 0 1 0 0,0 1-1 0 0,6 5-1 0 0,-4-3-12 0 0,2 0 8 0 0,-3-2 5 0 0,-1-1-1 0 0,1 0 1 0 0,-1 0 0 0 0,1 1 0 0 0,-1-1-1 0 0,1 0 1 0 0,-1 1 0 0 0,0-1 0 0 0,1 0-1 0 0,-1 1 1 0 0,0-1 0 0 0,1 1 0 0 0,0 0-1 0 0,-1 0 2 0 0,1-1 0 0 0,0 1 0 0 0,0 0 0 0 0,-1 0 0 0 0,1-1-1 0 0,0 1 1 0 0,0-1 0 0 0,0 1 0 0 0,0-1 0 0 0,0 1 0 0 0,0-1 0 0 0,1 1-1 0 0,2 1-11 0 0,1 0 12 0 0,-1 0 1 0 0,1-1 0 0 0,5 2-1 0 0,-6-2 2 0 0,0 0-1 0 0,-1 0 0 0 0,1 1 0 0 0,-1-1 0 0 0,6 4 1 0 0,-5-3-6 0 0,0 0 0 0 0,9 4 0 0 0,2 0 2 0 0,17 8 15 0 0,-7-4-1 0 0,30 11 52 0 0,-8-4-8 0 0,-21-8-32 0 0,-21-7-11 0 0,0 1 0 0 0,0 0 0 0 0,0 0 0 0 0,0 0 0 0 0,5 5 0 0 0,-4-4 17 0 0,13 9 0 0 0,-4-4-47 0 0,4 3 13 0 0,-16-10 5 0 0,1-1 1 0 0,-1 1-1 0 0,5 5 1 0 0,8 4 24 0 0,31 15-28 0 0,1-4 96 0 0,-7-3-51 0 0,4 0-41 0 0,1 1 60 0 0,-10 0-73 0 0,-21-11 33 0 0,1 0 0 0 0,26 10 0 0 0,-31-16-32 0 0,3 2 16 0 0,23 10 0 0 0,0 6 21 0 0,-18-12-52 0 0,25 15 0 0 0,-35-19 33 0 0,15 7 0 0 0,0-1 3 0 0,-17-7 53 0 0,12 10-1 0 0,-3-3-91 0 0,-10-6 31 0 0,1 1-1 0 0,-1-1 0 0 0,0 1 0 0 0,6 8 1 0 0,-8-10 15 0 0,25 26 33 0 0,-22-23-44 0 0,0 0 0 0 0,0-1 0 0 0,16 12 0 0 0,-9-8-4 0 0,2 2 21 0 0,-9-6-21 0 0,2 1 0 0 0,-1-2 0 0 0,16 9-1 0 0,-15-9-2 0 0,0 0-1 0 0,-1 1 0 0 0,11 7 1 0 0,3 3 1 0 0,-17-12 19 0 0,-1 0 0 0 0,9 9 0 0 0,0 0 8 0 0,28 20 1 0 0,-26-22-22 0 0,61 47 22 0 0,-4 2-22 0 0,-6 9 17 0 0,-61-64-30 0 0,-1 0-3 0 0,-2-3 17 0 0,0 0 0 0 0,0 0-1 0 0,0 0 1 0 0,-1 0 0 0 0,1 0 0 0 0,-1 1 0 0 0,1-1 0 0 0,-1 0 0 0 0,1 4 0 0 0,1 4-45 0 0,10 18 0 0 0,-7-14 63 0 0,-1-4-33 0 0,1-1-1 0 0,0 0 1 0 0,9 12 0 0 0,7 9-5 0 0,4 9-5 0 0,1-7 40 0 0,1 4-8 0 0,-22-26-21 0 0,9 11-9 0 0,5 5 18 0 0,-14-17 0 0 0,-1-1 0 0 0,6 11-1 0 0,-10-19-3 0 0,11 23-4 0 0,14 24-56 0 0,-21-40 46 0 0,10 15 36 0 0,33 36 0 0 0,-34-42-14 0 0,-1 1-1 0 0,13 21 1 0 0,-22-32-21 0 0,27 49 14 0 0,1 1 18 0 0,-22-38-20 0 0,0 0 1 0 0,8 21-1 0 0,-3-7 12 0 0,-13-26 0 0 0,0 0 0 0 0,3 12 0 0 0,-2-7-18 0 0,-2-6 5 0 0,0 0-1 0 0,-1 1 1 0 0,0-1-1 0 0,0 0 1 0 0,0 0-1 0 0,-2 8 1 0 0,0 11 27 0 0,3-13-29 0 0,0-1-1 0 0,1 0 0 0 0,0 0 1 0 0,4 15-1 0 0,-4-20 5 0 0,1 7 3 0 0,1 18 0 0 0,-3-19 1 0 0,1 0 1 0 0,4 13-1 0 0,8 30-2 0 0,-10-35 16 0 0,0-4 18 0 0,-2-5-39 0 0,0 0 0 0 0,6 13 0 0 0,-7-20 5 0 0,0-1 0 0 0,-1 0-1 0 0,1 1 1 0 0,-1-1-1 0 0,1 3 1 0 0,-1-2-3 0 0,0-1-1 0 0,0 1 1 0 0,1-1 0 0 0,-1 0-1 0 0,2 4 1 0 0,1 3 15 0 0,-3-8-17 0 0,0 1-1 0 0,1-1 0 0 0,-1 0 0 0 0,1 1 1 0 0,-1-1-1 0 0,1 0 0 0 0,1 2 0 0 0,0 0 8 0 0,-1 0 0 0 0,1 0-1 0 0,-1 0 1 0 0,0 0 0 0 0,2 5-1 0 0,4 11 3 0 0,4 5-22 0 0,19 64 50 0 0,-25-75-46 0 0,-1 0 1 0 0,4 23 0 0 0,-6-16 18 0 0,-3-17-6 0 0,1 0 0 0 0,0 0 0 0 0,1 1 1 0 0,-1-1-1 0 0,1 0 0 0 0,0 5 0 0 0,0-6 0 0 0,-1 1 0 0 0,1-1-1 0 0,-1 1 1 0 0,0-1 0 0 0,0 1 0 0 0,-1 3-1 0 0,1 2 5 0 0,-1 7 25 0 0,0-12-51 0 0,1 0-1 0 0,-1 1 1 0 0,1-1 0 0 0,0 0-1 0 0,1 5 1 0 0,3 38 121 0 0,-1-11-151 0 0,-3-28 56 0 0,1 1 0 0 0,-1-1-1 0 0,-2 15 1 0 0,0 5 4 0 0,1-2-7 0 0,-5 27 0 0 0,3-19 13 0 0,1 16-11 0 0,-2 29-51 0 0,-1 26 77 0 0,5-96-17 0 0,1 21-20 0 0,1-14 11 0 0,0 19 0 0 0,-2-31-6 0 0,0 0 0 0 0,-1 0 0 0 0,0 1 0 0 0,-1 3 0 0 0,-2 8 0 0 0,-2 21 38 0 0,-1-11-91 0 0,4-13 75 0 0,-3 17-1 0 0,0 2-14 0 0,4-21-4 0 0,0 1 1 0 0,0 17 0 0 0,1 18 6 0 0,-3-9-7 0 0,3-30-3 0 0,1 0 1 0 0,-1 0-1 0 0,0 0 0 0 0,-3 8 0 0 0,-3 13 15 0 0,7-27-13 0 0,0 0-1 0 0,-1 0 1 0 0,1 1-1 0 0,0-1 1 0 0,0 0-1 0 0,0 1 1 0 0,0 1-1 0 0,0-2-5 0 0,-1-1 5 0 0,1 0 6 0 0,-4 8 19 0 0,0 1-131 0 0,4-9 108 0 0,-1 0 5 0 0,1 1-1 0 0,0-1 1 0 0,0 0-1 0 0,0 0 1 0 0,0 1-1 0 0,0-1 1 0 0,-1 0-1 0 0,1 0 1 0 0,0 1 0 0 0,0-1-1 0 0,0 0 1 0 0,-1 0-1 0 0,1 1 1 0 0,0-1-1 0 0,0 0 1 0 0,-1 0-1 0 0,1 0 1 0 0,0 1-1 0 0,-1-1 1 0 0,1 0 0 0 0,0 0-1 0 0,0 0 1 0 0,-1 0-1 0 0,1 0 1 0 0,0 0-1 0 0,-1 0 1 0 0,1 0-1 0 0,0 0 1 0 0,-1 0-1 0 0,1 0 1 0 0,0 0 0 0 0,-1 0-1 0 0,1 0 1 0 0,0 0-1 0 0,-1 0 1 0 0,-14-2-8 0 0,13 1-17 0 0,-9 0 62 0 0,-1 0-1 0 0,-13 1 1 0 0,-13-1 70 0 0,3-1-48 0 0,20 1-14 0 0,-18-2 0 0 0,-51-12 148 0 0,75 14-174 0 0,7 1-20 0 0,0 0 0 0 0,0-1 0 0 0,1 1 0 0 0,-1 0 0 0 0,0-1 0 0 0,0 1 0 0 0,0-1 0 0 0,1 0 0 0 0,-1 0 0 0 0,-3-1 0 0 0,4 1 1 0 0,-1 0 0 0 0,0 0 0 0 0,0 0 0 0 0,0 0-1 0 0,0 1 1 0 0,0-1 0 0 0,-3 0 0 0 0,-5-2 24 0 0,-48-19-47 0 0,34 14 46 0 0,-5-2-26 0 0,-50-11 0 0 0,36 12 16 0 0,-31-5 1 0 0,66 13-13 0 0,0-1 1 0 0,0 0-1 0 0,-13-5 0 0 0,12 3-9 0 0,-19-3 1 0 0,6 2 11 0 0,-23-9 1 0 0,-1 0 0 0 0,16 4 28 0 0,16 5-50 0 0,4 1 74 0 0,0-1 1 0 0,0 0 0 0 0,-14-10 0 0 0,3 4-20 0 0,16 8-29 0 0,0 1 0 0 0,0-1 0 0 0,1 0 0 0 0,-6-4 0 0 0,0-1 20 0 0,0 1 1 0 0,-1 0-1 0 0,1 0 0 0 0,-2 1 0 0 0,1 0 1 0 0,-18-5-1 0 0,24 9-44 0 0,0-1 1 0 0,0 1-1 0 0,0-1 0 0 0,-8-5 1 0 0,-22-12 138 0 0,-11-6-71 0 0,30 17-51 0 0,3 1 18 0 0,-24-10-1 0 0,28 14-7 0 0,0 0 0 0 0,0-1 0 0 0,1-1 0 0 0,-8-5 1 0 0,-1-1 14 0 0,-6-5-5 0 0,-8-5 10 0 0,-4-2 26 0 0,-3-4 24 0 0,35 26-78 0 0,0 0 0 0 0,0-1 1 0 0,1 1-1 0 0,-1-1 1 0 0,1 0-1 0 0,-1 0 1 0 0,-3-6-1 0 0,5 7-16 0 0,-1 0 0 0 0,1 0 0 0 0,-1 1 0 0 0,0-1 1 0 0,-3-3-1 0 0,-7-6-6 0 0,10 9 15 0 0,1 1 0 0 0,-1-1-1 0 0,0 1 1 0 0,0-1 0 0 0,-2-1-1 0 0,-4-3 57 0 0,-1 1-67 0 0,1 0-12 0 0,4 0 51 0 0,-9-7 1 0 0,11 9-25 0 0,0-1 0 0 0,-1 1 0 0 0,0 0 0 0 0,0 0-1 0 0,0 0 1 0 0,0 0 0 0 0,-6-4 0 0 0,4 4-5 0 0,0-1 0 0 0,-6-7 1 0 0,3 3 2 0 0,-1 0 1 0 0,-12-9 0 0 0,11 9 1 0 0,-16-16 0 0 0,-18-22-52 0 0,-21-20 129 0 0,-1 12 21 0 0,52 45-98 0 0,-5-4-5 0 0,3 0-23 0 0,12 10 45 0 0,-1 0 1 0 0,2 0-1 0 0,-1 0 1 0 0,-4-5-1 0 0,-1-1-31 0 0,7 7-5 0 0,0-1 0 0 0,-1 1 0 0 0,1-1 0 0 0,-2-3 0 0 0,-10-10 22 0 0,8 10 11 0 0,6 5-22 0 0,-1 0 0 0 0,0 1 0 0 0,0-1 0 0 0,1 0 0 0 0,-1 0 0 0 0,0 1 0 0 0,1-1 0 0 0,-1 0 0 0 0,1 0 0 0 0,-1 0 0 0 0,1 0 0 0 0,-1-2 0 0 0,-1-1 12 0 0,1 3-16 0 0,0 0 1 0 0,1 0 0 0 0,-1 0-1 0 0,1-1 1 0 0,-1 1-1 0 0,1 0 1 0 0,-1-2 0 0 0,1-3 11 0 0,0 4-11 0 0,1 0 1 0 0,-1 0-1 0 0,0 0 0 0 0,0 1 1 0 0,-1-1-1 0 0,1 0 1 0 0,0 0-1 0 0,-1 1 0 0 0,1-1 1 0 0,-2-2-1 0 0,-5-9 25 0 0,-8-21 1 0 0,13 31-17 0 0,1 1 1 0 0,-1-1 0 0 0,0 0-1 0 0,0 0 1 0 0,-4-3 0 0 0,-2-3 32 0 0,-2-4-56 0 0,-16-15 1 0 0,14 16 27 0 0,-13-17 1 0 0,-1 0 11 0 0,24 27-29 0 0,1-1 0 0 0,0 1 0 0 0,-1-1-1 0 0,0-3 1 0 0,-4-7 21 0 0,-13-20-18 0 0,-11-24 27 0 0,-3-10-156 0 0,14 30 142 0 0,-5-15-69 0 0,7 22 104 0 0,12 21-38 0 0,-7-12 0 0 0,-2-5-71 0 0,7 14 66 0 0,5 9-12 0 0,1 0 1 0 0,-1 1-1 0 0,1-1 1 0 0,-1 0 0 0 0,0-4-1 0 0,1 4 17 0 0,1 0-1 0 0,-1 0 0 0 0,0 0 0 0 0,0 0 0 0 0,0 0 0 0 0,-1 0 1 0 0,1 0-1 0 0,-3-2 0 0 0,3 3-7 0 0,-1-1-1 0 0,1 1 1 0 0,0 0 0 0 0,0-1-1 0 0,0 1 1 0 0,0-1 0 0 0,-1-5-1 0 0,-3-19-19 0 0,-1-20 21 0 0,-5-24-14 0 0,11 69 10 0 0,-1-2-7 0 0,0 0 1 0 0,0 0 0 0 0,1 0-1 0 0,0 0 1 0 0,0 0 0 0 0,0 0 0 0 0,1-6-1 0 0,0 8-22 0 0,0 0-1 0 0,0 1 1 0 0,0-1-1 0 0,0 0 0 0 0,0 0 1 0 0,1 0-1 0 0,-1 1 1 0 0,1-1-1 0 0,-1 1 0 0 0,3-3 1 0 0,10-11 6 0 0,-4 2 49 0 0,-1-1 1 0 0,-1 0-1 0 0,7-16 1 0 0,1-3-11 0 0,-10 21-48 0 0,6-15 0 0 0,12-34 44 0 0,-18 45 4 0 0,-1-1 0 0 0,-1 0-1 0 0,-1 0 1 0 0,0 0 0 0 0,0-25-1 0 0,-2 24 18 0 0,5-28-1 0 0,-4 30-46 0 0,1-3 25 0 0,3-25-27 0 0,-6 39 20 0 0,0 0-1 0 0,0 0 1 0 0,0 0-1 0 0,-1 0 1 0 0,1 0-1 0 0,-4-8 1 0 0,3 10 4 0 0,0-3 2 0 0,-1 0 1 0 0,-1 0-1 0 0,1 0 1 0 0,-1 0-1 0 0,0 1 1 0 0,-6-9-1 0 0,-4-7-17 0 0,6 10 7 0 0,1 0 0 0 0,0-1 0 0 0,1 1 0 0 0,-6-20 0 0 0,7 20 13 0 0,3 10-7 0 0,0-1 1 0 0,0 0 0 0 0,0 0 0 0 0,1 0 0 0 0,-1 0-1 0 0,1 0 1 0 0,-1-4 0 0 0,0 2-5 0 0,0-1 0 0 0,1 1 1 0 0,-1 0-1 0 0,-1-1 0 0 0,-2-6 0 0 0,-2-7 25 0 0,1 2-35 0 0,-1 0 0 0 0,-9-19 0 0 0,-3-7 13 0 0,-25-88-12 0 0,25 72-3 0 0,5 16 21 0 0,8 28-7 0 0,0-1 0 0 0,-1 1 1 0 0,0 0-1 0 0,-11-17 0 0 0,9 17-3 0 0,1 0 0 0 0,1-1 0 0 0,-7-21 0 0 0,2 2 29 0 0,10 30-62 0 0,4 10-41 0 0,6 14-35 0 0,-7-11 111 0 0,1 0 0 0 0,1 16 0 0 0,0 0 0 0 0,9 65 17 0 0,-6-36-34 0 0,12 53-8 0 0,-13-78-7 0 0,18 46 1 0 0,7-3 92 0 0,-1 15-2 0 0,-28-82-60 0 0,1 3 3 0 0,6 15 0 0 0,-8-21 1 0 0,0 0-1 0 0,1 0 1 0 0,-1-1-1 0 0,0 1 0 0 0,1 0 1 0 0,-1 0-1 0 0,0-1 1 0 0,1 1-1 0 0,0-1 0 0 0,-1 1 1 0 0,1-1-1 0 0,4 2 1 0 0,3 2-15 0 0,-5-3 8 0 0,0 0-1 0 0,0 0 1 0 0,-1-1 0 0 0,5 2-1 0 0,-7-3 5 0 0,-1 0 0 0 0,1 0 0 0 0,-1 0-1 0 0,0 0 1 0 0,1 0 0 0 0,-1 0 0 0 0,1 0-1 0 0,-1 0 1 0 0,1 0 0 0 0,-1 0 0 0 0,1 0-1 0 0,-1 0 1 0 0,0 0 0 0 0,1 0 0 0 0,-1-1-1 0 0,1 1 1 0 0,-1 0 0 0 0,0 0 0 0 0,1 0-1 0 0,-1-1 1 0 0,1 1 0 0 0,-1 0 0 0 0,0-1-1 0 0,1 1 1 0 0,-1 0 0 0 0,0 0 0 0 0,1-1 0 0 0,-1 0 0 0 0,1-1 0 0 0,0 1 0 0 0,-1 0 0 0 0,0 0 0 0 0,1 0 0 0 0,-1 0 0 0 0,0-1 1 0 0,1 1-1 0 0,-1-2 0 0 0,0-4 3 0 0,0 1 1 0 0,-1 0-1 0 0,0-7 0 0 0,-6-16 15 0 0,-12-36 0 0 0,3 15-56 0 0,6 12 16 0 0,-2 2 0 0 0,2 4 31 0 0,-8-54 38 0 0,9 31-76 0 0,7 41 44 0 0,1 3-21 0 0,0-16 0 0 0,1 23-2 0 0,0 1 0 0 0,0-1 0 0 0,1 1 0 0 0,-1-1 0 0 0,1 1 0 0 0,0-1 0 0 0,0 1 0 0 0,3-6 0 0 0,-4 9 9 0 0,1 0 0 0 0,-1-1 0 0 0,1 1 0 0 0,-1 0 0 0 0,1 0 0 0 0,-1-1 1 0 0,1 1-1 0 0,-1 0 0 0 0,1 0 0 0 0,-1 0 0 0 0,1-1 0 0 0,-1 1 1 0 0,1 0-1 0 0,0 0 0 0 0,-1 0 0 0 0,1 0 0 0 0,-1 0 0 0 0,1 0 0 0 0,-1 0 1 0 0,1 0-1 0 0,0 1 0 0 0,13 1 0 0 0,0 2-26 0 0,-7-3 16 0 0,0 1 0 0 0,12 4 0 0 0,70 30-59 0 0,-68-28 146 0 0,3 2-65 0 0,44 27-1 0 0,-1-1-11 0 0,-57-31-3 0 0,1 0 0 0 0,1-1-1 0 0,-1-1 1 0 0,17 3 0 0 0,-19-4 4 0 0,24 3 0 0 0,0 1 0 0 0,44 15 1 0 0,-23-5 4 0 0,-8-3-11 0 0,-46-12 5 0 0,4 0 10 0 0,-1 0 0 0 0,1 0 1 0 0,0 0-1 0 0,-1 0 1 0 0,8 0-1 0 0,-11-1 9 0 0,0 0-18 0 0,0 0 1 0 0,0 0 0 0 0,0 0 0 0 0,0 0 0 0 0,-1 0 0 0 0,1 0-1 0 0,0 0 1 0 0,0 0 0 0 0,0 0 0 0 0,0 0 0 0 0,0 0 0 0 0,0 0-1 0 0,0 1 1 0 0,0-1 0 0 0,-1 0 0 0 0,1 0 0 0 0,0 0 0 0 0,0 0-1 0 0,0 0 1 0 0,0 0 0 0 0,0 0 0 0 0,0 0 0 0 0,0 0 0 0 0,-1 0-1 0 0,1 0 1 0 0,0 0 0 0 0,0 0 0 0 0,0-1 0 0 0,0 1 0 0 0,0 0-1 0 0,0 0 1 0 0,0 0 0 0 0,0 0 0 0 0,-1 0 0 0 0,1 0 0 0 0,0 0-1 0 0,0 0 1 0 0,0 0 0 0 0,0 0 3 0 0,-15-12-25 0 0,-29-17 1 0 0,23 16 11 0 0,-106-59-111 0 0,118 67 101 0 0,-15-10-1 0 0,14 8-63 0 0,4 1-49 0 0,7 5 49 0 0,3 1 45 0 0,3 4 13 0 0,-1-1 1 0 0,1 1-1 0 0,-1 0 0 0 0,0 1 1 0 0,0-1-1 0 0,10 12 1 0 0,11 7-2 0 0,-11-11 15 0 0,8 6 12 0 0,47 28 0 0 0,-16-13 1 0 0,-24-14-51 0 0,-8-5 66 0 0,75 42 11 0 0,-20-14-60 0 0,-46-25 50 0 0,0 1-1 0 0,41 32 0 0 0,-26-18-8 0 0,-20-15 26 0 0,-11-6-27 0 0,-9-7 4 0 0,1 1 1 0 0,8 7-1 0 0,-4-3-8 0 0,-9-7-5 0 0,-1-1 0 0 0,0 1 0 0 0,1 0-1 0 0,-1 0 1 0 0,3 3 0 0 0,12 16 139 0 0,-13-16-112 0 0,20 30-4 0 0,-21-29-25 0 0,-2-4 2 0 0,0-1 0 0 0,-1 1 0 0 0,1-1 0 0 0,0 0 0 0 0,0 1 0 0 0,0-1 0 0 0,0 0 0 0 0,2 2 0 0 0,14 13-31 0 0,-7-6 72 0 0,17 13 0 0 0,-17-17-42 0 0,0 0-1 0 0,20 9 1 0 0,-27-13 1 0 0,0-1 1 0 0,0 1 0 0 0,-1 0-1 0 0,1 0 1 0 0,2 3-1 0 0,-2-3 16 0 0,-1 1 0 0 0,1-1-1 0 0,5 3 1 0 0,4 6-8 0 0,-7-6-3 0 0,2 2-13 0 0,8 5 29 0 0,-3-3-10 0 0,0 0 1 0 0,17 18-1 0 0,6 6 5 0 0,18 5 13 0 0,-38-26-23 0 0,23 18-105 0 0,-13-11 131 0 0,-18-14-15 0 0,0 1 0 0 0,10 8 0 0 0,-2 2-7 0 0,17 19 17 0 0,-19-21-37 0 0,26 25 0 0 0,-7-9 29 0 0,-20-17-7 0 0,11 17 0 0 0,-5-5-4 0 0,-9-14-27 0 0,8 17 1 0 0,-12-18 5 0 0,2 0 0 0 0,14 18 0 0 0,-16-22 38 0 0,7 11 1 0 0,-8-10-28 0 0,9 9-1 0 0,-9-11 13 0 0,-1-1-1 0 0,0 1 0 0 0,3 6 1 0 0,3 4 3 0 0,41 60-32 0 0,-50-74 20 0 0,8 11-12 0 0,9 19 0 0 0,6 21-30 0 0,-16-38 79 0 0,-3-8-29 0 0,-1 1-1 0 0,0 0 1 0 0,4 13 0 0 0,-4-7-4 0 0,2 0 0 0 0,8 18 0 0 0,-5-12-7 0 0,-4-10 21 0 0,0 0-19 0 0,0 1 1 0 0,-1-1-1 0 0,0 1 0 0 0,2 10 1 0 0,-5-16-3 0 0,1 0 1 0 0,0 0 0 0 0,3 4-1 0 0,-3-4 1 0 0,0-1-1 0 0,0 1 0 0 0,1 5 1 0 0,11 108 30 0 0,-12-103-41 0 0,1 15 23 0 0,-2 46 0 0 0,-1-62-24 0 0,1-1-1 0 0,1 19 1 0 0,1 73 4 0 0,-2-61-18 0 0,2 4 64 0 0,1-7-58 0 0,-3-16 27 0 0,-1 36 17 0 0,0-5-32 0 0,2-30-25 0 0,0 3 89 0 0,3-14-166 0 0,-4-13 118 0 0,1-1 0 0 0,-1 0 0 0 0,0 1-1 0 0,1-1 1 0 0,-1 1 0 0 0,0-1 0 0 0,0 1 0 0 0,0 0 0 0 0,1-1-1 0 0,-1 1 1 0 0,0-1 0 0 0,0 1 0 0 0,0-1 0 0 0,0 1 0 0 0,0 0-7 0 0,1-1 1 0 0,-1 0 0 0 0,0 0 0 0 0,1 0-1 0 0,-1 0 1 0 0,0 0 0 0 0,1 0-1 0 0,-1 1 1 0 0,0-1 0 0 0,0 0 0 0 0,1 0-1 0 0,-1 0 1 0 0,0 1 0 0 0,0-1 0 0 0,1 0-1 0 0,-1 0 1 0 0,0 1 0 0 0,0-1 0 0 0,0 0-1 0 0,1 0 1 0 0,-1 1 0 0 0,0-1 0 0 0,0 0-1 0 0,0 1 1 0 0,2 2-6 0 0,2 1 3 0 0,0 1 0 0 0,0 0 1 0 0,-1 0-1 0 0,4 6 0 0 0,4 5-15 0 0,-8-13 17 0 0,-2 0 15 0 0,-7-2 0 0 0,1-2-13 0 0,-2 2 8 0 0,2-1-9 0 0,-1 0 0 0 0,0 0 0 0 0,1-1 0 0 0,-1 0-1 0 0,1 0 1 0 0,-6-1 0 0 0,-17-5-3 0 0,1 0 37 0 0,3 1-16 0 0,-12-2-26 0 0,7 2-26 0 0,10 3 35 0 0,-1 1 1 0 0,1 1-1 0 0,-27 1 1 0 0,20 0-11 0 0,5-1 26 0 0,0-1 1 0 0,-29-6-1 0 0,15 1-5 0 0,22 5 6 0 0,0-2 0 0 0,0 0 1 0 0,0 0-1 0 0,1-1 0 0 0,0 0 1 0 0,-20-13-1 0 0,-1 2 20 0 0,23 12-23 0 0,-20-13 1 0 0,-95-70 26 0 0,111 78-40 0 0,0 1 1 0 0,-1 1-1 0 0,1 0 1 0 0,-2 1-1 0 0,-17-5 1 0 0,-32-13 40 0 0,38 13 2 0 0,16 8-28 0 0,1-2-1 0 0,0 1 1 0 0,-12-9 0 0 0,7 4-10 0 0,9 5-5 0 0,-1 0 1 0 0,-8-7 0 0 0,-42-37 52 0 0,6 8 26 0 0,13 13-112 0 0,-15-22 79 0 0,19 16-48 0 0,13 12 0 0 0,12 12 7 0 0,-12-10 0 0 0,6 7-3 0 0,-20-15 71 0 0,30 24-62 0 0,0-1 0 0 0,1 0-1 0 0,0 0 1 0 0,0 0 0 0 0,-5-5 0 0 0,-15-26 12 0 0,8 13 21 0 0,-12-18-125 0 0,18 26 118 0 0,-8-10-57 0 0,10 15 25 0 0,0 1 1 0 0,-17-14-1 0 0,20 18-6 0 0,0 0 0 0 0,0 0 0 0 0,1-1 0 0 0,0 0 0 0 0,-5-6 1 0 0,-15-28 30 0 0,-2-5-78 0 0,11 24-16 0 0,11 12 70 0 0,-1 1 1 0 0,0 0 0 0 0,-1 1-1 0 0,-6-8 1 0 0,8 10-12 0 0,0-1 1 0 0,0 0-1 0 0,1 1 1 0 0,-1-2-1 0 0,1 1 0 0 0,-3-7 1 0 0,-9-14-21 0 0,-31-45 39 0 0,29 47-5 0 0,-23-25 0 0 0,-3-3-8 0 0,-10-12-57 0 0,37 45 69 0 0,15 19-13 0 0,-10-13 2 0 0,0 0 0 0 0,1-1-1 0 0,-15-25 1 0 0,22 32 10 0 0,-12-22-60 0 0,-19-53 0 0 0,24 54 39 0 0,5 15 30 0 0,1 0 0 0 0,0 0 0 0 0,-4-25 0 0 0,8 25-59 0 0,0 0 0 0 0,3-21 0 0 0,-2-1 20 0 0,-1 28 16 0 0,0-1 0 0 0,0 1 0 0 0,1-1 0 0 0,0 0 0 0 0,2-7 0 0 0,-1 8 23 0 0,0-1-1 0 0,0-7 1 0 0,0-3-1 0 0,-2 16-29 0 0,1 0 0 0 0,-1 1 0 0 0,0-1 0 0 0,1 0 0 0 0,-1 1 0 0 0,1-1 0 0 0,1-2 0 0 0,-1 4 0 0 0,-1-1 0 0 0,1 0 0 0 0,0 1 1 0 0,-1-1-1 0 0,1 1 0 0 0,0-1 0 0 0,0 1 0 0 0,-1-1 1 0 0,1 1-1 0 0,0-1 0 0 0,0 1 0 0 0,0 0 0 0 0,0-1 1 0 0,0 1-1 0 0,1 0 0 0 0,10-4-5 0 0,13-5 1 0 0,0 0-13 0 0,-23 9 22 0 0,0 0 0 0 0,-1 0 0 0 0,1 0 0 0 0,0 0 0 0 0,-1 0 0 0 0,1 0 0 0 0,0 0 0 0 0,-1 0 0 0 0,1 1 0 0 0,0-1 0 0 0,-1 0 0 0 0,3 2 0 0 0,9 1-3 0 0,-9-2 8 0 0,-1 0-1 0 0,1 0 1 0 0,-1 1-1 0 0,6 2 1 0 0,0 0 0 0 0,7 2 1 0 0,-1-2-1 0 0,24 4 1 0 0,-21-5 0 0 0,25 9 1 0 0,52 13-26 0 0,-18-6 3 0 0,63 26 13 0 0,-105-31 0 0 0,65 34 0 0 0,19 32-30 0 0,-3 15-16 0 0,-36-28 86 0 0,-46-40-65 0 0,38 34 37 0 0,15 16-16 0 0,-42-36 10 0 0,-8-5-10 0 0,-20-19 29 0 0,1-1 1 0 0,29 22 0 0 0,-31-26-19 0 0,0 0 1 0 0,24 27 0 0 0,11 8-25 0 0,24 20 59 0 0,-36-30-18 0 0,-10-12 5 0 0,29 28-36 0 0,-25-19 17 0 0,41 55 0 0 0,-64-74-13 0 0,-1 0 1 0 0,0 1-1 0 0,-1 0 0 0 0,5 18 0 0 0,-10-26 4 0 0,-1 0 0 0 0,3 15 0 0 0,-3-9 1 0 0,14 68-125 0 0,-16-57 141 0 0,0-24-13 0 0,0-1-1 0 0,0 1 1 0 0,0-1 0 0 0,0 1-1 0 0,0-1 1 0 0,-1 1 0 0 0,1-1-1 0 0,0 1 1 0 0,0-1 0 0 0,-1 1-1 0 0,1-1 1 0 0,0 1 0 0 0,-1-1-1 0 0,1 0 1 0 0,0 1 0 0 0,-1-1-1 0 0,1 0 1 0 0,-1 1 0 0 0,1-1-1 0 0,-1 0 1 0 0,1 1 0 0 0,-1-1-1 0 0,1 0 1 0 0,-1 0 0 0 0,1 1-1 0 0,-1-1 1 0 0,1 0 0 0 0,-2 0-1 0 0,0 1-1 0 0,-1-1-1 0 0,0 1 1 0 0,0-1-1 0 0,-4 0 1 0 0,0 0 4 0 0,0-1 0 0 0,0-1 1 0 0,0 1-1 0 0,0-1 0 0 0,0 0 1 0 0,0 0-1 0 0,0-1 0 0 0,-10-6 1 0 0,-18-6-13 0 0,-116-29 8 0 0,143 42-2 0 0,-7-2 13 0 0,1 0-1 0 0,-14-6 1 0 0,13 3-10 0 0,1-1 1 0 0,0 0 0 0 0,0-1 0 0 0,1 0-1 0 0,-15-14 1 0 0,10 8 0 0 0,-31-18 0 0 0,5 2-54 0 0,37 26 48 0 0,-41-32 18 0 0,-63-35 0 0 0,-39-22 37 0 0,107 60-21 0 0,11 8-42 0 0,-12-12 8 0 0,31 26 6 0 0,-9-9 4 0 0,-24-32 1 0 0,-8-9 3 0 0,37 45-17 0 0,-15-23 1 0 0,18 21 33 0 0,-21-20 0 0 0,-15-9 20 0 0,-10-18-57 0 0,-8-14 21 0 0,36 45-12 0 0,-18-20-48 0 0,44 47 51 0 0,-2-1 11 0 0,0-1 0 0 0,1-1 0 0 0,-7-13 0 0 0,-14-27-37 0 0,12 24 54 0 0,6 8-4 0 0,-2-4-11 0 0,-19-25 1 0 0,-10-5-106 0 0,36 46 100 0 0,1-1-1 0 0,0-1 1 0 0,0 1 0 0 0,-4-15 0 0 0,3 9-8 0 0,2 7-21 0 0,1 3 28 0 0,1 1-1 0 0,0-1 1 0 0,0 1 0 0 0,0-1 0 0 0,-1-7 0 0 0,-3-5-4 0 0,6 15-50 0 0,-4 1 73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2T15:27:30.841"/>
    </inkml:context>
    <inkml:brush xml:id="br0">
      <inkml:brushProperty name="width" value="0.49989" units="cm"/>
      <inkml:brushProperty name="height" value="0.99977" units="cm"/>
      <inkml:brushProperty name="color" value="#6EE7B7"/>
      <inkml:brushProperty name="tip" value="rectangle"/>
      <inkml:brushProperty name="rasterOp" value="maskPen"/>
    </inkml:brush>
  </inkml:definitions>
  <inkml:trace contextRef="#ctx0" brushRef="#br0">2170 1456 216 0 0,'11'40'8786'0'0,"-6"-34"-8158"0"0,15 20 1296 0 0,-16-23-1523 0 0,-4-2-244 0 0,1 0 1 0 0,0 0 0 0 0,0 0-1 0 0,0-1 1 0 0,0 1 0 0 0,0 0 0 0 0,0-1-1 0 0,0 1 1 0 0,0-1 0 0 0,1 1-1 0 0,-1-1 1 0 0,0 1 0 0 0,2-1 0 0 0,0 1-94 0 0,-1 0 0 0 0,1-1 0 0 0,0 0 0 0 0,-1 1 0 0 0,1-1 0 0 0,0 0 0 0 0,0 0 0 0 0,-1-1 0 0 0,1 1 0 0 0,0 0 0 0 0,0-1 0 0 0,-1 0 1 0 0,1 0-1 0 0,-1 0 0 0 0,1 0 0 0 0,-1 0 0 0 0,1 0 0 0 0,-1 0 0 0 0,1-1 0 0 0,1-1 0 0 0,-2 1-62 0 0,0 1 0 0 0,0-1-1 0 0,1 1 1 0 0,-1 0 0 0 0,0 0 0 0 0,0 0 0 0 0,1 0-1 0 0,-1 1 1 0 0,1-1 0 0 0,-1 1 0 0 0,0-1 0 0 0,1 1-1 0 0,-1 0 1 0 0,5 0 0 0 0,-4 0-1 0 0,1 0 1 0 0,-1-1-1 0 0,0 1 1 0 0,1-1-1 0 0,-1 1 0 0 0,6-3 1 0 0,8-4-18 0 0,-16 7 16 0 0,0-1 0 0 0,0 1 0 0 0,0-1-1 0 0,-1 0 1 0 0,1 0 0 0 0,0 0-1 0 0,0 1 1 0 0,-1-1 0 0 0,1 0 0 0 0,0 0-1 0 0,-1 0 1 0 0,1 0 0 0 0,-1 0-1 0 0,1-2 1 0 0,5-6 24 0 0,-6 8-20 0 0,1 0-1 0 0,0 0 0 0 0,0 0 0 0 0,-1 0 1 0 0,1-1-1 0 0,-1 1 0 0 0,1 0 0 0 0,-1 0 1 0 0,1-1-1 0 0,-1-1 0 0 0,4-8 18 0 0,-1 5-1 0 0,-1-1 0 0 0,1 1 0 0 0,2-11 0 0 0,3-11 28 0 0,5-13 103 0 0,-12 38-137 0 0,0 0 0 0 0,-1 0 0 0 0,1 1 0 0 0,0-7 0 0 0,-1 7-9 0 0,1-1 0 0 0,-1 0 0 0 0,0 1 1 0 0,1-1-1 0 0,0 0 0 0 0,2-4 0 0 0,-1 2 18 0 0,0-1 0 0 0,0 0-1 0 0,0 0 1 0 0,-1 0 0 0 0,0 0-1 0 0,0 0 1 0 0,0-7 0 0 0,0 3 10 0 0,4-16 1 0 0,-1 10 14 0 0,3-26 1 0 0,-6 31 6 0 0,8-22-1 0 0,-6 21 2 0 0,3-16-1 0 0,-5 18 7 0 0,-1-14 0 0 0,0 17-30 0 0,0-1 1 0 0,0 1 0 0 0,1 0 0 0 0,2-11 0 0 0,-1 9-7 0 0,0 0 0 0 0,-1 0 0 0 0,0 0 0 0 0,0-14 1 0 0,2-11 35 0 0,1-28 4 0 0,-1 2 33 0 0,-2 35-97 0 0,5-34 1 0 0,7-11 183 0 0,-11 61-186 0 0,-2 4 3 0 0,1 0 0 0 0,2-7-1 0 0,-1 4 8 0 0,-1 0 0 0 0,2-12-1 0 0,0-5 3 0 0,8-46 84 0 0,-6 34-101 0 0,-4 34 9 0 0,10-57 40 0 0,-8 47-40 0 0,-1 0 1 0 0,-1 1 0 0 0,0-1-1 0 0,-1-21 1 0 0,-1 12 8 0 0,-2-38-29 0 0,1 0 19 0 0,2 54 9 0 0,-1 0 0 0 0,-3-8 1 0 0,-6-9-29 0 0,9 21 18 0 0,1 1-1 0 0,-1-1 0 0 0,1 1 0 0 0,-1-1 1 0 0,0 1-1 0 0,1-1 0 0 0,-1 1 0 0 0,-2-3 1 0 0,1 2-9 0 0,1 1 6 0 0,1 1 0 0 0,0-1 0 0 0,-1 1 1 0 0,1-1-1 0 0,0 1 0 0 0,-1 0 1 0 0,1-1-1 0 0,0 1 0 0 0,-1-1 0 0 0,1 0 1 0 0,0 1-1 0 0,0-1 0 0 0,0 1 0 0 0,-1-1 1 0 0,1 1-1 0 0,0-2 0 0 0,4-13-2 0 0,-2-2 24 0 0,-3 12-45 0 0,1 5 24 0 0,0-1 1 0 0,-1 1-1 0 0,1 0 0 0 0,0 0 1 0 0,0 0-1 0 0,0 0 1 0 0,0-1-1 0 0,0 1 0 0 0,0 0 1 0 0,0 0-1 0 0,0 0 0 0 0,0 0 1 0 0,0-1-1 0 0,0 1 1 0 0,0 0-1 0 0,0 0 0 0 0,0 0 1 0 0,0 0-1 0 0,0-1 0 0 0,0 1 1 0 0,0 0-1 0 0,0 0 0 0 0,0 0 1 0 0,0 0-1 0 0,1-1 1 0 0,-1-9 15 0 0,0 9-9 0 0,-1 0 2 0 0,0 1-12 0 0,0 0 0 0 0,0-1 0 0 0,0 1 0 0 0,0 0 1 0 0,0 0-1 0 0,0-1 0 0 0,0 1 0 0 0,0 0 0 0 0,0 0 1 0 0,0 0-1 0 0,0 0 0 0 0,-1 1 0 0 0,-5-1-8 0 0,-3-1 15 0 0,6 0 0 0 0,0 0 0 0 0,-1 1 0 0 0,1-1 0 0 0,-1 1 0 0 0,1 0 1 0 0,0 1-1 0 0,-1-1 0 0 0,-6 2 0 0 0,2 1-14 0 0,1 0 0 0 0,-1 0 0 0 0,1 0 0 0 0,0 1 1 0 0,-9 6-1 0 0,-16 18 44 0 0,30-26-35 0 0,1 0-2 0 0,-1 0 0 0 0,1-1 0 0 0,-1 1-1 0 0,0-1 1 0 0,1 1 0 0 0,-6 0 0 0 0,-1 1 10 0 0,-3 1-5 0 0,-13 2-1 0 0,20-5 3 0 0,1-1 0 0 0,-1 0 0 0 0,0 1 0 0 0,1-2 0 0 0,-1 1-1 0 0,-6-1 1 0 0,-21-8-26 0 0,23 6 31 0 0,0 1 0 0 0,0 0-1 0 0,-1 0 1 0 0,-12 0 0 0 0,22 2-6 0 0,0 0 0 0 0,0 0 0 0 0,0 0 1 0 0,0 0-1 0 0,0 0 0 0 0,0 0 0 0 0,-1 0 1 0 0,1 0-1 0 0,0 0 0 0 0,0 0 0 0 0,0 0 1 0 0,0 0-1 0 0,0 0 0 0 0,0 0 1 0 0,0 0-1 0 0,-1 0 0 0 0,1 0 0 0 0,0 0 1 0 0,0 0-1 0 0,0 0 0 0 0,0 0 0 0 0,0 0 1 0 0,0 0-1 0 0,0 0 0 0 0,-1 0 0 0 0,1 0 1 0 0,0 0-1 0 0,0 0 0 0 0,0 0 0 0 0,0-1 1 0 0,0 1-1 0 0,0 0 0 0 0,0 0 1 0 0,0 0-1 0 0,0 0 0 0 0,0 0 0 0 0,-1 0 1 0 0,1 0-1 0 0,0 0 0 0 0,0-1 0 0 0,0 1 1 0 0,0 0-1 0 0,0 0 0 0 0,0 0 0 0 0,0 0 1 0 0,0 0-1 0 0,0 0 0 0 0,0 0 0 0 0,0-1 1 0 0,0 1-1 0 0,0 0 0 0 0,0 0 0 0 0,0 0 1 0 0,0 0-1 0 0,0 0 0 0 0,0 0 1 0 0,0 0-1 0 0,0-1 0 0 0,0 1 0 0 0,0 0 1 0 0,1 0-1 0 0,4-6 94 0 0,-4 5-97 0 0,-1 1-4 0 0,-10 4-19 0 0,1 0 24 0 0,1-1-1 0 0,0 0 1 0 0,-1 0 0 0 0,-12 2 0 0 0,16-4-5 0 0,4-1 9 0 0,1 0 1 0 0,-1 0 1 0 0,1 0 0 0 0,-1 0 0 0 0,1 0 0 0 0,0 0 0 0 0,-1 1 0 0 0,1-1-1 0 0,-1 0 1 0 0,1 0 0 0 0,0 0 0 0 0,-1 0 0 0 0,1 0 0 0 0,0 1 0 0 0,-1-1 0 0 0,1 0-1 0 0,0 0 1 0 0,-1 1 0 0 0,1-1 0 0 0,0 1-7 0 0,0-1 1 0 0,0 0-1 0 0,0 0 1 0 0,0 0-1 0 0,0 1 1 0 0,0-1-1 0 0,0 0 1 0 0,0 0-1 0 0,0 0 1 0 0,0 1-1 0 0,0-1 1 0 0,0 0-1 0 0,0 0 1 0 0,-1 0-1 0 0,1 0 1 0 0,0 1-1 0 0,0-1 1 0 0,0 0-1 0 0,0 0 1 0 0,0 0-1 0 0,0 1 1 0 0,0-1-1 0 0,-1 0 1 0 0,1 0-1 0 0,-5 6-1 0 0,3-3-12 0 0,-2 0 8 0 0,3-3 5 0 0,1 0-1 0 0,0 0 1 0 0,-1 1 0 0 0,1-1 0 0 0,-1 0-1 0 0,1 1 1 0 0,0-1 0 0 0,-1 0 0 0 0,1 1-1 0 0,0-1 1 0 0,-1 0 0 0 0,1 1 0 0 0,-1 0-1 0 0,1 0 2 0 0,-1-1 0 0 0,0 1 0 0 0,1 0 0 0 0,-1-1 0 0 0,0 1-1 0 0,0 0 1 0 0,0-1 0 0 0,1 1 0 0 0,-1-1 0 0 0,0 0 0 0 0,0 1 0 0 0,-1-1-1 0 0,-2 2-11 0 0,0 0 12 0 0,0 0 1 0 0,0-1 0 0 0,-6 2-1 0 0,7-2 2 0 0,-1-1-1 0 0,1 2 0 0 0,0-1 0 0 0,0 0 0 0 0,-5 3 1 0 0,4-1-6 0 0,0-1 0 0 0,-7 2 0 0 0,-3 3 2 0 0,-16 5 15 0 0,8-2-1 0 0,-28 9 52 0 0,6-3-8 0 0,21-8-32 0 0,18-6-11 0 0,0 0 0 0 0,1 1 0 0 0,-1-1 0 0 0,1 1 0 0 0,-5 4 0 0 0,3-2 17 0 0,-11 6 0 0 0,3-2-47 0 0,-3 2 13 0 0,14-10 5 0 0,0 1 1 0 0,0 0-1 0 0,-5 4 1 0 0,-6 4 24 0 0,-29 14-28 0 0,-1-4 96 0 0,6-3-51 0 0,-3 1-41 0 0,-1 1 60 0 0,10-1-73 0 0,18-10 33 0 0,-1 0 0 0 0,-24 9 0 0 0,29-13-32 0 0,-2 0 16 0 0,-22 10 0 0 0,0 5 21 0 0,17-11-52 0 0,-23 14 0 0 0,32-17 33 0 0,-15 6 0 0 0,2-1 3 0 0,14-6 53 0 0,-10 8-1 0 0,3-1-91 0 0,8-6 31 0 0,0 0-1 0 0,0 0 0 0 0,0 0 0 0 0,-5 8 1 0 0,8-9 15 0 0,-24 23 33 0 0,21-20-44 0 0,0-1 0 0 0,-1 0 0 0 0,-14 10 0 0 0,8-7-4 0 0,-1 2 21 0 0,7-5-21 0 0,-1 0 0 0 0,1-1 0 0 0,-16 8-1 0 0,15-9-2 0 0,0 1-1 0 0,1 0 0 0 0,-10 8 1 0 0,-3 1 1 0 0,15-10 19 0 0,1 0 0 0 0,-8 7 0 0 0,0 2 8 0 0,-25 17 1 0 0,23-20-22 0 0,-55 43 22 0 0,3 2-22 0 0,6 8 17 0 0,56-58-30 0 0,-1 0-3 0 0,3-4 17 0 0,1 1 0 0 0,-1 0-1 0 0,0 0 1 0 0,1 0 0 0 0,0 0 0 0 0,-1 0 0 0 0,1 0 0 0 0,0 0 0 0 0,-1 4 0 0 0,-1 3-45 0 0,-8 16 0 0 0,4-11 63 0 0,3-5-33 0 0,-1-1-1 0 0,0 0 1 0 0,-10 12 0 0 0,-5 7-5 0 0,-4 9-5 0 0,1-6 40 0 0,-3 2-8 0 0,20-22-21 0 0,-8 9-9 0 0,-4 5 18 0 0,13-16 0 0 0,0-1 0 0 0,-5 11-1 0 0,9-18-3 0 0,-10 21-4 0 0,-13 22-56 0 0,20-37 46 0 0,-10 15 36 0 0,-30 32 0 0 0,32-38-14 0 0,0 0-1 0 0,-13 20 1 0 0,22-29-21 0 0,-25 45 14 0 0,-1 0 18 0 0,19-35-20 0 0,1 1 1 0 0,-7 19-1 0 0,2-6 12 0 0,12-25 0 0 0,0 0 0 0 0,-2 12 0 0 0,1-7-18 0 0,2-5 5 0 0,1-1-1 0 0,-1 1 1 0 0,1 0-1 0 0,0 0 1 0 0,0-1-1 0 0,2 8 1 0 0,0 11 27 0 0,-3-14-29 0 0,0 1-1 0 0,0-1 0 0 0,-1 0 1 0 0,-4 14-1 0 0,4-18 5 0 0,0 6 3 0 0,-2 16 0 0 0,3-16 1 0 0,-1-1 1 0 0,-3 12-1 0 0,-8 27-2 0 0,9-32 16 0 0,1-2 18 0 0,1-7-39 0 0,0 1 0 0 0,-6 13 0 0 0,8-20 5 0 0,-1 0 0 0 0,0 0-1 0 0,1 1 1 0 0,0-1-1 0 0,-1 3 1 0 0,1-3-3 0 0,0 0-1 0 0,0 0 1 0 0,-1 1 0 0 0,1-1-1 0 0,-2 3 1 0 0,0 3 15 0 0,1-7-17 0 0,1 1-1 0 0,0-1 0 0 0,-1 0 0 0 0,1 0 1 0 0,-1 0-1 0 0,1 1 0 0 0,-2 0 0 0 0,0 1 8 0 0,1 0 0 0 0,0-1-1 0 0,-1 1 1 0 0,1 0 0 0 0,-1 5-1 0 0,-5 9 3 0 0,-2 5-22 0 0,-19 58 50 0 0,23-68-46 0 0,1 1 1 0 0,-3 20 0 0 0,6-15 18 0 0,1-15-6 0 0,0 0 0 0 0,0 0 0 0 0,0 0 1 0 0,-1 0-1 0 0,1 0 0 0 0,-2 4 0 0 0,2-5 0 0 0,-1 0 0 0 0,1 0-1 0 0,0 1 1 0 0,0-1 0 0 0,0 0 0 0 0,1 4-1 0 0,-1 2 5 0 0,1 5 25 0 0,0-10-51 0 0,-1 0-1 0 0,0 0 1 0 0,0 0 0 0 0,0 0-1 0 0,-1 4 1 0 0,-2 36 121 0 0,0-11-151 0 0,3-25 56 0 0,-1-1 0 0 0,1 1-1 0 0,2 13 1 0 0,0 5 4 0 0,-1-2-7 0 0,4 25 0 0 0,-2-18 13 0 0,-2 15-11 0 0,3 27-51 0 0,1 23 77 0 0,-5-87-17 0 0,-1 18-20 0 0,-1-12 11 0 0,0 17 0 0 0,2-28-6 0 0,1 0 0 0 0,-1 0 0 0 0,1 0 0 0 0,1 4 0 0 0,2 6 0 0 0,2 21 38 0 0,0-11-91 0 0,-3-12 75 0 0,2 16-1 0 0,0 1-14 0 0,-3-19-4 0 0,0 1 1 0 0,0 16 0 0 0,-1 16 6 0 0,3-8-7 0 0,-4-27-3 0 0,1-1 1 0 0,-1 1-1 0 0,1-1 0 0 0,3 8 0 0 0,2 11 15 0 0,-6-24-13 0 0,0 0-1 0 0,1 0 1 0 0,-1 1-1 0 0,0-1 1 0 0,0 0-1 0 0,0 0 1 0 0,0 2-1 0 0,0-2-5 0 0,1-1 5 0 0,-1 0 6 0 0,4 8 19 0 0,0-1-131 0 0,-4-6 108 0 0,0-1 5 0 0,0 0-1 0 0,0 1 1 0 0,0-1-1 0 0,0 0 1 0 0,0 0-1 0 0,1 1 1 0 0,-1-1-1 0 0,0 0 1 0 0,0 0 0 0 0,0 1-1 0 0,1-1 1 0 0,-1 0-1 0 0,0 0 1 0 0,0 0-1 0 0,0 1 1 0 0,1-1-1 0 0,-1 0 1 0 0,0 0-1 0 0,1 0 1 0 0,-1 0 0 0 0,0 0-1 0 0,0 0 1 0 0,1 1-1 0 0,-1-1 1 0 0,0 0-1 0 0,1 0 1 0 0,-1 0-1 0 0,0 0 1 0 0,0 0-1 0 0,1 0 1 0 0,-1 0 0 0 0,0 0-1 0 0,1 0 1 0 0,-1 0-1 0 0,1-1 1 0 0,12-1-8 0 0,-11 2-17 0 0,8-1 62 0 0,1 0-1 0 0,12 1 1 0 0,12-1 70 0 0,-3-1-48 0 0,-19 1-14 0 0,18-2 0 0 0,45-10 148 0 0,-68 12-174 0 0,-6 1-20 0 0,0-1 0 0 0,0 1 0 0 0,-1 0 0 0 0,1 0 0 0 0,0-1 0 0 0,-1 1 0 0 0,1-1 0 0 0,-1 0 0 0 0,1 1 0 0 0,2-3 0 0 0,-2 2 1 0 0,-1 0 0 0 0,1 0 0 0 0,0 1 0 0 0,0-1-1 0 0,-1 0 1 0 0,1 1 0 0 0,3-1 0 0 0,4-2 24 0 0,44-17-47 0 0,-31 13 46 0 0,5-3-26 0 0,44-9 0 0 0,-31 11 16 0 0,27-5 1 0 0,-59 12-13 0 0,-1-1 1 0 0,0 0-1 0 0,12-4 0 0 0,-10 3-9 0 0,17-5 1 0 0,-7 4 11 0 0,23-9 1 0 0,0 1 0 0 0,-15 2 28 0 0,-14 5-50 0 0,-4 2 74 0 0,0-1 1 0 0,0-1 0 0 0,14-9 0 0 0,-4 4-20 0 0,-15 8-29 0 0,1-1 0 0 0,-1 1 0 0 0,0-1 0 0 0,5-3 0 0 0,0-2 20 0 0,0 1 1 0 0,1 1-1 0 0,0 0 0 0 0,0 0 0 0 0,1 1 1 0 0,15-6-1 0 0,-22 9-44 0 0,1 0 1 0 0,0 0-1 0 0,-1 0 0 0 0,8-6 1 0 0,20-10 138 0 0,10-6-71 0 0,-27 16-51 0 0,-3 0 18 0 0,22-8-1 0 0,-26 12-7 0 0,0 0 0 0 0,0-1 0 0 0,0 1 0 0 0,6-7 1 0 0,2 0 14 0 0,5-5-5 0 0,7-4 10 0 0,4-2 26 0 0,2-3 24 0 0,-31 23-78 0 0,0 0 0 0 0,0-1 1 0 0,-1 1-1 0 0,1-1 1 0 0,-1 1-1 0 0,0-1 1 0 0,4-5-1 0 0,-5 6-16 0 0,0 0 0 0 0,1 0 0 0 0,-1 1 0 0 0,1-1 1 0 0,3-2-1 0 0,6-6-6 0 0,-10 8 15 0 0,1 1 0 0 0,-1-1-1 0 0,1 1 1 0 0,-1 0 0 0 0,3-2-1 0 0,4-3 57 0 0,-1 1-67 0 0,1 0-12 0 0,-5 1 51 0 0,9-7 1 0 0,-10 8-25 0 0,1 0 0 0 0,-1 0 0 0 0,1 0 0 0 0,0 0-1 0 0,-1 0 1 0 0,1 1 0 0 0,5-4 0 0 0,-3 3-5 0 0,-1-1 0 0 0,6-6 1 0 0,-2 2 2 0 0,0 1 1 0 0,11-8 0 0 0,-10 8 1 0 0,15-15 0 0 0,17-21-52 0 0,18-17 129 0 0,1 10 21 0 0,-47 41-98 0 0,4-3-5 0 0,-2 1-23 0 0,-11 8 45 0 0,0 0 1 0 0,-1 1-1 0 0,1-2 1 0 0,3-3-1 0 0,1-1-31 0 0,-6 6-5 0 0,0 0 0 0 0,0 0 0 0 0,0-1 0 0 0,2-3 0 0 0,8-8 22 0 0,-6 8 11 0 0,-6 5-22 0 0,1 1 0 0 0,0-1 0 0 0,-1 0 0 0 0,1 1 0 0 0,0-1 0 0 0,-1 0 0 0 0,1 0 0 0 0,-1 0 0 0 0,1 1 0 0 0,-1-1 0 0 0,1 0 0 0 0,0-2 0 0 0,1-1 12 0 0,-2 3-16 0 0,1 0 1 0 0,-1 0 0 0 0,1 0-1 0 0,-1 0 1 0 0,1 0-1 0 0,-1 0 1 0 0,1-2 0 0 0,-1-2 11 0 0,-1 3-11 0 0,1 0 1 0 0,0 1-1 0 0,0-1 0 0 0,0 0 1 0 0,0 1-1 0 0,1-1 1 0 0,-1 0-1 0 0,0 1 0 0 0,1-1 1 0 0,0-1-1 0 0,6-9 25 0 0,7-19 1 0 0,-13 28-17 0 0,1 0 1 0 0,-1 1 0 0 0,1-1-1 0 0,0 1 1 0 0,3-4 0 0 0,2-3 32 0 0,3-3-56 0 0,14-13 1 0 0,-13 14 27 0 0,11-15 1 0 0,2-1 11 0 0,-22 25-29 0 0,-1-1 0 0 0,0 1 0 0 0,0 0-1 0 0,1-4 1 0 0,4-6 21 0 0,11-18-18 0 0,11-23 27 0 0,2-8-156 0 0,-13 27 142 0 0,5-14-69 0 0,-6 21 104 0 0,-12 18-38 0 0,7-10 0 0 0,2-5-71 0 0,-7 13 66 0 0,-4 8-12 0 0,-1 1 1 0 0,1-1-1 0 0,-1 1 1 0 0,0-1 0 0 0,2-3-1 0 0,-3 3 17 0 0,1 0-1 0 0,0 0 0 0 0,-1 0 0 0 0,1 1 0 0 0,1-1 0 0 0,-1 0 1 0 0,0 1-1 0 0,2-3 0 0 0,-1 3-7 0 0,-1 0-1 0 0,0 0 1 0 0,0-1 0 0 0,0 1-1 0 0,0 0 1 0 0,0-1 0 0 0,1-3-1 0 0,2-19-19 0 0,1-19 21 0 0,6-21-14 0 0,-11 63 10 0 0,1-1-7 0 0,0-1 1 0 0,-1 0 0 0 0,1 0-1 0 0,-1 1 1 0 0,0-1 0 0 0,0 0 0 0 0,-1-4-1 0 0,0 6-22 0 0,0 0-1 0 0,0 0 1 0 0,0 0-1 0 0,0 1 0 0 0,0-1 1 0 0,0 1-1 0 0,-1-1 1 0 0,1 1-1 0 0,-1-1 0 0 0,-1-1 1 0 0,-10-10 6 0 0,4 0 49 0 0,1 0 1 0 0,1 0-1 0 0,-7-14 1 0 0,-1-3-11 0 0,10 18-48 0 0,-7-12 0 0 0,-9-32 44 0 0,15 41 4 0 0,2-1 0 0 0,0 1-1 0 0,1-1 1 0 0,1 0 0 0 0,-1-22-1 0 0,2 22 18 0 0,-4-27-1 0 0,3 29-46 0 0,-1-4 25 0 0,-3-23-27 0 0,6 37 20 0 0,0-1-1 0 0,0 0 1 0 0,0 1-1 0 0,1-1 1 0 0,0 1-1 0 0,2-8 1 0 0,-2 9 4 0 0,0-3 2 0 0,1 1 1 0 0,0-1-1 0 0,0 1 1 0 0,1 0-1 0 0,0 0 1 0 0,5-8-1 0 0,4-7-17 0 0,-6 11 7 0 0,0-2 0 0 0,-1 1 0 0 0,0-1 0 0 0,5-17 0 0 0,-6 18 13 0 0,-3 9-7 0 0,-1-1 1 0 0,1 0 0 0 0,0 0 0 0 0,-1 1 0 0 0,1-1-1 0 0,-1 0 1 0 0,1-3 0 0 0,0 1-5 0 0,-1 0 0 0 0,1 0 1 0 0,0 0-1 0 0,0 0 0 0 0,3-7 0 0 0,2-5 25 0 0,-2 1-35 0 0,1 0 0 0 0,9-17 0 0 0,3-6 13 0 0,22-82-12 0 0,-23 67-3 0 0,-3 14 21 0 0,-9 26-7 0 0,1-1 0 0 0,0 1 1 0 0,1 0-1 0 0,9-15 0 0 0,-8 15-3 0 0,0 0 0 0 0,-2 0 0 0 0,7-21 0 0 0,-2 4 29 0 0,-9 26-62 0 0,-4 10-41 0 0,-4 12-35 0 0,4-10 111 0 0,1 0 0 0 0,-2 15 0 0 0,0 0 0 0 0,-8 60 17 0 0,6-33-34 0 0,-11 48-8 0 0,11-71-7 0 0,-16 41 1 0 0,-6-1 92 0 0,0 13-2 0 0,27-76-60 0 0,-2 4 3 0 0,-6 12 0 0 0,8-18 1 0 0,0 0-1 0 0,0 0 1 0 0,0-1-1 0 0,0 1 0 0 0,0 0 1 0 0,-1-1-1 0 0,1 1 1 0 0,0-1-1 0 0,-1 0 0 0 0,1 1 1 0 0,-1-1-1 0 0,-3 2 1 0 0,-4 1-15 0 0,6-2 8 0 0,-1 0-1 0 0,1-1 1 0 0,-1 1 0 0 0,-3 0-1 0 0,7-2 5 0 0,-1 0 0 0 0,1 0 0 0 0,0 0-1 0 0,-1 0 1 0 0,1 0 0 0 0,-1 0 0 0 0,1 0-1 0 0,0 0 1 0 0,-1 0 0 0 0,1 0 0 0 0,-1 0-1 0 0,1 0 1 0 0,0 0 0 0 0,-1 0 0 0 0,1 0-1 0 0,-1 0 1 0 0,1-1 0 0 0,0 1 0 0 0,-1 0-1 0 0,1 0 1 0 0,0 0 0 0 0,-1-1 0 0 0,1 1-1 0 0,0 0 1 0 0,0 0 0 0 0,-1-1 0 0 0,1 0 0 0 0,-1 0 0 0 0,1 0 0 0 0,-1 0 0 0 0,1 0 0 0 0,-1 0 0 0 0,1 0 0 0 0,0 0 0 0 0,-1 0 1 0 0,1 0-1 0 0,0-3 0 0 0,0-1 3 0 0,0-1 1 0 0,0 1-1 0 0,2-7 0 0 0,4-15 15 0 0,11-33 0 0 0,-2 14-56 0 0,-5 12 16 0 0,0 0 0 0 0,-1 5 31 0 0,8-50 38 0 0,-9 29-76 0 0,-7 36 44 0 0,1 5-21 0 0,-1-17 0 0 0,-1 23-2 0 0,0 0 0 0 0,-1 0 0 0 0,1-1 0 0 0,-1 1 0 0 0,1 0 0 0 0,-1 0 0 0 0,0 0 0 0 0,-2-5 0 0 0,2 8 9 0 0,1-1 0 0 0,-1 1 0 0 0,1 0 0 0 0,-1-1 0 0 0,1 1 0 0 0,-1 0 1 0 0,1 0-1 0 0,-1-1 0 0 0,1 1 0 0 0,-1 0 0 0 0,1 0 0 0 0,-1 0 1 0 0,1 0-1 0 0,-1 0 0 0 0,1 0 0 0 0,-1 0 0 0 0,1 0 0 0 0,-1 0 0 0 0,1 0 1 0 0,-1 0-1 0 0,0 0 0 0 0,-12 3 0 0 0,1 0-26 0 0,6-2 16 0 0,-1 1 0 0 0,-10 4 0 0 0,-64 26-59 0 0,61-25 146 0 0,-2 3-65 0 0,-40 24-1 0 0,1-1-11 0 0,51-28-3 0 0,0-1 0 0 0,0 0-1 0 0,0-1 1 0 0,-16 3 0 0 0,17-5 4 0 0,-21 3 0 0 0,0 2 0 0 0,-40 13 1 0 0,21-4 4 0 0,7-3-11 0 0,41-11 5 0 0,-2 0 10 0 0,0 0 0 0 0,0 0 1 0 0,-1 0-1 0 0,1-1 1 0 0,-7 1-1 0 0,10-1 9 0 0,0 0-18 0 0,0 0 1 0 0,0 0 0 0 0,1 0 0 0 0,-1 1 0 0 0,0-1 0 0 0,0 0-1 0 0,0 0 1 0 0,0 0 0 0 0,0 0 0 0 0,0 0 0 0 0,0 0 0 0 0,0 0-1 0 0,0 0 1 0 0,0 0 0 0 0,1 0 0 0 0,-1 0 0 0 0,0 0 0 0 0,0 0-1 0 0,0 0 1 0 0,0 0 0 0 0,0 0 0 0 0,0 0 0 0 0,0 0 0 0 0,0 0-1 0 0,1 0 1 0 0,-1 0 0 0 0,0 0 0 0 0,0 0 0 0 0,0 0 0 0 0,0 0-1 0 0,0 0 1 0 0,0 0 0 0 0,0 0 0 0 0,0 0 0 0 0,1 0 0 0 0,-1 0-1 0 0,0-1 1 0 0,0 1 0 0 0,0 0 3 0 0,13-10-25 0 0,28-17 1 0 0,-22 15 11 0 0,97-54-111 0 0,-107 61 101 0 0,12-9-1 0 0,-12 8-63 0 0,-4 1-49 0 0,-5 3 49 0 0,-4 3 45 0 0,-2 2 13 0 0,0 0 1 0 0,0 1-1 0 0,0 0 0 0 0,1 0 1 0 0,-1 0-1 0 0,-8 10 1 0 0,-11 7-2 0 0,11-10 15 0 0,-8 6 12 0 0,-43 25 0 0 0,15-12 1 0 0,22-12-51 0 0,6-5 66 0 0,-67 39 11 0 0,17-14-60 0 0,43-22 50 0 0,0 0-1 0 0,-38 30 0 0 0,24-16-8 0 0,19-15 26 0 0,9-5-27 0 0,8-6 4 0 0,1 0 1 0 0,-10 8-1 0 0,6-4-8 0 0,7-7-5 0 0,1 1 0 0 0,0-1 0 0 0,0 1-1 0 0,0 0 1 0 0,-3 3 0 0 0,-11 14 139 0 0,12-14-112 0 0,-17 27-4 0 0,18-26-25 0 0,2-5 2 0 0,1 0 0 0 0,-1 0 0 0 0,0 1 0 0 0,0-1 0 0 0,1 0 0 0 0,-1 0 0 0 0,0 0 0 0 0,-2 2 0 0 0,-12 12-31 0 0,5-6 72 0 0,-14 12 0 0 0,14-15-42 0 0,1-1-1 0 0,-18 9 1 0 0,24-13 1 0 0,1 1 1 0 0,-1-1 0 0 0,1 1-1 0 0,0 0 1 0 0,-3 3-1 0 0,2-3 16 0 0,1 0 0 0 0,-1 0-1 0 0,-4 3 1 0 0,-4 5-8 0 0,6-6-3 0 0,-1 3-13 0 0,-7 4 29 0 0,2-3-10 0 0,0 1 1 0 0,-16 15-1 0 0,-5 6 5 0 0,-16 6 13 0 0,34-26-23 0 0,-21 18-105 0 0,13-10 131 0 0,15-14-15 0 0,0 1 0 0 0,-8 9 0 0 0,1 0-7 0 0,-15 18 17 0 0,17-19-37 0 0,-24 23 0 0 0,7-8 29 0 0,18-16-7 0 0,-10 15 0 0 0,5-4-4 0 0,8-12-27 0 0,-8 14 1 0 0,11-16 5 0 0,-1 0 0 0 0,-13 17 0 0 0,15-21 38 0 0,-8 12 1 0 0,8-12-28 0 0,-7 11-1 0 0,7-12 13 0 0,1 0-1 0 0,1 0 0 0 0,-4 6 1 0 0,-2 4 3 0 0,-38 55-32 0 0,46-68 20 0 0,-7 10-12 0 0,-9 18 0 0 0,-5 18-30 0 0,15-34 79 0 0,3-7-29 0 0,0 0-1 0 0,0 0 1 0 0,-3 13 0 0 0,2-7-4 0 0,0 0 0 0 0,-8 16 0 0 0,5-10-7 0 0,3-10 21 0 0,1 1-19 0 0,-1-1 1 0 0,1 1-1 0 0,1-1 0 0 0,-3 11 1 0 0,4-15-3 0 0,1-1 1 0 0,-1 1 0 0 0,-2 4-1 0 0,2-5 1 0 0,-1 0-1 0 0,1 1 0 0 0,0 4 1 0 0,-11 100 30 0 0,11-95-41 0 0,-1 13 23 0 0,2 43 0 0 0,1-57-24 0 0,-1-1-1 0 0,-1 17 1 0 0,-1 68 4 0 0,3-56-18 0 0,-4 2 64 0 0,1-4-58 0 0,2-17 27 0 0,1 34 17 0 0,-1-4-32 0 0,0-28-25 0 0,-1 2 89 0 0,-3-11-166 0 0,4-14 118 0 0,0 1 0 0 0,-1-1 0 0 0,1 0-1 0 0,0 1 1 0 0,0-1 0 0 0,-1 1 0 0 0,1-1 0 0 0,0 1 0 0 0,0-1-1 0 0,0 1 1 0 0,0-1 0 0 0,0 1 0 0 0,0-1 0 0 0,-1 1 0 0 0,1-1-7 0 0,0 1 1 0 0,0-1 0 0 0,-1 0 0 0 0,1 0-1 0 0,0 0 1 0 0,-1 0 0 0 0,1 0-1 0 0,0 0 1 0 0,0 1 0 0 0,-1-1 0 0 0,1 0-1 0 0,0 0 1 0 0,0 0 0 0 0,-1 1 0 0 0,1-1-1 0 0,0 0 1 0 0,0 0 0 0 0,0 1 0 0 0,-1-1-1 0 0,1 0 1 0 0,0 0 0 0 0,0 1 0 0 0,0-1-1 0 0,0 1 1 0 0,-2 1-6 0 0,-2 2 3 0 0,1 1 0 0 0,-1-1 1 0 0,1 0-1 0 0,-3 7 0 0 0,-4 4-15 0 0,8-12 17 0 0,0-1 15 0 0,8-1 0 0 0,-2-1-13 0 0,3 0 8 0 0,-2 0-9 0 0,0 0 0 0 0,0 0 0 0 0,0-1 0 0 0,0 1-1 0 0,0-1 1 0 0,5-2 0 0 0,16-3-3 0 0,-2 0 37 0 0,-2 0-16 0 0,11-1-26 0 0,-6 1-26 0 0,-10 4 35 0 0,1 0 1 0 0,0 0-1 0 0,23 3 1 0 0,-16-1-11 0 0,-6-1 26 0 0,0-1 1 0 0,26-6-1 0 0,-13 2-5 0 0,-20 4 6 0 0,0-1 0 0 0,0-1 1 0 0,0 0-1 0 0,-1 0 0 0 0,0-1 1 0 0,18-11-1 0 0,1 1 20 0 0,-21 11-23 0 0,18-11 1 0 0,88-66 26 0 0,-103 74-40 0 0,2-1 1 0 0,-1 1-1 0 0,1 1 1 0 0,0 1-1 0 0,16-5 1 0 0,29-12 40 0 0,-34 12 2 0 0,-15 6-28 0 0,-1 0-1 0 0,0 0 1 0 0,12-7 0 0 0,-8 2-10 0 0,-7 6-5 0 0,0-1 1 0 0,7-7 0 0 0,40-33 52 0 0,-6 8 26 0 0,-13 11-112 0 0,15-20 79 0 0,-18 15-48 0 0,-12 10 0 0 0,-11 12 7 0 0,11-9 0 0 0,-5 5-3 0 0,18-12 71 0 0,-27 21-62 0 0,-1-1 0 0 0,0 1-1 0 0,0-1 1 0 0,-1 0 0 0 0,5-4 0 0 0,15-24 12 0 0,-9 11 21 0 0,11-15-125 0 0,-16 23 118 0 0,8-9-57 0 0,-10 14 25 0 0,0 0 1 0 0,17-11-1 0 0,-20 15-6 0 0,1 0 0 0 0,-1 0 0 0 0,0 0 0 0 0,0-1 0 0 0,4-5 1 0 0,13-26 30 0 0,4-4-78 0 0,-12 21-16 0 0,-9 12 70 0 0,0 1 1 0 0,1-1 0 0 0,0 1-1 0 0,6-6 1 0 0,-7 8-12 0 0,0 0 1 0 0,-1-1-1 0 0,1 1 1 0 0,-1-1-1 0 0,-1 0 0 0 0,4-6 1 0 0,7-13-21 0 0,30-42 39 0 0,-27 44-5 0 0,20-22 0 0 0,3-4-8 0 0,10-11-57 0 0,-35 42 69 0 0,-13 17-13 0 0,9-12 2 0 0,0 0 0 0 0,-1-1-1 0 0,14-23 1 0 0,-20 30 10 0 0,11-21-60 0 0,17-48 0 0 0,-22 49 39 0 0,-5 14 30 0 0,0 0 0 0 0,0 0 0 0 0,3-23 0 0 0,-7 23-59 0 0,0 0 0 0 0,-2-19 0 0 0,0-1 20 0 0,3 25 16 0 0,-1 0 0 0 0,-1 0 0 0 0,1 0 0 0 0,-1 0 0 0 0,-2-7 0 0 0,1 8 23 0 0,1-1-1 0 0,-1-7 1 0 0,-1-3-1 0 0,3 15-29 0 0,0 1 0 0 0,0-1 0 0 0,-1 1 0 0 0,1-1 0 0 0,-1 1 0 0 0,1-1 0 0 0,-2-1 0 0 0,1 2 0 0 0,1 0 0 0 0,-1 1 0 0 0,0-1 1 0 0,1 1-1 0 0,-1-1 0 0 0,0 1 0 0 0,1-1 0 0 0,-1 1 1 0 0,0-1-1 0 0,0 1 0 0 0,1 0 0 0 0,-1-1 0 0 0,0 1 1 0 0,0 0-1 0 0,-1 0 0 0 0,-9-3-5 0 0,-12-6 1 0 0,0 1-13 0 0,22 8 22 0 0,-1 0 0 0 0,1-1 0 0 0,-1 1 0 0 0,1 0 0 0 0,-1 0 0 0 0,0 0 0 0 0,1 1 0 0 0,-1-1 0 0 0,1 0 0 0 0,-1 1 0 0 0,1-1 0 0 0,-3 1 0 0 0,-8 3-3 0 0,9-4 8 0 0,0 1-1 0 0,0 0 1 0 0,0 1-1 0 0,-5 1 1 0 0,-1 2 0 0 0,-5-1 1 0 0,0 0-1 0 0,-22 4 1 0 0,20-5 0 0 0,-23 7 1 0 0,-49 13-26 0 0,19-5 3 0 0,-60 24 13 0 0,97-30 0 0 0,-59 32 0 0 0,-18 29-30 0 0,3 15-16 0 0,33-27 86 0 0,42-36-65 0 0,-35 31 37 0 0,-13 15-16 0 0,38-33 10 0 0,7-5-10 0 0,18-17 29 0 0,0-1 1 0 0,-27 19 0 0 0,28-23-19 0 0,1 0 1 0 0,-23 25 0 0 0,-9 7-25 0 0,-22 19 59 0 0,31-28-18 0 0,11-12 5 0 0,-27 27-36 0 0,23-18 17 0 0,-38 51 0 0 0,59-68-13 0 0,0 0 1 0 0,2 1-1 0 0,-1 0 0 0 0,-4 16 0 0 0,10-24 4 0 0,-1 1 0 0 0,-1 12 0 0 0,2-6 1 0 0,-12 61-125 0 0,13-52 141 0 0,2-23-13 0 0,-1 1-1 0 0,0-1 1 0 0,0 1 0 0 0,0-1-1 0 0,0 1 1 0 0,0-1 0 0 0,1 1-1 0 0,-1-1 1 0 0,0 1 0 0 0,0-1-1 0 0,1 0 1 0 0,-1 1 0 0 0,0-1-1 0 0,1 0 1 0 0,-1 1 0 0 0,0-1-1 0 0,1 1 1 0 0,-1-1 0 0 0,1 0-1 0 0,-1 0 1 0 0,0 1 0 0 0,1-1-1 0 0,-1 0 1 0 0,1 0 0 0 0,-1 0-1 0 0,1 1 1 0 0,-1-1 0 0 0,2 0-1 0 0,0 1-1 0 0,1-1-1 0 0,-1 0 1 0 0,1 1-1 0 0,3-1 1 0 0,1-1 4 0 0,-1 1 0 0 0,1-2 1 0 0,-1 1-1 0 0,1-1 0 0 0,-1 0 1 0 0,0 0-1 0 0,1 0 0 0 0,8-6 1 0 0,17-6-13 0 0,106-27 8 0 0,-130 39-2 0 0,5-1 13 0 0,0-1-1 0 0,13-5 1 0 0,-13 2-10 0 0,0 0 1 0 0,0 0 0 0 0,0-1 0 0 0,-1-1-1 0 0,13-12 1 0 0,-9 8 0 0 0,29-18 0 0 0,-5 3-54 0 0,-33 23 48 0 0,37-29 18 0 0,58-32 0 0 0,35-21 37 0 0,-99 56-21 0 0,-9 7-42 0 0,12-11 8 0 0,-29 24 6 0 0,7-8 4 0 0,24-30 1 0 0,7-7 3 0 0,-35 39-17 0 0,14-19 1 0 0,-16 19 33 0 0,19-19 0 0 0,14-9 20 0 0,8-15-57 0 0,8-14 21 0 0,-32 43-12 0 0,16-20-48 0 0,-41 44 51 0 0,2-2 11 0 0,0-1 0 0 0,0 1 0 0 0,6-14 0 0 0,12-23-37 0 0,-10 21 54 0 0,-6 8-4 0 0,2-4-11 0 0,17-24 1 0 0,10-3-106 0 0,-34 41 100 0 0,0 0-1 0 0,0-1 1 0 0,-1 0 0 0 0,5-13 0 0 0,-3 8-8 0 0,-3 6-21 0 0,0 4 28 0 0,-1 0-1 0 0,0 0 1 0 0,0 0 0 0 0,0-1 0 0 0,0-5 0 0 0,4-7-4 0 0,-6 16-50 0 0,4 0 73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2T16:14:41.055"/>
    </inkml:context>
    <inkml:brush xml:id="br0">
      <inkml:brushProperty name="width" value="0.35" units="cm"/>
      <inkml:brushProperty name="height" value="0.35" units="cm"/>
      <inkml:brushProperty name="color" value="#6EE7B7"/>
    </inkml:brush>
  </inkml:definitions>
  <inkml:trace contextRef="#ctx0" brushRef="#br0">2156 2852 4915 0 0,'0'-1'5'0'0,"0"1"0"0"0,0 0 0 0 0,0 0 0 0 0,0 0 0 0 0,0 0 0 0 0,0 0 0 0 0,0 0 0 0 0,0 0 1 0 0,0 0-1 0 0,0 0 0 0 0,0 0 0 0 0,0 0 0 0 0,0 0 0 0 0,0 0 0 0 0,0 0 0 0 0,0-1 0 0 0,0 1 0 0 0,0 0 0 0 0,0 0 0 0 0,0 0 0 0 0,0 0 0 0 0,0 0 0 0 0,0 0 0 0 0,0 0 0 0 0,0 0 0 0 0,0 0 1 0 0,0 0-1 0 0,0 0 0 0 0,0 0 0 0 0,0 0 0 0 0,0-1 0 0 0,0 1 0 0 0,0 0 0 0 0,0 0 0 0 0,0 0 0 0 0,0 0 0 0 0,1 0 0 0 0,-1 0 0 0 0,0 0 0 0 0,0 0 0 0 0,0 0 0 0 0,0 0 0 0 0,0 0 0 0 0,0 0 1 0 0,0 0-1 0 0,0 0 0 0 0,0 0 0 0 0,0 0 0 0 0,0 0 0 0 0,0 0 0 0 0,0 0 0 0 0,0 0 0 0 0,1 0 0 0 0,-1 0 0 0 0,0 0 0 0 0,0 0 0 0 0,0 0 0 0 0,0 0 0 0 0,0 0 0 0 0,0 0 0 0 0,0 0 0 0 0,0 0 1 0 0,-8-6 39 0 0,0 0-49 0 0,0 5 51 0 0,-5 8 72 0 0,11-6-104 0 0,-166 105 1258 0 0,128-81-871 0 0,31-18-296 0 0,-1-1 1 0 0,0 0-1 0 0,0 0 0 0 0,-19 7 0 0 0,28-17-114 0 0,6-6 49 0 0,7-9 138 0 0,31-39-40 0 0,123-174-404 0 0,-111 153 147 0 0,-28 43 40 0 0,-3 0 0 0 0,33-65 0 0 0,-44 78 73 0 0,-37 56-33 0 0,-71 126 1107 0 0,53-92-678 0 0,30-44-169 0 0,11-18-63 0 0,11-15-73 0 0,18-30-49 0 0,-2-1-1 0 0,22-44 1 0 0,-22 37-97 0 0,96-187-381 0 0,-115 221 410 0 0,-4 9 19 0 0,0 1-1 0 0,-1-1 1 0 0,0 0 0 0 0,0 0 0 0 0,0 0 0 0 0,0 0-1 0 0,-1 0 1 0 0,1-7 0 0 0,-2 12 13 0 0,0 0-1 0 0,0 0 1 0 0,0 0-1 0 0,0-1 1 0 0,0 1-1 0 0,0 0 1 0 0,0 0-1 0 0,0 0 1 0 0,0 0-1 0 0,0 0 1 0 0,0 0-1 0 0,0 0 1 0 0,0 0-1 0 0,0 0 1 0 0,0 0-1 0 0,0 0 1 0 0,0 0-1 0 0,0 0 1 0 0,0-1-1 0 0,0 1 1 0 0,0 0-1 0 0,0 0 1 0 0,0 0-1 0 0,0 0 1 0 0,0 0-1 0 0,0 0 1 0 0,-1 0-1 0 0,1 0 1 0 0,0 0-1 0 0,0 0 1 0 0,0 0-1 0 0,0 0 1 0 0,0 0 0 0 0,0 0-1 0 0,0 0 1 0 0,0 0-1 0 0,0 0 1 0 0,0 0-1 0 0,0 0 1 0 0,0 0-1 0 0,-1 0 1 0 0,1 0-1 0 0,0 0 1 0 0,0 0-1 0 0,0 0 1 0 0,0 0-1 0 0,0 0 1 0 0,0 0-1 0 0,0 0 1 0 0,0 0-1 0 0,0 0 1 0 0,0 0-1 0 0,0 0 1 0 0,0 0-1 0 0,-1 0 1 0 0,1 0-1 0 0,0 0 1 0 0,0 1-1 0 0,0-1 1 0 0,0 0-1 0 0,0 0 1 0 0,0 0-1 0 0,0 0 1 0 0,0 0-1 0 0,0 0 1 0 0,-8 8 77 0 0,-7 11 70 0 0,-18 36 297 0 0,3 1 0 0 0,-28 68 0 0 0,55-116-378 0 0,0 0 0 0 0,0 0 0 0 0,0 1 0 0 0,1-1 0 0 0,-1 15 0 0 0,3-23-66 0 0,-1 1-1 0 0,1-1 1 0 0,0 0 0 0 0,0 0-1 0 0,0 1 1 0 0,0-1-1 0 0,0 0 1 0 0,0 0 0 0 0,0 0-1 0 0,0 1 1 0 0,1-1-1 0 0,-1 0 1 0 0,0 0 0 0 0,0 1-1 0 0,0-1 1 0 0,0 0-1 0 0,0 0 1 0 0,0 0 0 0 0,0 1-1 0 0,0-1 1 0 0,1 0-1 0 0,-1 0 1 0 0,0 0 0 0 0,0 1-1 0 0,0-1 1 0 0,0 0-1 0 0,1 0 1 0 0,-1 0 0 0 0,0 0-1 0 0,0 0 1 0 0,0 1-1 0 0,1-1 1 0 0,-1 0-1 0 0,0 0 1 0 0,0 0 0 0 0,0 0-1 0 0,1 0 1 0 0,-1 0-1 0 0,0 0 1 0 0,0 0 0 0 0,1 0-1 0 0,-1 0 1 0 0,0 0-1 0 0,0 0 1 0 0,1 0 0 0 0,-1 0-1 0 0,0 0 1 0 0,0 0-1 0 0,1 0 1 0 0,-1 0 0 0 0,0 0-1 0 0,0 0 1 0 0,0 0-1 0 0,1-1 1 0 0,-1 1 0 0 0,0 0-1 0 0,0 0 1 0 0,0 0-1 0 0,1 0 1 0 0,-1 0 0 0 0,0-1-1 0 0,0 1 1 0 0,0 0-1 0 0,1-1 1 0 0,11-10 126 0 0,18-27-172 0 0,-3 0 0 0 0,-1-2-1 0 0,25-53 1 0 0,-23 40-57 0 0,251-486-1194 0 0,-273 529 1257 0 0,-2 0 0 0 0,1-1 0 0 0,4-17 0 0 0,-10 26 26 0 0,-2 5-11 0 0,-2 6 21 0 0,-41 94 767 0 0,5 2-1 0 0,-31 120 1 0 0,71-219-756 0 0,-3 9 76 0 0,0 0 1 0 0,2 0-1 0 0,-2 19 1 0 0,4-33-78 0 0,0 0 1 0 0,0 1-1 0 0,0-1 1 0 0,0 0 0 0 0,0 0-1 0 0,0 0 1 0 0,1 0-1 0 0,-1 1 1 0 0,0-1-1 0 0,1 0 1 0 0,-1 0 0 0 0,0 0-1 0 0,2 2 1 0 0,-2-3-8 0 0,0 0 1 0 0,1 0 0 0 0,-1 0-1 0 0,0 0 1 0 0,0 0-1 0 0,1 0 1 0 0,-1 0 0 0 0,0 0-1 0 0,0 0 1 0 0,1 0-1 0 0,-1 0 1 0 0,0 0 0 0 0,0 0-1 0 0,1 0 1 0 0,-1 0-1 0 0,0 0 1 0 0,0 0 0 0 0,1 0-1 0 0,-1 0 1 0 0,0 0-1 0 0,0 0 1 0 0,1 0 0 0 0,-1 0-1 0 0,0-1 1 0 0,0 1-1 0 0,0 0 1 0 0,1 0 0 0 0,-1 0-1 0 0,0 0 1 0 0,0-1-1 0 0,0 1 1 0 0,1 0 0 0 0,-1 0-1 0 0,0-1 1 0 0,17-26 173 0 0,-7-1-226 0 0,-1-1 0 0 0,11-58-1 0 0,-7 25-104 0 0,5-11-33 0 0,117-544-1421 0 0,-133 609 1587 0 0,-1 0 0 0 0,0 0-1 0 0,-1 0 1 0 0,0-1 0 0 0,-1-12-1 0 0,1 21 25 0 0,0 0-1 0 0,0 0 1 0 0,0 1-1 0 0,0-1 1 0 0,0 0-1 0 0,0 0 1 0 0,0 0-1 0 0,0 0 1 0 0,0 0-1 0 0,0 1 1 0 0,0-1-1 0 0,-1 0 1 0 0,1 0-1 0 0,0 0 1 0 0,0 0 0 0 0,0 0-1 0 0,0 0 1 0 0,0 0-1 0 0,0 1 1 0 0,0-1-1 0 0,0 0 1 0 0,-1 0-1 0 0,1 0 1 0 0,0 0-1 0 0,0 0 1 0 0,0 0-1 0 0,0 0 1 0 0,0 0-1 0 0,-1 0 1 0 0,1 0-1 0 0,0 0 1 0 0,0 0-1 0 0,0 0 1 0 0,0 0-1 0 0,0 0 1 0 0,-1 0 0 0 0,1 0-1 0 0,0 0 1 0 0,0 0-1 0 0,0 0 1 0 0,0 0-1 0 0,0 0 1 0 0,-1 0-1 0 0,1 0 1 0 0,0 0-1 0 0,0 0 1 0 0,0 0-1 0 0,0 0 1 0 0,0 0-1 0 0,-1 0 1 0 0,1-1-1 0 0,0 1 1 0 0,0 0-1 0 0,0 0 1 0 0,0 0-1 0 0,0 0 1 0 0,0 0 0 0 0,0 0-1 0 0,0 0 1 0 0,0-1-1 0 0,-1 1 1 0 0,1 0-1 0 0,0 0 1 0 0,0 0-1 0 0,0-1 1 0 0,-5 11-42 0 0,-8 21 256 0 0,1 0 0 0 0,-10 48-1 0 0,1-7 155 0 0,-56 194 888 0 0,74-239-1124 0 0,5-21-32 0 0,5-16 42 0 0,24-72-339 0 0,-4 0 1 0 0,17-87-1 0 0,-12 43-114 0 0,56-220-610 0 0,-85 335 890 0 0,-2 7 17 0 0,1-1 0 0 0,-1 0 1 0 0,0 1-1 0 0,-1-1 0 0 0,1 0 0 0 0,-1 0 0 0 0,0-5 0 0 0,-4 15 24 0 0,0 1 0 0 0,1 0-1 0 0,0-1 1 0 0,-5 14 0 0 0,-4 20 266 0 0,3 2 1 0 0,-7 60-1 0 0,16-99-260 0 0,0 1-1 0 0,0-1 1 0 0,0 1 0 0 0,0 0-1 0 0,1-1 1 0 0,-1 1 0 0 0,1-1-1 0 0,0 1 1 0 0,0-1 0 0 0,0 0-1 0 0,2 5 1 0 0,-3-7-11 0 0,1 1 0 0 0,-1-1 1 0 0,0 0-1 0 0,0 1 0 0 0,0-1 0 0 0,1 0 1 0 0,-1 0-1 0 0,0 1 0 0 0,0-1 0 0 0,1 0 1 0 0,-1 0-1 0 0,0 0 0 0 0,0 1 0 0 0,1-1 1 0 0,-1 0-1 0 0,0 0 0 0 0,1 0 1 0 0,-1 0-1 0 0,0 0 0 0 0,1 1 0 0 0,-1-1 1 0 0,0 0-1 0 0,1 0 0 0 0,-1 0 0 0 0,1 0 1 0 0,-1 0-1 0 0,0 0 0 0 0,1 0 0 0 0,0 0 1 0 0,-1-1-1 0 0,1 0 0 0 0,0 1 0 0 0,0-1 1 0 0,0 0-1 0 0,-1 0 0 0 0,1 0 1 0 0,0 1-1 0 0,-1-1 0 0 0,1 0 0 0 0,-1 0 1 0 0,1 0-1 0 0,-1 0 0 0 0,0 0 1 0 0,1 0-1 0 0,0-2 0 0 0,10-35-95 0 0,-1-1-1 0 0,-2 0 1 0 0,5-59-1 0 0,-10 32-173 0 0,-6-88-1 0 0,-2 100 122 0 0,-1-31-48 0 0,7 83 182 0 0,-1 0 1 0 0,1-1-1 0 0,-1 1 1 0 0,1 0-1 0 0,0-1 0 0 0,0 1 1 0 0,0 0-1 0 0,0 0 1 0 0,1-3-1 0 0,7-14-55 0 0,15-70-201 0 0,-22 80 234 0 0,-1 1 0 0 0,-1 0-1 0 0,1-1 1 0 0,-1 1 0 0 0,-1 0-1 0 0,-1-11 1 0 0,2 18 31 0 0,0 1-1 0 0,0 0 1 0 0,0-1-1 0 0,0 1 0 0 0,0 0 1 0 0,0-1-1 0 0,0 1 1 0 0,0 0-1 0 0,-1 0 1 0 0,1-1-1 0 0,0 1 1 0 0,0 0-1 0 0,0-1 1 0 0,0 1-1 0 0,0 0 0 0 0,-1 0 1 0 0,1-1-1 0 0,0 1 1 0 0,0 0-1 0 0,-1 0 1 0 0,1 0-1 0 0,0-1 1 0 0,0 1-1 0 0,-1 0 0 0 0,1 0 1 0 0,0 0-1 0 0,0 0 1 0 0,-1-1-1 0 0,1 1 1 0 0,0 0-1 0 0,-1 0 1 0 0,1 0-1 0 0,0 0 1 0 0,-1 0-1 0 0,1 0 0 0 0,0 0 1 0 0,0 0-1 0 0,-1 0 1 0 0,1 0-1 0 0,0 0 1 0 0,-1 0-1 0 0,1 0 1 0 0,0 0-1 0 0,-1 0 0 0 0,1 0 1 0 0,0 0-1 0 0,-1 1 1 0 0,1-1-1 0 0,0 0 1 0 0,0 0-1 0 0,-1 0 1 0 0,1 0-1 0 0,0 1 1 0 0,0-1-1 0 0,-1 0 0 0 0,1 0 1 0 0,0 1-1 0 0,0-1 1 0 0,0 0-1 0 0,-1 0 1 0 0,1 1-1 0 0,0-1 1 0 0,0 0-1 0 0,0 1 0 0 0,-11 18 126 0 0,11-17-118 0 0,-21 43 453 0 0,-25 82 0 0 0,-2 53 418 0 0,40-147-733 0 0,1-1 69 0 0,1 1 0 0 0,1 1-1 0 0,0 57 1 0 0,7-81-206 0 0,3-15 17 0 0,3-13 73 0 0,-1-14-105 0 0,-1 0-1 0 0,5-60 0 0 0,-10-67-454 0 0,-1 94 304 0 0,0 58 135 0 0,0 0-1 0 0,0 1 1 0 0,-1-1 0 0 0,0 0-1 0 0,-1 0 1 0 0,1 0 0 0 0,-1 1-1 0 0,0-1 1 0 0,-4-6 0 0 0,6 13 20 0 0,0-1 0 0 0,0 1 0 0 0,-1-1 0 0 0,1 1 0 0 0,0-1 1 0 0,0 1-1 0 0,-1-1 0 0 0,1 1 0 0 0,0 0 0 0 0,-1-1 0 0 0,1 1 1 0 0,0-1-1 0 0,-1 1 0 0 0,1 0 0 0 0,-1 0 0 0 0,1-1 1 0 0,0 1-1 0 0,-1 0 0 0 0,1 0 0 0 0,-1-1 0 0 0,1 1 0 0 0,-1 0 1 0 0,1 0-1 0 0,-1 0 0 0 0,1 0 0 0 0,-1 0 0 0 0,1-1 0 0 0,-1 1 1 0 0,1 0-1 0 0,-1 0 0 0 0,0 1 0 0 0,0-1 9 0 0,0 1-1 0 0,0-1 1 0 0,0 1 0 0 0,0-1-1 0 0,0 1 1 0 0,0 0 0 0 0,1 0-1 0 0,-1 0 1 0 0,0-1 0 0 0,0 1-1 0 0,1 0 1 0 0,-1 0 0 0 0,0 1-1 0 0,-14 33 223 0 0,6 5-133 0 0,-1 2 210 0 0,-8 71 0 0 0,13 124 566 0 0,5-233-860 0 0,1 3-15 0 0,3-14 17 0 0,2-13 70 0 0,-4-42-258 0 0,-3-1 0 0 0,-3 1 1 0 0,-13-76-1 0 0,15 124 128 0 0,1 5 4 0 0,-1-1 0 0 0,1 0 0 0 0,-2 1 0 0 0,1-1 0 0 0,-7-13 0 0 0,9 23 43 0 0,0 0 0 0 0,0-1 0 0 0,0 1 0 0 0,0 0 1 0 0,-1 0-1 0 0,1 0 0 0 0,0 0 0 0 0,0 0 0 0 0,0 0 0 0 0,0-1 0 0 0,-1 1 0 0 0,1 0 0 0 0,0 0 0 0 0,0 0 1 0 0,0 0-1 0 0,0 0 0 0 0,-1 0 0 0 0,1 0 0 0 0,0 0 0 0 0,0 0 0 0 0,0 0 0 0 0,-1 0 0 0 0,1 0 0 0 0,0 0 1 0 0,0 0-1 0 0,0 0 0 0 0,0 0 0 0 0,-1 0 0 0 0,1 0 0 0 0,0 0 0 0 0,0 0 0 0 0,0 0 0 0 0,-1 0 0 0 0,1 1 1 0 0,0-1-1 0 0,0 0 0 0 0,0 0 0 0 0,0 0 0 0 0,0 0 0 0 0,-1 0 0 0 0,1 0 0 0 0,0 1 0 0 0,0-1 0 0 0,0 0 1 0 0,0 0-1 0 0,0 0 0 0 0,0 0 0 0 0,0 1 0 0 0,-1-1 0 0 0,1 0 0 0 0,0 0 0 0 0,0 0 0 0 0,0 1 0 0 0,-6 11-26 0 0,-46 245 746 0 0,38-180-456 0 0,-9 84 334 0 0,20-129-428 0 0,2 1 0 0 0,5 63 0 0 0,0-83-128 0 0,1-23 52 0 0,0-25 41 0 0,-3-21-410 0 0,-2 0 0 0 0,-11-81-1 0 0,-36-109-590 0 0,44 237 834 0 0,2 1-4 0 0,-1 0 1 0 0,0 0-1 0 0,0 1 0 0 0,-1-1 0 0 0,0 1 1 0 0,-1-1-1 0 0,1 1 0 0 0,-6-7 0 0 0,9 14 36 0 0,0 0 0 0 0,0 0 0 0 0,0 0-1 0 0,0 0 1 0 0,-1-1 0 0 0,1 1 0 0 0,0 0-1 0 0,0 0 1 0 0,0 0 0 0 0,0 0 0 0 0,0-1 0 0 0,0 1-1 0 0,-1 0 1 0 0,1 0 0 0 0,0 0 0 0 0,0 0-1 0 0,0 0 1 0 0,-1 0 0 0 0,1 0 0 0 0,0 0-1 0 0,0 0 1 0 0,0 0 0 0 0,-1 0 0 0 0,1 0-1 0 0,0-1 1 0 0,0 1 0 0 0,0 0 0 0 0,-1 0 0 0 0,1 1-1 0 0,0-1 1 0 0,0 0 0 0 0,0 0 0 0 0,-1 0-1 0 0,1 0 1 0 0,0 0 0 0 0,0 0 0 0 0,0 0-1 0 0,0 0 1 0 0,-1 0 0 0 0,1 0 0 0 0,0 0 0 0 0,0 1-1 0 0,0-1 1 0 0,0 0 0 0 0,-1 0 0 0 0,-3 13-24 0 0,2 14-12 0 0,5 81 737 0 0,34 213-1 0 0,-32-290-605 0 0,-2-12-11 0 0,0 0 1 0 0,2 0-1 0 0,0 0 0 0 0,9 21 1 0 0,-14-40-85 0 0,0 1 1 0 0,0-1 0 0 0,0 0-1 0 0,0 1 1 0 0,0-1-1 0 0,0 0 1 0 0,0 1 0 0 0,1-1-1 0 0,-1 0 1 0 0,0 1 0 0 0,0-1-1 0 0,0 0 1 0 0,1 0-1 0 0,-1 1 1 0 0,0-1 0 0 0,0 0-1 0 0,1 0 1 0 0,-1 1-1 0 0,0-1 1 0 0,1 0 0 0 0,-1 0-1 0 0,0 0 1 0 0,1 0-1 0 0,-1 1 1 0 0,0-1 0 0 0,1 0-1 0 0,-1 0 1 0 0,0 0-1 0 0,1 0 1 0 0,-1 0 0 0 0,0 0-1 0 0,1 0 1 0 0,6-9 48 0 0,3-21 71 0 0,-10 28-112 0 0,8-46-188 0 0,-2-1 1 0 0,-2 0-1 0 0,-2-1 1 0 0,-2 1 0 0 0,-9-66-1 0 0,-11-19-271 0 0,16 116 362 0 0,0 0 0 0 0,-2 1 0 0 0,0 0 0 0 0,-1 0 1 0 0,-11-21-1 0 0,17 36 88 0 0,0 1 1 0 0,0-1-1 0 0,0 1 0 0 0,0-1 1 0 0,0 1-1 0 0,0-1 1 0 0,0 1-1 0 0,0 0 1 0 0,0-1-1 0 0,-1 1 1 0 0,1 0-1 0 0,0 0 1 0 0,-1 0-1 0 0,1 0 1 0 0,-1 0-1 0 0,1 1 1 0 0,-1-1-1 0 0,0 0 1 0 0,1 1-1 0 0,-1-1 0 0 0,0 1 1 0 0,1-1-1 0 0,-1 1 1 0 0,0 0-1 0 0,-2 0 1 0 0,2 0 9 0 0,0 1 0 0 0,0 0 0 0 0,1-1 0 0 0,-1 1-1 0 0,0 0 1 0 0,1 0 0 0 0,-1 0 0 0 0,1 0 0 0 0,-1 1 0 0 0,1-1 0 0 0,-1 0 0 0 0,1 1 0 0 0,0-1 0 0 0,0 1 0 0 0,0-1 0 0 0,0 1 0 0 0,0-1-1 0 0,0 1 1 0 0,0 0 0 0 0,0 0 0 0 0,0-1 0 0 0,0 5 0 0 0,-6 16 100 0 0,1 1 1 0 0,1 0-1 0 0,-3 35 1 0 0,2 74 346 0 0,4-63-225 0 0,0 107 298 0 0,4-144-376 0 0,1-1 0 0 0,2 1 1 0 0,13 46-1 0 0,-18-77-148 0 0,0 0 0 0 0,0 0 0 0 0,1 0 0 0 0,-1 0 0 0 0,0 0 0 0 0,0 0 0 0 0,1-1 0 0 0,-1 1 0 0 0,1 0 0 0 0,-1 0 0 0 0,1 0 0 0 0,-1 0 0 0 0,1-1 0 0 0,0 1 0 0 0,-1 0 0 0 0,2 0 0 0 0,-2-1-2 0 0,1 0 0 0 0,-1 0-1 0 0,1 0 1 0 0,-1-1 0 0 0,0 1 0 0 0,0 0-1 0 0,1-1 1 0 0,-1 1 0 0 0,0 0 0 0 0,1-1-1 0 0,-1 1 1 0 0,0 0 0 0 0,0-1-1 0 0,0 1 1 0 0,1-1 0 0 0,-1 1 0 0 0,0 0-1 0 0,0-1 1 0 0,0 1 0 0 0,0-1-1 0 0,0 1 1 0 0,0-1 0 0 0,0 0 0 0 0,4-36 90 0 0,-5 14-200 0 0,-1-1 0 0 0,-1 1 0 0 0,-10-37-1 0 0,-26-68-420 0 0,31 102 458 0 0,-2 0-90 0 0,-2-1-1 0 0,0 2 1 0 0,-26-39-1 0 0,37 62 150 0 0,0 0 0 0 0,0 0 0 0 0,0 0 0 0 0,-1 0 0 0 0,1 1 0 0 0,-1-1 0 0 0,1 1 0 0 0,-1-1 0 0 0,1 1 0 0 0,-1-1 0 0 0,0 1 0 0 0,0 0 0 0 0,0 0 0 0 0,0 0 0 0 0,0 0 0 0 0,-4-1 0 0 0,5 2 16 0 0,0 0-1 0 0,0 0 0 0 0,0 0 0 0 0,0 1 0 0 0,0-1 0 0 0,0 0 1 0 0,0 0-1 0 0,0 1 0 0 0,1-1 0 0 0,-1 1 0 0 0,0-1 0 0 0,0 1 1 0 0,0-1-1 0 0,0 1 0 0 0,0 0 0 0 0,1-1 0 0 0,-1 1 0 0 0,0 0 1 0 0,1 0-1 0 0,-1 0 0 0 0,0-1 0 0 0,1 1 0 0 0,-1 0 0 0 0,1 0 1 0 0,-1 0-1 0 0,1 0 0 0 0,0 0 0 0 0,-1 0 0 0 0,1 0 0 0 0,0 0 1 0 0,0 0-1 0 0,0 0 0 0 0,0 0 0 0 0,0 2 0 0 0,-9 51 316 0 0,-2 94 0 0 0,7-58-29 0 0,-2-21-80 0 0,0-17-13 0 0,3 0 0 0 0,5 67 0 0 0,4-83-81 0 0,-6-34-109 0 0,0-1 0 0 0,1 1 1 0 0,-1 0-1 0 0,0-1 1 0 0,1 1-1 0 0,0 0 0 0 0,-1-1 1 0 0,1 1-1 0 0,0-1 1 0 0,0 1-1 0 0,0-1 0 0 0,0 1 1 0 0,0-1-1 0 0,0 0 1 0 0,1 1-1 0 0,-1-1 0 0 0,2 1 1 0 0,-2-1-4 0 0,0-1 0 0 0,-1 0 1 0 0,1 0-1 0 0,-1 0 0 0 0,1 0 0 0 0,0-1 1 0 0,-1 1-1 0 0,1 0 0 0 0,0 0 0 0 0,-1 0 0 0 0,1 0 1 0 0,-1-1-1 0 0,1 1 0 0 0,0 0 0 0 0,-1-1 1 0 0,1 1-1 0 0,-1 0 0 0 0,1-1 0 0 0,-1 1 1 0 0,1 0-1 0 0,-1-1 0 0 0,0 1 0 0 0,1-1 0 0 0,-1 1 1 0 0,1-1-1 0 0,-1 1 0 0 0,0-1 0 0 0,1 0 1 0 0,-1 1-1 0 0,0-1 0 0 0,0 1 0 0 0,0-1 1 0 0,1 0-1 0 0,-1 0 0 0 0,8-26 34 0 0,-7 23-27 0 0,3-18-120 0 0,-1 1 0 0 0,-1-1-1 0 0,-1 0 1 0 0,-1-1 0 0 0,-1 1 0 0 0,-5-34 0 0 0,-4-1-260 0 0,-23-70 1 0 0,23 101 190 0 0,0 0 0 0 0,-18-31 0 0 0,4 9 28 0 0,19 38 80 0 0,0 1 0 0 0,-1-1 0 0 0,0 1 1 0 0,0 0-1 0 0,-1 0 0 0 0,-9-9 0 0 0,15 20 79 0 0,1 0 0 0 0,-1 0-1 0 0,1 1 1 0 0,0-1 0 0 0,0 0-1 0 0,0 0 1 0 0,0 0 0 0 0,0 0 0 0 0,1 0-1 0 0,0 3 1 0 0,10 69 169 0 0,-1-10 202 0 0,23 84 0 0 0,-32-145-366 0 0,0 0 0 0 0,0-1 0 0 0,0 1 0 0 0,0 0 1 0 0,1-1-1 0 0,-1 1 0 0 0,1-1 0 0 0,-1 0 1 0 0,1 1-1 0 0,0-1 0 0 0,0 0 0 0 0,2 2 1 0 0,-3-3-12 0 0,0-1 0 0 0,-1 0 0 0 0,1 1 0 0 0,-1-1 0 0 0,1 0 0 0 0,-1 0 0 0 0,1 1 0 0 0,0-1 0 0 0,-1 0 0 0 0,1 0 0 0 0,-1 0 0 0 0,1 0 0 0 0,0 0 0 0 0,-1 0 0 0 0,1 0 0 0 0,-1 0 0 0 0,1 0 1 0 0,0 0-1 0 0,-1 0 0 0 0,1 0 0 0 0,0-1 0 0 0,0 1 0 0 0,0-1 2 0 0,1 0 0 0 0,-1 0 1 0 0,0 0-1 0 0,1 0 0 0 0,-1 0 1 0 0,0-1-1 0 0,0 1 0 0 0,0 0 1 0 0,0-1-1 0 0,0 1 0 0 0,0 0 1 0 0,0-3-1 0 0,5-9-25 0 0,-1 1 1 0 0,-1-1 0 0 0,0 0-1 0 0,-1 0 1 0 0,0 0-1 0 0,-1-1 1 0 0,0-13-1 0 0,-2-98-464 0 0,-1 102 424 0 0,0-23-96 0 0,-6-270-937 0 0,7 314 1082 0 0,0-1-1 0 0,0 1 1 0 0,0-1 0 0 0,1 0 0 0 0,-1 1 0 0 0,0-1-1 0 0,1 1 1 0 0,0-1 0 0 0,0 1 0 0 0,0-1-1 0 0,0 1 1 0 0,1-3 0 0 0,-1 4 7 0 0,-1 1 0 0 0,0 0-1 0 0,1-1 1 0 0,-1 1 0 0 0,1 0 0 0 0,-1-1-1 0 0,0 1 1 0 0,1 0 0 0 0,-1-1 0 0 0,1 1-1 0 0,-1 0 1 0 0,1 0 0 0 0,-1 0 0 0 0,1 0-1 0 0,-1 0 1 0 0,1-1 0 0 0,-1 1 0 0 0,1 0-1 0 0,-1 0 1 0 0,1 0 0 0 0,-1 0 0 0 0,1 0 0 0 0,0 1-1 0 0,1-1 5 0 0,-1 1 0 0 0,1-1 0 0 0,-1 1-1 0 0,1 0 1 0 0,0 0 0 0 0,-1 0 0 0 0,0-1 0 0 0,1 2 0 0 0,-1-1-1 0 0,2 1 1 0 0,11 13 120 0 0,0 0 0 0 0,12 17 1 0 0,19 22 226 0 0,-36-45-323 0 0,3 3 87 0 0,-1-1 0 0 0,21 14-1 0 0,-28-22-88 0 0,1 0 0 0 0,-1 0 0 0 0,1-1 0 0 0,0 0 0 0 0,-1 0 0 0 0,1 0 0 0 0,0-1 0 0 0,0 0 0 0 0,0 0 0 0 0,1 0 0 0 0,9 0 0 0 0,-14 0-18 0 0,0-1 0 0 0,0 0 0 0 0,1 1 0 0 0,-1-1 0 0 0,0 1 0 0 0,0-1 0 0 0,0 1 1 0 0,0-1-1 0 0,0 1 0 0 0,0 0 0 0 0,0 0 0 0 0,0-1 0 0 0,0 1 0 0 0,0 0 0 0 0,-1 0 0 0 0,1 0 0 0 0,0 0 0 0 0,0 0 0 0 0,-1 0 0 0 0,1 0 0 0 0,-1 0 0 0 0,1 0 0 0 0,-1 1 0 0 0,1-1 0 0 0,-1 0 0 0 0,0 0 0 0 0,0 0 0 0 0,0 1 0 0 0,1-1 0 0 0,-1 0 0 0 0,0 3 0 0 0,-1 40 148 0 0,-3-7 24 0 0,-4 25 183 0 0,3-1 0 0 0,5 121 0 0 0,8-117 67 0 0,30 127 0 0 0,-26-153-240 0 0,1-1 0 0 0,2 0 1 0 0,1-1-1 0 0,31 49 1 0 0,-36-68-114 0 0,0 1 67 0 0,1-2-1 0 0,14 19 1 0 0,-26-36-142 0 0,0 0 1 0 0,1 1 0 0 0,-1-1-1 0 0,0 0 1 0 0,0 1 0 0 0,0-1-1 0 0,1 0 1 0 0,-1 0 0 0 0,0 1 0 0 0,0-1-1 0 0,1 0 1 0 0,-1 0 0 0 0,0 0-1 0 0,0 1 1 0 0,1-1 0 0 0,-1 0-1 0 0,0 0 1 0 0,1 0 0 0 0,-1 0-1 0 0,0 1 1 0 0,1-1 0 0 0,-1 0-1 0 0,0 0 1 0 0,1 0 0 0 0,-1 0-1 0 0,0 0 1 0 0,1 0 0 0 0,-1 0-1 0 0,0 0 1 0 0,1 0 0 0 0,-1 0 0 0 0,1 0-1 0 0,-1 0 1 0 0,1-1 0 0 0,3-11 100 0 0,-5-15 67 0 0,0 24-165 0 0,1 0-1 0 0,-1 0 1 0 0,0 0 0 0 0,0 0 0 0 0,0 0 0 0 0,-1 0 0 0 0,1 0 0 0 0,-1 0 0 0 0,0 1 0 0 0,1-1-1 0 0,-1 1 1 0 0,-1-1 0 0 0,1 1 0 0 0,0-1 0 0 0,-4-1 0 0 0,5 3-2 0 0,0 0 0 0 0,0 0 0 0 0,-1 0 1 0 0,1 0-1 0 0,-1 0 0 0 0,1 0 0 0 0,-1 1 0 0 0,1-1 1 0 0,-1 0-1 0 0,0 1 0 0 0,1 0 0 0 0,-1-1 0 0 0,0 1 0 0 0,1 0 1 0 0,-1 0-1 0 0,0 0 0 0 0,1 0 0 0 0,-1 0 0 0 0,0 0 0 0 0,1 0 1 0 0,-1 1-1 0 0,0-1 0 0 0,1 1 0 0 0,-1-1 0 0 0,1 1 1 0 0,-1 0-1 0 0,1-1 0 0 0,-1 1 0 0 0,1 0 0 0 0,-2 1 0 0 0,-3 3 12 0 0,1 0-1 0 0,0 1 1 0 0,0-1-1 0 0,0 1 1 0 0,1 0 0 0 0,-1 0-1 0 0,-3 9 1 0 0,-22 51 134 0 0,22-49-122 0 0,-124 325 539 0 0,106-272-458 0 0,20-53-69 0 0,-5 10 26 0 0,1 1 0 0 0,2 0 0 0 0,-6 33 1 0 0,15-53-50 0 0,4-14 18 0 0,4-14 22 0 0,30-119-1074 0 0,24-152 1 0 0,-54 241 735 0 0,-2 13 29 0 0,-1 0 0 0 0,1-44-1 0 0,-10 66 184 0 0,3 15 70 0 0,0 0 0 0 0,0 0 0 0 0,0 0-1 0 0,-1 0 1 0 0,1 0 0 0 0,0 0-1 0 0,0 0 1 0 0,0 0 0 0 0,0 0-1 0 0,0 0 1 0 0,-1 0 0 0 0,1 0-1 0 0,0 0 1 0 0,0 0 0 0 0,0 0-1 0 0,0 0 1 0 0,-1 0 0 0 0,1 0-1 0 0,0 0 1 0 0,0 0 0 0 0,0 0-1 0 0,0 0 1 0 0,0 0 0 0 0,-1 0-1 0 0,1 0 1 0 0,0 0 0 0 0,0 0-1 0 0,0 0 1 0 0,0 1 0 0 0,0-1-1 0 0,0 0 1 0 0,-1 0 0 0 0,1 0-1 0 0,0 0 1 0 0,0 0 0 0 0,0 0-1 0 0,0 1 1 0 0,0-1 0 0 0,0 0 0 0 0,0 0-1 0 0,0 0 1 0 0,-12 26-94 0 0,-55 225 703 0 0,7-23-83 0 0,-151 348 841 0 0,303-832-2277 0 0,-86 241 801 0 0,-2 7 63 0 0,-1-1 1 0 0,0 1-1 0 0,0-1 0 0 0,-1 0 1 0 0,0 0-1 0 0,1-9 0 0 0,-3 18 48 0 0,0 0 0 0 0,0-1-1 0 0,0 1 1 0 0,0-1-1 0 0,0 1 1 0 0,0-1 0 0 0,0 1-1 0 0,0 0 1 0 0,0-1-1 0 0,0 1 1 0 0,0-1 0 0 0,0 1-1 0 0,0 0 1 0 0,0-1-1 0 0,0 1 1 0 0,0-1-1 0 0,0 1 1 0 0,0 0 0 0 0,0-1-1 0 0,-1 1 1 0 0,1-1-1 0 0,0 1 1 0 0,0 0 0 0 0,0-1-1 0 0,-1 1 1 0 0,1 0-1 0 0,0-1 1 0 0,0 1 0 0 0,-1 0-1 0 0,1 0 1 0 0,0-1-1 0 0,-1 1 1 0 0,1 0 0 0 0,0 0-1 0 0,-1 0 1 0 0,1-1-1 0 0,-1 1 1 0 0,1 0 0 0 0,0 0-1 0 0,-1 0 1 0 0,1 0-1 0 0,-1 0 1 0 0,1 0 0 0 0,0 0-1 0 0,-1 0 1 0 0,1 0-1 0 0,-1 0 1 0 0,1 0 0 0 0,-1 0-1 0 0,1 0 1 0 0,0 0-1 0 0,-1 0 1 0 0,1 0 0 0 0,-1 0-1 0 0,1 0 1 0 0,0 1-1 0 0,-1-1 1 0 0,1 0 0 0 0,0 0-1 0 0,-1 0 1 0 0,1 1-1 0 0,0-1 1 0 0,-1 1 0 0 0,-22 20-63 0 0,-18 31 254 0 0,2 3-1 0 0,-44 83 0 0 0,38-61-31 0 0,23-40-75 0 0,-68 121 290 0 0,89-156-372 0 0,-2 4 15 0 0,0 0 1 0 0,0 0-1 0 0,0 1 0 0 0,1 0 0 0 0,0-1 0 0 0,-2 14 0 0 0,3-20-15 0 0,1 0-1 0 0,0 0 1 0 0,0 0-1 0 0,0 1 1 0 0,0-1-1 0 0,0 0 0 0 0,0 0 1 0 0,0 0-1 0 0,0 0 1 0 0,0 0-1 0 0,1 1 1 0 0,-1-1-1 0 0,0 0 1 0 0,0 0-1 0 0,0 0 1 0 0,0 0-1 0 0,0 0 1 0 0,0 1-1 0 0,0-1 1 0 0,0 0-1 0 0,0 0 1 0 0,0 0-1 0 0,0 0 1 0 0,0 0-1 0 0,1 0 1 0 0,-1 0-1 0 0,0 1 1 0 0,0-1-1 0 0,0 0 1 0 0,0 0-1 0 0,0 0 1 0 0,0 0-1 0 0,1 0 1 0 0,-1 0-1 0 0,0 0 1 0 0,0 0-1 0 0,0 0 1 0 0,0 0-1 0 0,1 0 1 0 0,-1 0-1 0 0,0 0 1 0 0,0 0-1 0 0,0 0 1 0 0,0 0-1 0 0,0 0 1 0 0,1 0-1 0 0,9-5 36 0 0,11-13 22 0 0,-19 16-55 0 0,41-44-58 0 0,-53 60 124 0 0,0 1 0 0 0,-13 24-1 0 0,14-24-29 0 0,-48 80 249 0 0,-99 125 0 0 0,152-214-276 0 0,-15 17 50 0 0,16-21-32 0 0,11-15-9 0 0,161-223-1375 0 0,-139 196 1130 0 0,-17 15 66 0 0,-14 19 157 0 0,-11 14-34 0 0,-34 38 141 0 0,-72 93 0 0 0,35-38 151 0 0,39-49-138 0 0,12-13 40 0 0,-47 43 0 0 0,124-127-74 0 0,-20 18-19 0 0,31-25 1 0 0,-15 20-434 0 0,45-47-1 0 0,-80 69 235 0 0,-14 12 138 0 0,-15 10 76 0 0,-296 219 608 0 0,210-175-503 0 0,102-54-148 0 0,9-7-10 0 0,9-9 0 0 0,63-56 204 0 0,19-19 49 0 0,-89 81-218 0 0,-10 9-36 0 0,-12 8-11 0 0,-138 81 335 0 0,151-88-260 0 0,12-7-43 0 0,17-8-29 0 0,-18 11 18 0 0,-5 1-35 0 0,0 0 0 0 0,0 0 0 0 0,0 1 0 0 0,0-1 0 0 0,0 1 0 0 0,1-1 0 0 0,-1 1 0 0 0,0 0 0 0 0,0-1 0 0 0,1 1 0 0 0,-1 0 0 0 0,0 0 0 0 0,0 0 0 0 0,1 0 0 0 0,-1 0 0 0 0,0 0 0 0 0,1 0 0 0 0,-1 0 0 0 0,0 0 0 0 0,3 1 0 0 0,-24 22 61 0 0,9-15-3 0 0,9-7-58 0 0,1 0 0 0 0,-1 0 0 0 0,0 0 0 0 0,1 0 0 0 0,-1 1 0 0 0,1-1 0 0 0,0 0 0 0 0,-1 1-1 0 0,1-1 1 0 0,0 1 0 0 0,0-1 0 0 0,0 1 0 0 0,-1 1 0 0 0,1-2 2 0 0,1 0-1 0 0,0 0 1 0 0,0-1 0 0 0,-1 1 0 0 0,1 0-1 0 0,0 0 1 0 0,-1-1 0 0 0,1 1 0 0 0,-1 0-1 0 0,1-1 1 0 0,-1 1 0 0 0,1-1 0 0 0,-1 1-1 0 0,1-1 1 0 0,-1 1 0 0 0,1-1 0 0 0,-1 1-1 0 0,0-1 1 0 0,0 1 0 0 0,-9 7 15 0 0,-25 23 76 0 0,31-27-90 0 0,3-3-3 0 0,0 0-1 0 0,1-1 1 0 0,-1 1 0 0 0,0 0 0 0 0,0-1 0 0 0,0 1 0 0 0,1-1 0 0 0,-1 1 0 0 0,0-1 0 0 0,0 1 0 0 0,0-1 0 0 0,0 1 0 0 0,0-1 0 0 0,0 0 0 0 0,0 0 0 0 0,0 1 0 0 0,0-1 0 0 0,0 0 0 0 0,0 0-1 0 0,0 0 1 0 0,-1 0 0 0 0,-6 1 17 0 0,0 0 0 0 0,1 1 0 0 0,-1 1 0 0 0,1-1 0 0 0,0 1 0 0 0,0 0 0 0 0,0 1 0 0 0,0 0 0 0 0,1 0 0 0 0,-10 7 0 0 0,-5 2 9 0 0,1 1 64 0 0,1 0-1 0 0,-33 31 1 0 0,31-26-63 0 0,7-5-11 0 0,6-7 8 0 0,1 0 0 0 0,-1 0-1 0 0,-1-1 1 0 0,1 1 0 0 0,-12 4 0 0 0,-6 0 18 0 0,20-9-30 0 0,0 1 0 0 0,1-1 0 0 0,0 1 1 0 0,-1 0-1 0 0,1 0 0 0 0,0 0 0 0 0,-5 6 1 0 0,-6 3 49 0 0,0-1 0 0 0,0 0 0 0 0,-23 11 0 0 0,0-1 3 0 0,-44 28 170 0 0,76-44-222 0 0,1-2 1 0 0,-1 1 0 0 0,0-1 0 0 0,0 0-1 0 0,-1 0 1 0 0,1 0 0 0 0,-1-1 0 0 0,1-1 0 0 0,-1 1-1 0 0,1-1 1 0 0,-13 0 0 0 0,12 0 2 0 0,0 1 0 0 0,0 0 0 0 0,0 0 0 0 0,0 0 0 0 0,1 1 0 0 0,-1 1 0 0 0,1-1 0 0 0,0 1 0 0 0,-12 8 0 0 0,-20 10 58 0 0,20-14-15 0 0,1 0-1 0 0,-27 6 1 0 0,40-13-60 0 0,0-1 0 0 0,0 0 0 0 0,0 0 0 0 0,1 0 0 0 0,-1 0 0 0 0,0-1 0 0 0,0 0 0 0 0,0 0 0 0 0,1 0 0 0 0,-1-1 0 0 0,0 0 0 0 0,1 0 0 0 0,-7-3 0 0 0,-1-2 0 0 0,1 0 0 0 0,0 0-1 0 0,-18-17 1 0 0,22 18-42 0 0,1-1 1 0 0,1 0-1 0 0,-1 0 0 0 0,1 0 1 0 0,0-1-1 0 0,1 0 0 0 0,0 0 1 0 0,0 0-1 0 0,-4-14 0 0 0,2 3-71 0 0,1-1-1 0 0,1 0 0 0 0,-2-23 1 0 0,-6-108-955 0 0,9 50 514 0 0,15-81-580 0 0,-2 62 374 0 0,-3 57 417 0 0,8-42-367 0 0,-12 78 407 0 0,12-38 1 0 0,-8 38-16 0 0,5-34 0 0 0,-8 35 93 0 0,2 0-1 0 0,0 0 0 0 0,12-26 0 0 0,-1 0-185 0 0,6-1 27 0 0,1-14-431 0 0,3 0-1 0 0,66-118 1 0 0,-47 90 553 0 0,-28 55 127 0 0,27-42 0 0 0,71-101-166 0 0,60-46 494 0 0,-148 195-347 0 0,43-41 87 0 0,-13 14 502 0 0,-31 34-272 0 0,42-33 0 0 0,-19 16-379 0 0,183-142 1312 0 0,-157 128-638 0 0,-51 40-369 0 0,-16 13-19 0 0,-1-2 1 0 0,1 1-1 0 0,10-12 0 0 0,-14 14-22 0 0,0-1 1 0 0,0 1-1 0 0,1 0 0 0 0,-1 0 1 0 0,1 1-1 0 0,9-4 0 0 0,-7 3 6 0 0,-1 0-1 0 0,0 0 0 0 0,13-10 1 0 0,10-13 47 0 0,2 1 1 0 0,0 2-1 0 0,1 1 0 0 0,2 2 1 0 0,0 1-1 0 0,48-19 0 0 0,78-36 626 0 0,-5-12-92 0 0,-309 172 0 0 0,2 15-36 0 0,-11 6-13 0 0,67-48-249 0 0,-43 43 315 0 0,62-35-359 0 0,-25 20 138 0 0,-127 76 507 0 0,163-117-492 0 0,-74 67-1 0 0,28-18-46 0 0,-66 64 351 0 0,157-136-751 0 0,2 0 0 0 0,-22 34 0 0 0,-38 55 0 0 0,-21 35 0 0 0,76-112 0 0 0,13-19 0 0 0,1 0 0 0 0,-9 18 0 0 0,10-12 0 0 0,22-48-214 0 0,13-45 1 0 0,8-17-218 0 0,3 14-468 0 0,2 1 0 0 0,94-129 0 0 0,-105 166 660 0 0,181-223-1890 0 0,-50 89 664 0 0,-118 131 843 0 0,94-69 0 0 0,141-68 856 0 0,-217 141-239 0 0,5-6-190 0 0,-22 14 347 0 0,0 2-1 0 0,2 1 1 0 0,68-26-1 0 0,-104 48-119 0 0,1 1-1 0 0,0 0 1 0 0,0 0-1 0 0,-1 1 0 0 0,1 0 1 0 0,0 1-1 0 0,0 0 1 0 0,13 2-1 0 0,-19-1-18 0 0,0-1 0 0 0,0 1 0 0 0,0-1 0 0 0,-1 1 0 0 0,1 0 0 0 0,0 1 0 0 0,-1-1 0 0 0,1 0 0 0 0,-1 1 0 0 0,1 0 0 0 0,-1 0 0 0 0,0 0 0 0 0,0 0 0 0 0,0 1 0 0 0,0-1 0 0 0,0 1 0 0 0,0 0 0 0 0,-1 0 0 0 0,1 0 0 0 0,-1 0 0 0 0,0 0 0 0 0,0 0 0 0 0,0 0 0 0 0,1 5 0 0 0,-2-1 13 0 0,0 1 0 0 0,0 0-1 0 0,-1 0 1 0 0,0 0 0 0 0,-1 0-1 0 0,0 0 1 0 0,0 0 0 0 0,0-1-1 0 0,-1 1 1 0 0,-1 0 0 0 0,-3 9-1 0 0,-7 30 174 0 0,10-29-136 0 0,-4 22 113 0 0,1-1 0 0 0,1 1 0 0 0,3 74 0 0 0,5-89-82 0 0,6 29 0 0 0,-9-53-92 0 0,0-1-1 0 0,0 1 1 0 0,0-1-1 0 0,1 1 1 0 0,-1-1-1 0 0,0 1 0 0 0,0-1 1 0 0,0 0-1 0 0,0 1 1 0 0,0-1-1 0 0,0 1 1 0 0,1-1-1 0 0,-1 1 1 0 0,0-1-1 0 0,0 0 0 0 0,1 1 1 0 0,-1-1-1 0 0,0 0 1 0 0,1 1-1 0 0,-1-1 1 0 0,0 0-1 0 0,1 1 0 0 0,-1-1 1 0 0,0 0-1 0 0,1 0 1 0 0,-1 1-1 0 0,1-1 1 0 0,-1 0-1 0 0,1 0 1 0 0,-1 0-1 0 0,1 1 0 0 0,12-10 105 0 0,5-19 90 0 0,80-178-1056 0 0,-42 79 124 0 0,-53 121 711 0 0,0 0 0 0 0,0 1 0 0 0,0 0 0 0 0,1 0 0 0 0,0 0 0 0 0,4-5 0 0 0,-4 10-65 0 0,-2 7 93 0 0,-1 13 74 0 0,-1-16-85 0 0,2 60 231 0 0,2-1 0 0 0,18 81-1 0 0,40 124 516 0 0,-18-85-271 0 0,-37-152-380 0 0,-2-4 18 0 0,1-1 1 0 0,1 1-1 0 0,2-1 1 0 0,16 37-1 0 0,-24-62-102 0 0,-1 0-1 0 0,1 0 1 0 0,-1 0 0 0 0,1 0 0 0 0,-1 0 0 0 0,1 0-1 0 0,0 0 1 0 0,0 0 0 0 0,-1 0 0 0 0,1 0-1 0 0,0 0 1 0 0,0-1 0 0 0,0 1 0 0 0,0 0 0 0 0,0 0-1 0 0,0-1 1 0 0,0 1 0 0 0,0-1 0 0 0,0 1-1 0 0,0-1 1 0 0,2 1 0 0 0,-2-1 0 0 0,0 0 0 0 0,-1-1 0 0 0,1 1 1 0 0,0 0-1 0 0,0-1 0 0 0,0 1 0 0 0,-1-1 0 0 0,1 1 0 0 0,0-1 0 0 0,0 1 1 0 0,-1-1-1 0 0,1 1 0 0 0,0-1 0 0 0,-1 0 0 0 0,1 1 0 0 0,-1-1 0 0 0,1 0 0 0 0,-1 1 1 0 0,1-1-1 0 0,-1 0 0 0 0,1-1 0 0 0,3-7 31 0 0,0 0 1 0 0,-1-1-1 0 0,4-16 0 0 0,-7 24-26 0 0,79-303-1439 0 0,-77 295 1351 0 0,0 6 48 0 0,0-1 1 0 0,-1 0-1 0 0,0 0 0 0 0,0 1 1 0 0,-1-1-1 0 0,1 0 1 0 0,-1 0-1 0 0,0 0 0 0 0,0 0 1 0 0,-1-6-1 0 0,1 11 30 0 0,0 0 0 0 0,0 0-1 0 0,-1-1 1 0 0,1 1 0 0 0,0 0-1 0 0,0 0 1 0 0,0 0 0 0 0,0 0-1 0 0,0-1 1 0 0,0 1 0 0 0,-1 0 0 0 0,1 0-1 0 0,0 0 1 0 0,0 0 0 0 0,0 0-1 0 0,0 0 1 0 0,-1 0 0 0 0,1-1-1 0 0,0 1 1 0 0,0 0 0 0 0,0 0-1 0 0,-1 0 1 0 0,1 0 0 0 0,0 0 0 0 0,0 0-1 0 0,0 0 1 0 0,0 0 0 0 0,-1 0-1 0 0,1 0 1 0 0,0 0 0 0 0,0 0-1 0 0,0 0 1 0 0,-1 0 0 0 0,1 0 0 0 0,0 0-1 0 0,0 1 1 0 0,0-1 0 0 0,-1 0-1 0 0,1 0 1 0 0,0 0 0 0 0,0 0-1 0 0,0 0 1 0 0,0 0 0 0 0,-1 0-1 0 0,1 1 1 0 0,0-1 0 0 0,0 0 0 0 0,-9 9-5 0 0,8-7 22 0 0,-16 20 70 0 0,2 0 0 0 0,1 1 0 0 0,0 1-1 0 0,-18 48 1 0 0,9-23 52 0 0,-217 435 1034 0 0,-41-20 21 0 0,279-462-1184 0 0,-5 9 31 0 0,0-1-1 0 0,-1 0 0 0 0,0-1 1 0 0,0 0-1 0 0,-15 12 0 0 0,23-21-35 0 0,-1 1 0 0 0,1-1-1 0 0,-1 1 1 0 0,1-1 0 0 0,0 0-1 0 0,-1 1 1 0 0,1-1 0 0 0,-1 0-1 0 0,0 1 1 0 0,1-1 0 0 0,-1 0 0 0 0,1 0-1 0 0,-1 1 1 0 0,1-1 0 0 0,-1 0-1 0 0,0 0 1 0 0,1 0 0 0 0,-1 0-1 0 0,1 0 1 0 0,-1 0 0 0 0,0 0-1 0 0,1 0 1 0 0,-1 0 0 0 0,1 0 0 0 0,-1 0-1 0 0,0 0 1 0 0,1-1 0 0 0,-1 1-1 0 0,1 0 1 0 0,-1-1 0 0 0,0 0 1 0 0,0 0 1 0 0,0 0 0 0 0,1 0 0 0 0,-1 0 0 0 0,1 0-1 0 0,-1 0 1 0 0,1 0 0 0 0,0 0 0 0 0,-1 0 0 0 0,1 0-1 0 0,0-1 1 0 0,0 1 0 0 0,-1 0 0 0 0,1-2 0 0 0,4-47-79 0 0,-3 48 48 0 0,12-72-674 0 0,39-121 1 0 0,42-66-645 0 0,-73 209 1023 0 0,31-91-474 0 0,-49 125 709 0 0,-3 17 84 0 0,0 1-1 0 0,0 0 0 0 0,0 0 1 0 0,0 0-1 0 0,0 0 1 0 0,0 0-1 0 0,0 0 0 0 0,0 0 1 0 0,0-1-1 0 0,0 1 0 0 0,0 0 1 0 0,0 0-1 0 0,-1 0 0 0 0,1 0 1 0 0,0 0-1 0 0,0 0 1 0 0,0 0-1 0 0,0 0 0 0 0,0 0 1 0 0,0 0-1 0 0,0-1 0 0 0,0 1 1 0 0,0 0-1 0 0,0 0 0 0 0,-1 0 1 0 0,1 0-1 0 0,0 0 1 0 0,0 0-1 0 0,0 0 0 0 0,0 0 1 0 0,0 0-1 0 0,0 0 0 0 0,0 0 1 0 0,-1 0-1 0 0,1 0 0 0 0,0 0 1 0 0,0 0-1 0 0,0 0 1 0 0,0 0-1 0 0,0 0 0 0 0,0 0 1 0 0,0 0-1 0 0,-1 0 0 0 0,1 0 1 0 0,0 0-1 0 0,0 0 0 0 0,0 0 1 0 0,0 0-1 0 0,0 1 1 0 0,0-1-1 0 0,0 0 0 0 0,0 0 1 0 0,0 0-1 0 0,0 0 0 0 0,-1 0 1 0 0,1 0-1 0 0,0 0 0 0 0,0 0 1 0 0,-20 26-3 0 0,-101 176 640 0 0,74-117-408 0 0,-439 676 2044 0 0,439-702-2060 0 0,28-36-87 0 0,0 0 1 0 0,-18 33-1 0 0,105-132-91 0 0,-33 34-304 0 0,80-91-594 0 0,-93 110 637 0 0,2 1 1 0 0,0 0-1 0 0,38-24 1 0 0,-56 42 236 0 0,0 1 0 0 0,0 0 0 0 0,0 0 1 0 0,10-3-1 0 0,-16 6-8 0 0,1-1 0 0 0,0 1 0 0 0,0 0-1 0 0,-1-1 1 0 0,1 1 0 0 0,0 0 0 0 0,0 0 0 0 0,0 0 0 0 0,-1-1 0 0 0,1 1 0 0 0,0 0 0 0 0,0 0 0 0 0,0 0 0 0 0,0 1-1 0 0,-1-1 1 0 0,1 0 0 0 0,0 0 0 0 0,0 0 0 0 0,0 0 0 0 0,-1 1 0 0 0,1-1 0 0 0,0 0 0 0 0,0 1 0 0 0,-1-1 0 0 0,1 1-1 0 0,0-1 1 0 0,-1 1 0 0 0,1-1 0 0 0,0 1 0 0 0,-1-1 0 0 0,1 1 0 0 0,-1 0 0 0 0,1-1 0 0 0,-1 1 0 0 0,1 0 0 0 0,-1-1-1 0 0,0 1 1 0 0,1 0 0 0 0,-1 0 0 0 0,0 0 0 0 0,1-1 0 0 0,-1 1 0 0 0,0 0 0 0 0,0 0 0 0 0,0 0 0 0 0,0-1 0 0 0,0 1-1 0 0,0 0 1 0 0,0 1 0 0 0,-1 9 31 0 0,0-1 0 0 0,0 0-1 0 0,-1 1 1 0 0,-1-1-1 0 0,0 0 1 0 0,-7 17 0 0 0,-32 59 134 0 0,29-61-111 0 0,-19 36 147 0 0,-2-1 0 0 0,-45 59 0 0 0,70-109-182 0 0,32-56 131 0 0,133-165-1351 0 0,-98 137 746 0 0,198-241-1311 0 0,-187 234 1256 0 0,90-103-647 0 0,-139 166 1124 0 0,-43 42 83 0 0,2 1-1 0 0,-31 47 0 0 0,17-23 131 0 0,14-21-64 0 0,-442 565 2389 0 0,326-428-1800 0 0,-70 76 322 0 0,141-173-670 0 0,57-59-304 0 0,-2-1 0 0 0,1 0 0 0 0,-1 0 0 0 0,0-1 0 0 0,-13 6 0 0 0,-3-2 13 0 0,19-8-15 0 0,0 0 0 0 0,1 0-1 0 0,-1 1 1 0 0,1 0 0 0 0,-1 0 0 0 0,1 1 0 0 0,1 0-1 0 0,-1 0 1 0 0,-9 11 0 0 0,-2 4 152 0 0,-35 31-1 0 0,47-46-175 0 0,0 0 1 0 0,0 0-1 0 0,0-1 0 0 0,-1 0 1 0 0,1-1-1 0 0,-1 1 0 0 0,0-1 0 0 0,0 0 1 0 0,0-1-1 0 0,-1 0 0 0 0,-7 2 0 0 0,11-4-8 0 0,1 0 0 0 0,0 0-1 0 0,0 0 1 0 0,-1 0 0 0 0,1-1-1 0 0,0 1 1 0 0,0-1 0 0 0,0 0-1 0 0,0 0 1 0 0,0 0 0 0 0,0 0-1 0 0,0 0 1 0 0,0-1 0 0 0,0 1-1 0 0,0-1 1 0 0,-3-2 0 0 0,2 0-21 0 0,0 0 1 0 0,0 0-1 0 0,1 0 1 0 0,-1-1 0 0 0,1 1-1 0 0,0-1 1 0 0,0 0 0 0 0,-4-8-1 0 0,0-5-132 0 0,1-1 0 0 0,1 1 0 0 0,0-1 0 0 0,-2-26 0 0 0,-11-45-348 0 0,11 61 273 0 0,2-1-1 0 0,0 1 1 0 0,0-35-1 0 0,7-6-434 0 0,16-113 0 0 0,-15 153 353 0 0,-3 30 287 0 0,0 0 0 0 0,0 0 0 0 0,0 0 0 0 0,0 0 0 0 0,1 0 0 0 0,-1 0 0 0 0,0 0-1 0 0,0 0 1 0 0,0-1 0 0 0,0 1 0 0 0,0 0 0 0 0,0 0 0 0 0,0 0 0 0 0,0 0 0 0 0,0 0 0 0 0,0 0 0 0 0,0 0 0 0 0,0 0 0 0 0,0 0 0 0 0,0 0-1 0 0,0-1 1 0 0,0 1 0 0 0,0 0 0 0 0,0 0 0 0 0,0 0 0 0 0,0 0 0 0 0,0 0 0 0 0,0 0 0 0 0,0 0 0 0 0,0 0 0 0 0,0 0 0 0 0,-1 0-1 0 0,1-1 1 0 0,0 1 0 0 0,0 0 0 0 0,0 0 0 0 0,0 0 0 0 0,0 0 0 0 0,0 0 0 0 0,0 0 0 0 0,0 0 0 0 0,0 0 0 0 0,0 0 0 0 0,0 0 0 0 0,0 0-1 0 0,0 0 1 0 0,-1 0 0 0 0,1 0 0 0 0,0 0 0 0 0,0 0 0 0 0,0 0 0 0 0,0 0 0 0 0,0 0 0 0 0,0 0 0 0 0,0 0 0 0 0,0 0 0 0 0,0 0 0 0 0,-1 0-1 0 0,1 0 1 0 0,0 0 0 0 0,0 0 0 0 0,0 0 0 0 0,0 0 0 0 0,0 0 0 0 0,0 0 0 0 0,-8 15-55 0 0,-87 274 725 0 0,68-196-461 0 0,-47 125 340 0 0,89-344-683 0 0,12-36-662 0 0,45-238-1037 0 0,-43 264 1275 0 0,37-151-776 0 0,-46 215 661 0 0,57-132-1 0 0,-75 199 650 0 0,29-54-287 0 0,-28 54 283 0 0,0 0 0 0 0,0 0 1 0 0,1 1-1 0 0,0 0 0 0 0,-1 0 1 0 0,1 0-1 0 0,1 0 1 0 0,-1 0-1 0 0,7-4 0 0 0,-9 8 34 0 0,-1 0 0 0 0,1-1 0 0 0,-1 1 0 0 0,1 0 0 0 0,-1 0-1 0 0,0 0 1 0 0,1 0 0 0 0,-1 0 0 0 0,1 1 0 0 0,-1-1 0 0 0,0 0 0 0 0,1 1 0 0 0,-1-1-1 0 0,0 1 1 0 0,1-1 0 0 0,-1 1 0 0 0,0 0 0 0 0,1-1 0 0 0,-1 1 0 0 0,0 0 0 0 0,0 0-1 0 0,0 0 1 0 0,0 0 0 0 0,0 0 0 0 0,0 0 0 0 0,0 0 0 0 0,0 0 0 0 0,0 0 0 0 0,0 3-1 0 0,4 2 31 0 0,-1 0-1 0 0,0 0 0 0 0,-1 0 0 0 0,5 11 0 0 0,-5-7 22 0 0,0 0 1 0 0,-1 0-1 0 0,-1 1 0 0 0,0-1 1 0 0,0 0-1 0 0,-1 0 1 0 0,0 1-1 0 0,-1-1 0 0 0,0 0 1 0 0,-5 19-1 0 0,-3 8 221 0 0,-23 53-1 0 0,31-86-256 0 0,-60 143 647 0 0,46-116-466 0 0,-1-1 1 0 0,-31 44-1 0 0,41-64-110 0 0,-4 4-40 0 0,8-15-41 0 0,5-9 4 0 0,17-40-112 0 0,3 0 0 0 0,40-66 0 0 0,-32 62-65 0 0,77-134-871 0 0,134-175 1 0 0,-164 261 502 0 0,4 3 1 0 0,5 5-1 0 0,107-92 1 0 0,-192 184 527 0 0,10-9-66 0 0,1 0 0 0 0,1 0-1 0 0,0 1 1 0 0,0 1 0 0 0,1 0 0 0 0,24-10-1 0 0,-39 19 74 0 0,1-1-1 0 0,-1 1 0 0 0,1 0 0 0 0,-1 0 0 0 0,1 0 0 0 0,-1 0 0 0 0,1 0 0 0 0,-1 0 0 0 0,1-1 1 0 0,-1 1-1 0 0,1 0 0 0 0,-1 0 0 0 0,1 0 0 0 0,-1 1 0 0 0,1-1 0 0 0,-1 0 0 0 0,1 0 0 0 0,-1 0 1 0 0,1 0-1 0 0,-1 0 0 0 0,1 1 0 0 0,-1-1 0 0 0,0 0 0 0 0,1 0 0 0 0,-1 1 0 0 0,1-1 0 0 0,-1 0 1 0 0,1 1-1 0 0,-1-1 0 0 0,2 16 76 0 0,-14 16 68 0 0,-10 9 240 0 0,-2-1-1 0 0,-55 68 1 0 0,77-105-369 0 0,-95 122 1304 0 0,-163 162-1 0 0,206-236-892 0 0,71-82-262 0 0,51-77-146 0 0,-19 27-347 0 0,44-72-233 0 0,-90 148 530 0 0,-2 3 25 0 0,1 0 0 0 0,-1-1 1 0 0,1 1-1 0 0,-1 0 0 0 0,0-1 0 0 0,0 1 1 0 0,-1-1-1 0 0,1 1 0 0 0,0-1 0 0 0,-1 1 1 0 0,1-1-1 0 0,-1 0 0 0 0,0-2 1 0 0,0 5 2 0 0,0 0 0 0 0,0-1 1 0 0,0 1-1 0 0,0 0 1 0 0,0 0-1 0 0,-1-1 1 0 0,1 1-1 0 0,0 0 0 0 0,0 0 1 0 0,0-1-1 0 0,0 1 1 0 0,-1 0-1 0 0,1 0 1 0 0,0 0-1 0 0,0-1 0 0 0,0 1 1 0 0,-1 0-1 0 0,1 0 1 0 0,0 0-1 0 0,0 0 1 0 0,-1 0-1 0 0,1 0 0 0 0,0-1 1 0 0,0 1-1 0 0,-1 0 1 0 0,1 0-1 0 0,0 0 1 0 0,0 0-1 0 0,-1 0 1 0 0,1 0-1 0 0,0 0 0 0 0,0 0 1 0 0,-1 0-1 0 0,-12 4-68 0 0,-12 10 48 0 0,24-13 27 0 0,-37 28 218 0 0,2 1 0 0 0,1 3 0 0 0,-38 43 0 0 0,70-73-205 0 0,-79 87 733 0 0,-103 146 0 0 0,151-185-446 0 0,2 1 1 0 0,3 2-1 0 0,1 1 1 0 0,-36 109 0 0 0,59-148-240 0 0,-12 36 198 0 0,2 0 0 0 0,2 1 0 0 0,-8 84 0 0 0,21-131-227 0 0,0 1 1 0 0,0-1-1 0 0,1 1 1 0 0,-1-1 0 0 0,4 12-1 0 0,-3-17-31 0 0,-1 0-1 0 0,0 0 1 0 0,1 0 0 0 0,-1 0-1 0 0,0 0 1 0 0,1-1-1 0 0,-1 1 1 0 0,1 0 0 0 0,0 0-1 0 0,-1 0 1 0 0,1-1-1 0 0,0 1 1 0 0,-1 0 0 0 0,1 0-1 0 0,0-1 1 0 0,0 1-1 0 0,-1-1 1 0 0,3 2 0 0 0,-2-2-4 0 0,0 0 0 0 0,0 0 0 0 0,0 0 0 0 0,0 0 0 0 0,0 0 0 0 0,0-1 0 0 0,0 1 0 0 0,0 0 0 0 0,0 0 0 0 0,0-1 1 0 0,0 1-1 0 0,0 0 0 0 0,0-1 0 0 0,0 1 0 0 0,0-1 0 0 0,0 1 0 0 0,0-1 0 0 0,0 0 0 0 0,0 1 0 0 0,-1-1 0 0 0,2-1 0 0 0,16-18-34 0 0,-1 0 0 0 0,-1 0 0 0 0,-1-1 0 0 0,-1-1 0 0 0,17-37 0 0 0,-5 12-218 0 0,171-324-1618 0 0,-5 8 49 0 0,30 19 38 0 0,-194 307 1460 0 0,1 2 0 0 0,40-37 0 0 0,-56 60 343 0 0,0 1 0 0 0,1 0 0 0 0,0 1 0 0 0,0 1 0 0 0,1 0 0 0 0,1 1 0 0 0,-1 0 0 0 0,34-10 0 0 0,-44 17 8 0 0,1 0 1 0 0,0 0-1 0 0,0 0 1 0 0,0 1-1 0 0,0-1 1 0 0,0 1-1 0 0,0 1 1 0 0,9 1 0 0 0,-14-2-30 0 0,-1 1 1 0 0,1-1-1 0 0,-1 0 1 0 0,0 1-1 0 0,1-1 1 0 0,-1 0-1 0 0,0 1 1 0 0,1-1-1 0 0,-1 1 1 0 0,0-1 0 0 0,0 0-1 0 0,0 1 1 0 0,1-1-1 0 0,-1 1 1 0 0,0-1-1 0 0,0 1 1 0 0,0-1-1 0 0,0 1 1 0 0,0-1 0 0 0,0 1-1 0 0,0-1 1 0 0,0 1-1 0 0,0-1 1 0 0,0 1-1 0 0,0-1 1 0 0,0 1-1 0 0,0-1 1 0 0,0 1-1 0 0,0-1 1 0 0,-1 1 0 0 0,1-1-1 0 0,0 1 1 0 0,0-1-1 0 0,0 0 1 0 0,-1 1-1 0 0,1-1 1 0 0,0 1-1 0 0,-1-1 1 0 0,1 0 0 0 0,-1 1-1 0 0,-15 19 157 0 0,14-17-112 0 0,-20 19 164 0 0,0-1 0 0 0,-51 36-1 0 0,24-20 12 0 0,-390 280 2067 0 0,240-196-1311 0 0,197-120-968 0 0,1 0-1 0 0,-1-1 1 0 0,0 1-1 0 0,1 0 1 0 0,-1-1-1 0 0,0 1 0 0 0,1-1 1 0 0,-1 1-1 0 0,0-1 1 0 0,1 0-1 0 0,-1 0 1 0 0,-3 1-1 0 0,5-2-6 0 0,0 1-1 0 0,-1 0 0 0 0,1 0 0 0 0,0 0 1 0 0,0 0-1 0 0,0 0 0 0 0,0 0 0 0 0,-1 0 1 0 0,1 0-1 0 0,0 0 0 0 0,0-1 1 0 0,0 1-1 0 0,0 0 0 0 0,0 0 0 0 0,-1 0 1 0 0,1 0-1 0 0,0-1 0 0 0,0 1 1 0 0,0 0-1 0 0,0 0 0 0 0,0 0 0 0 0,0 0 1 0 0,0-1-1 0 0,0 1 0 0 0,0 0 0 0 0,0 0 1 0 0,0 0-1 0 0,0-1 0 0 0,0 1 1 0 0,0 0-1 0 0,0 0 0 0 0,0 0 0 0 0,0-1 1 0 0,0 1-1 0 0,7-13 98 0 0,-2 5-84 0 0,-4 5 7 0 0,0 1 0 0 0,1 0 0 0 0,-1 0 0 0 0,1 0 0 0 0,0 0 0 0 0,-1 0 0 0 0,1 1 0 0 0,0-1 0 0 0,0 0 0 0 0,2-1 0 0 0,-4 3-19 0 0,0 0 0 0 0,1 0 1 0 0,-1 0-1 0 0,0 0 0 0 0,0 0 0 0 0,0 0 1 0 0,0 0-1 0 0,0 0 0 0 0,0 0 0 0 0,0 0 0 0 0,0 0 1 0 0,1 0-1 0 0,-1 0 0 0 0,0 0 0 0 0,0 0 0 0 0,0 0 1 0 0,0 0-1 0 0,0 0 0 0 0,0 0 0 0 0,0 1 0 0 0,0-1 1 0 0,0 0-1 0 0,0 0 0 0 0,1 0 0 0 0,-1 0 1 0 0,0 0-1 0 0,0 0 0 0 0,0 0 0 0 0,0 0 0 0 0,0 0 1 0 0,0 0-1 0 0,0 0 0 0 0,0 1 0 0 0,0-1 0 0 0,0 0 1 0 0,0 0-1 0 0,0 0 0 0 0,0 0 0 0 0,0 0 1 0 0,0 0-1 0 0,0 0 0 0 0,0 0 0 0 0,0 0 0 0 0,0 1 1 0 0,0-1-1 0 0,0 0 0 0 0,0 0 0 0 0,0 0 0 0 0,0 0 1 0 0,0 0-1 0 0,0 0 0 0 0,0 0 0 0 0,0 0 0 0 0,0 0 1 0 0,0 1-1 0 0,0-1 0 0 0,0 0 0 0 0,0 0 1 0 0,0 0-1 0 0,0 0 0 0 0,0 0 0 0 0,0 0 0 0 0,-1 0 1 0 0,1 0-1 0 0,0 0 0 0 0,0 0 0 0 0,0 0 0 0 0,0 0 1 0 0,-4 9-23 0 0,4-9 30 0 0,-15 26 225 0 0,-19 42 0 0 0,85-163-33 0 0,-48 90-229 0 0,132-258-1279 0 0,-116 232 1122 0 0,2 1 1 0 0,1 0-1 0 0,2 2 1 0 0,0 0-1 0 0,2 2 0 0 0,29-24 1 0 0,162-98-1 0 0,12 19 229 0 0,-186 105-42 0 0,-14 7 135 0 0,1 1-1 0 0,0 1 1 0 0,1 2-1 0 0,50-15 1 0 0,-63 28-124 0 0,-30 1 27 0 0,-1 0-1 0 0,1 1 0 0 0,-1 1 0 0 0,1 0 1 0 0,0 1-1 0 0,0 0 0 0 0,0 0 0 0 0,0 2 1 0 0,-11 6-1 0 0,-97 67 459 0 0,116-77-493 0 0,-75 59 478 0 0,2 4-1 0 0,-132 143 1 0 0,-100 180 988 0 0,253-314-1223 0 0,-103 146 547 0 0,116-155-394 0 0,-50 103 0 0 0,88-158-355 0 0,-1 1 1 0 0,2-1-1 0 0,0 1 0 0 0,0 0 1 0 0,1 1-1 0 0,0-1 1 0 0,1 1-1 0 0,0-1 1 0 0,1 1-1 0 0,0-1 0 0 0,1 1 1 0 0,0 0-1 0 0,3 15 1 0 0,1-2 23 0 0,-4-20-56 0 0,1 0 0 0 0,-1 0-1 0 0,1 1 1 0 0,0-1 0 0 0,1 0 0 0 0,0 0-1 0 0,2 6 1 0 0,-4-11-15 0 0,0 0 0 0 0,0 0 0 0 0,0 0 1 0 0,0 0-1 0 0,1 1 0 0 0,-1-1 0 0 0,0 0 0 0 0,0 0 0 0 0,0 0 0 0 0,0 0 0 0 0,0 1 1 0 0,1-1-1 0 0,-1 0 0 0 0,0 0 0 0 0,0 0 0 0 0,0 0 0 0 0,1 0 0 0 0,-1 0 0 0 0,0 0 0 0 0,0 0 1 0 0,0 0-1 0 0,1 0 0 0 0,-1 1 0 0 0,0-1 0 0 0,0 0 0 0 0,0 0 0 0 0,1 0 0 0 0,-1 0 1 0 0,0 0-1 0 0,0 0 0 0 0,0-1 0 0 0,1 1 0 0 0,-1 0 0 0 0,0 0 0 0 0,0 0 0 0 0,0 0 1 0 0,1 0-1 0 0,-1 0 0 0 0,0 0 0 0 0,0 0 0 0 0,0 0 0 0 0,1-1 0 0 0,-1 1 0 0 0,0 0 0 0 0,0 0 1 0 0,0 0-1 0 0,0 0 0 0 0,0 0 0 0 0,1-1 0 0 0,-1 1 0 0 0,0 0 0 0 0,0 0 0 0 0,0 0 1 0 0,0-1-1 0 0,0 1 0 0 0,0 0 0 0 0,0 0 0 0 0,0 0 0 0 0,0-1 0 0 0,0 1 0 0 0,0 0 1 0 0,0 0-1 0 0,0 0 0 0 0,0-1 0 0 0,5-12 74 0 0,-5 13-69 0 0,52-146-542 0 0,-32 97 265 0 0,236-554-3633 0 0,-235 561 3567 0 0,-30 74 457 0 0,-15 37 0 0 0,4-13 10 0 0,-21 51 358 0 0,-98 181 0 0 0,132-275-434 0 0,-2 1 0 0 0,-14 17-1 0 0,22-33-44 0 0,2-7 12 0 0,5-13 31 0 0,10-26-120 0 0,39-121-675 0 0,-46 134 453 0 0,-1-1-1 0 0,6-66 1 0 0,-14 95 247 0 0,1 0 0 0 0,-2-1 1 0 0,1 1-1 0 0,-1 0 0 0 0,-2-10 0 0 0,2 16 39 0 0,1 0-1 0 0,0 0 1 0 0,0 0-1 0 0,-1 0 1 0 0,1 0-1 0 0,-1 1 1 0 0,1-1-1 0 0,0 0 1 0 0,-1 0-1 0 0,0 0 0 0 0,1 1 1 0 0,-1-1-1 0 0,0 0 1 0 0,1 1-1 0 0,-1-1 1 0 0,0 0-1 0 0,1 1 1 0 0,-1-1-1 0 0,0 1 1 0 0,-1-1-1 0 0,1 1 8 0 0,-1 0 0 0 0,1 0-1 0 0,0 0 1 0 0,-1 0 0 0 0,1 0 0 0 0,0 0-1 0 0,0 1 1 0 0,-1-1 0 0 0,1 1 0 0 0,0-1-1 0 0,0 1 1 0 0,0-1 0 0 0,0 1 0 0 0,0-1-1 0 0,0 1 1 0 0,0 0 0 0 0,0 0 0 0 0,0-1-1 0 0,0 1 1 0 0,-1 2 0 0 0,-19 18 132 0 0,0 2-1 0 0,-30 45 1 0 0,18-23 14 0 0,-59 72 213 0 0,105-144-385 0 0,-2 0 1 0 0,0-1-1 0 0,6-33 1 0 0,-11 42-97 0 0,102-407-1757 0 0,-106 417 1843 0 0,0 2-1 0 0,-1 0 1 0 0,1 0-1 0 0,-1 0 1 0 0,-1 0 0 0 0,1 0-1 0 0,-1 0 1 0 0,0 0 0 0 0,-1 0-1 0 0,-2-13 1 0 0,3 20 31 0 0,0-1 1 0 0,-1 1 0 0 0,1 0-1 0 0,0-1 1 0 0,0 1-1 0 0,-1 0 1 0 0,1 0 0 0 0,0-1-1 0 0,0 1 1 0 0,-1 0-1 0 0,1 0 1 0 0,0-1-1 0 0,-1 1 1 0 0,1 0 0 0 0,0 0-1 0 0,-1 0 1 0 0,1 0-1 0 0,0 0 1 0 0,-1-1-1 0 0,1 1 1 0 0,0 0 0 0 0,-1 0-1 0 0,1 0 1 0 0,-1 0-1 0 0,1 0 1 0 0,0 0-1 0 0,-1 0 1 0 0,1 0 0 0 0,0 0-1 0 0,-1 1 1 0 0,1-1-1 0 0,-1 0 1 0 0,1 0 0 0 0,0 0-1 0 0,-1 0 1 0 0,1 0-1 0 0,0 1 1 0 0,0-1-1 0 0,-1 0 1 0 0,1 0 0 0 0,0 0-1 0 0,-1 1 1 0 0,1-1-1 0 0,0 0 1 0 0,-1 1-1 0 0,-12 12 12 0 0,-1 8 75 0 0,1 0 1 0 0,2 1-1 0 0,0 1 1 0 0,-9 25 0 0 0,4-8 61 0 0,-111 305 927 0 0,91-238-761 0 0,25-75-205 0 0,-67 203 597 0 0,56-156-334 0 0,-12 84-1 0 0,31-140-296 0 0,2 1-1 0 0,1 0 1 0 0,1-1-1 0 0,4 25 0 0 0,1 42 190 0 0,-5-60-108 0 0,7 38 0 0 0,-1-10-2 0 0,-7-55-143 0 0,0-1-1 0 0,1 1 1 0 0,-1-1-1 0 0,1 0 1 0 0,-1 1-1 0 0,1-1 1 0 0,0 1-1 0 0,-1-1 1 0 0,1 0-1 0 0,0 0 1 0 0,1 1-1 0 0,-1-1 1 0 0,0 0 0 0 0,1 0-1 0 0,-1 0 1 0 0,1 0-1 0 0,0-1 1 0 0,-1 1-1 0 0,5 2 1 0 0,-4-3-2 0 0,0 0 0 0 0,0 0 1 0 0,0-1-1 0 0,0 1 1 0 0,1-1-1 0 0,-1 1 0 0 0,0-1 1 0 0,0 0-1 0 0,1 0 0 0 0,-1 0 1 0 0,0 0-1 0 0,0 0 0 0 0,1-1 1 0 0,-1 1-1 0 0,0-1 1 0 0,0 0-1 0 0,0 1 0 0 0,1-1 1 0 0,-1 0-1 0 0,0 0 0 0 0,0 0 1 0 0,2-2-1 0 0,7-3 54 0 0,1 0 0 0 0,0 2 1 0 0,0-1-1 0 0,0 1 0 0 0,17-3 0 0 0,65-5 240 0 0,-91 12-289 0 0,6-2 27 0 0,1 0 0 0 0,-1 0 0 0 0,0-1 0 0 0,1-1-1 0 0,-1 0 1 0 0,8-5 0 0 0,-4 3 29 0 0,0 0 0 0 0,15-4-1 0 0,-24 9-57 0 0,0 0 0 0 0,0 0 0 0 0,0 1 0 0 0,0-1 0 0 0,0 1 0 0 0,0 0 0 0 0,0 0 0 0 0,0 0 0 0 0,0 1 0 0 0,0-1 0 0 0,8 3 0 0 0,-9-1 6 0 0,0 0-1 0 0,1 0 0 0 0,-1 0 1 0 0,0 1-1 0 0,0-1 1 0 0,0 1-1 0 0,0-1 1 0 0,-1 1-1 0 0,1 0 1 0 0,-1 0-1 0 0,1 0 1 0 0,-1 1-1 0 0,0-1 1 0 0,-1 1-1 0 0,1-1 1 0 0,0 1-1 0 0,-1-1 0 0 0,0 1 1 0 0,0 0-1 0 0,1 6 1 0 0,0 1 20 0 0,0 0 1 0 0,0 0 0 0 0,-2 0-1 0 0,1 0 1 0 0,-1 0-1 0 0,-2 13 1 0 0,-18 148 488 0 0,18-162-497 0 0,1-5-12 0 0,0-1 1 0 0,1 1-1 0 0,-1-1 1 0 0,1 1-1 0 0,0-1 1 0 0,0 1-1 0 0,0-1 0 0 0,2 7 1 0 0,0-14 8 0 0,1-1 0 0 0,-1 1-1 0 0,1 0 1 0 0,-1-1 0 0 0,0 1 0 0 0,0-1 0 0 0,2-6-1 0 0,41-104-681 0 0,27-79-703 0 0,-71 189 1339 0 0,0 0 0 0 0,0 0 1 0 0,0 0-1 0 0,-1 0 1 0 0,1 0-1 0 0,-1-4 1 0 0,0 8 17 0 0,0-1-1 0 0,0 1 1 0 0,0-1 0 0 0,0 1 0 0 0,-1-1-1 0 0,1 1 1 0 0,0 0 0 0 0,0-1 0 0 0,0 1 0 0 0,0-1-1 0 0,0 1 1 0 0,-1 0 0 0 0,1-1 0 0 0,0 1-1 0 0,0-1 1 0 0,-1 1 0 0 0,1 0 0 0 0,0 0 0 0 0,-1-1-1 0 0,1 1 1 0 0,0 0 0 0 0,-1-1 0 0 0,1 1-1 0 0,-1 0 1 0 0,0 0-3 0 0,0-1-1 0 0,0 2 1 0 0,0-1-1 0 0,0 0 1 0 0,0 0-1 0 0,0 0 1 0 0,1 0-1 0 0,-1 0 1 0 0,0 1 0 0 0,0-1-1 0 0,0 1 1 0 0,0-1-1 0 0,0 0 1 0 0,1 1-1 0 0,-1-1 1 0 0,0 1-1 0 0,0 0 1 0 0,-21 18 43 0 0,1 0 0 0 0,1 1-1 0 0,1 1 1 0 0,-28 39 0 0 0,36-45-20 0 0,-61 82 115 0 0,-127 151 222 0 0,175-227-301 0 0,24-21-52 0 0,0 0 0 0 0,0 0-1 0 0,0 0 1 0 0,0 0-1 0 0,0 0 1 0 0,0 0-1 0 0,0 0 1 0 0,0 0-1 0 0,0 0 1 0 0,-1 0-1 0 0,1 0 1 0 0,0 0-1 0 0,0 0 1 0 0,0 0 0 0 0,0 0-1 0 0,0 0 1 0 0,0 0-1 0 0,0 0 1 0 0,0 0-1 0 0,-1 0 1 0 0,1 0-1 0 0,0 0 1 0 0,0 0-1 0 0,0 0 1 0 0,0 0-1 0 0,0 0 1 0 0,0 0 0 0 0,0 0-1 0 0,0 0 1 0 0,0 0-1 0 0,0 0 1 0 0,-1 0-1 0 0,1 0 1 0 0,0 0-1 0 0,0 0 1 0 0,0 0-1 0 0,0 0 1 0 0,0 0-1 0 0,0 0 1 0 0,0-1 0 0 0,0 1-1 0 0,0 0 1 0 0,0 0-1 0 0,0 0 1 0 0,0 0-1 0 0,0 0 1 0 0,0 0-1 0 0,0 0 1 0 0,0 0-1 0 0,0 0 1 0 0,0-1-1 0 0,0 1 1 0 0,0 0 0 0 0,0 0-1 0 0,0 0 1 0 0,0 0-1 0 0,0 0 1 0 0,0 0-1 0 0,0 0 1 0 0,0 0-1 0 0,0 0 1 0 0,0-1-1 0 0,0 1 1 0 0,0 0-1 0 0,8-17 13 0 0,91-148-898 0 0,-7 14-93 0 0,38-66-1435 0 0,253-323-1 0 0,-114 241 358 0 0,-130 152 931 0 0,-126 134 1059 0 0,-4 4-54 0 0,-1-1 0 0 0,0 1 0 0 0,8-14 0 0 0,-95 158 1007 0 0,-33 62 102 0 0,-89 158 767 0 0,187-330-1590 0 0,13-24-156 0 0,10-13 16 0 0,197-327-815 0 0,7-8-494 0 0,-104 181 220 0 0,181-210-1 0 0,-226 312 912 0 0,-64 64 151 0 0,0 0 1 0 0,0 0 0 0 0,0 0 0 0 0,0 0 0 0 0,0 0 0 0 0,1 0 0 0 0,-1 0-1 0 0,0 0 1 0 0,0 0 0 0 0,0 0 0 0 0,0 0 0 0 0,0 1 0 0 0,0-1 0 0 0,0 0-1 0 0,0 0 1 0 0,0 0 0 0 0,0 0 0 0 0,0 0 0 0 0,0 0 0 0 0,0 0 0 0 0,0 0-1 0 0,0 0 1 0 0,0 0 0 0 0,0 0 0 0 0,0 0 0 0 0,1 0 0 0 0,-1 0 0 0 0,0 0-1 0 0,0 0 1 0 0,0 0 0 0 0,0 0 0 0 0,0 0 0 0 0,0 0 0 0 0,0 0 0 0 0,0 0 0 0 0,0 0-1 0 0,0 0 1 0 0,0 0 0 0 0,0 0 0 0 0,1 0 0 0 0,-1 0 0 0 0,0 0 0 0 0,0 0-1 0 0,0 0 1 0 0,0 0 0 0 0,0 0 0 0 0,0 0 0 0 0,0 0 0 0 0,0 0 0 0 0,0 0-1 0 0,0 0 1 0 0,0 0 0 0 0,0 0 0 0 0,0 0 0 0 0,0 0 0 0 0,0 0 0 0 0,1 0-1 0 0,-1-1 1 0 0,0 1 0 0 0,0 0 0 0 0,0 0 0 0 0,-3 11 48 0 0,-7 11 159 0 0,0 2 15 0 0,-12 40 0 0 0,2-5 93 0 0,-8 12 137 0 0,-2 0 0 0 0,-4-2 0 0 0,-3-1 0 0 0,-64 88 0 0 0,98-151-405 0 0,0 0 1 0 0,-1-1 0 0 0,1 0-1 0 0,-1 0 1 0 0,0 0 0 0 0,0 0-1 0 0,-1-1 1 0 0,1 1 0 0 0,-1-1-1 0 0,-7 4 1 0 0,12-7-46 0 0,-1 0 1 0 0,1 0-1 0 0,-1 0 0 0 0,1 0 1 0 0,0 0-1 0 0,-1 0 0 0 0,1 0 0 0 0,-1 0 1 0 0,1 0-1 0 0,-1 0 0 0 0,1 0 1 0 0,0 0-1 0 0,-1 0 0 0 0,1 0 0 0 0,-1-1 1 0 0,1 1-1 0 0,0 0 0 0 0,-1 0 1 0 0,1 0-1 0 0,-1-1 0 0 0,1 1 1 0 0,0 0-1 0 0,-1 0 0 0 0,1-1 0 0 0,0 1 1 0 0,0 0-1 0 0,-1-1 0 0 0,1 0 1 0 0,-7-15 73 0 0,4-16 35 0 0,3-1-198 0 0,1 2-77 0 0,-2 0 0 0 0,-8-59 0 0 0,9 87 153 0 0,-1 0-1 0 0,0-1 0 0 0,0 1 1 0 0,0 0-1 0 0,0 0 0 0 0,-1 0 1 0 0,1 0-1 0 0,-1 0 1 0 0,1 0-1 0 0,-1 0 0 0 0,0 0 1 0 0,0 1-1 0 0,-1-1 0 0 0,1 1 1 0 0,0-1-1 0 0,-5-2 0 0 0,5 4 18 0 0,0 0 0 0 0,0 0-1 0 0,-1 0 1 0 0,1 0 0 0 0,0 1-1 0 0,-1-1 1 0 0,1 1 0 0 0,0 0-1 0 0,-1 0 1 0 0,1-1 0 0 0,-1 1-1 0 0,1 1 1 0 0,0-1 0 0 0,-1 0-1 0 0,1 1 1 0 0,-1-1 0 0 0,1 1-1 0 0,0 0 1 0 0,0-1 0 0 0,-1 1-1 0 0,1 0 1 0 0,0 1-1 0 0,-3 0 1 0 0,-4 5 54 0 0,-1-1-1 0 0,1 1 1 0 0,0 1 0 0 0,0-1-1 0 0,-12 17 1 0 0,-35 48 334 0 0,-137 237 815 0 0,24 14 27 0 0,168-321-1228 0 0,-18 34 191 0 0,1 0 0 0 0,3 2 1 0 0,-17 58-1 0 0,31-84-23 0 0,8-17-84 0 0,9-19-23 0 0,-15 23-61 0 0,119-219-829 0 0,-37 65 56 0 0,258-377-1920 0 0,-247 408 1807 0 0,5 5 0 0 0,122-113 0 0 0,-203 214 770 0 0,-7 7 14 0 0,0 0 1 0 0,1 1 0 0 0,20-13-1 0 0,-44 34 206 0 0,1-1 0 0 0,1 2 0 0 0,0-1 0 0 0,-9 14 0 0 0,-11 13 126 0 0,-34 31 439 0 0,-81 67 0 0 0,7-8 199 0 0,99-85-470 0 0,2 2-1 0 0,-52 82 0 0 0,84-120-364 0 0,1 0 0 0 0,0 1-1 0 0,1-1 1 0 0,0 0 0 0 0,0 1-1 0 0,-2 10 1 0 0,5-18-41 0 0,0 0 0 0 0,0 0 0 0 0,0 0 0 0 0,0 0-1 0 0,0 1 1 0 0,0-1 0 0 0,0 0 0 0 0,0 0 0 0 0,0 0 0 0 0,0 0 0 0 0,0 0 0 0 0,0 1 0 0 0,0-1 0 0 0,0 0 0 0 0,0 0 0 0 0,0 0 0 0 0,0 0 0 0 0,0 0 0 0 0,0 1-1 0 0,0-1 1 0 0,0 0 0 0 0,0 0 0 0 0,0 0 0 0 0,0 0 0 0 0,0 1 0 0 0,0-1 0 0 0,0 0 0 0 0,0 0 0 0 0,0 0 0 0 0,0 0 0 0 0,0 0 0 0 0,1 0 0 0 0,-1 1 0 0 0,0-1-1 0 0,0 0 1 0 0,0 0 0 0 0,0 0 0 0 0,0 0 0 0 0,0 0 0 0 0,1 0 0 0 0,-1 0 0 0 0,0 0 0 0 0,0 0 0 0 0,7-4 16 0 0,7-10 101 0 0,62-94 34 0 0,153-205-1485 0 0,-117 178 740 0 0,96-123-539 0 0,-162 197 855 0 0,48-68-331 0 0,-56 77 322 0 0,-37 51 287 0 0,3-6 0 0 0,-28 31 29 0 0,4-1 164 0 0,1 0 1 0 0,-22 38-1 0 0,10-16 38 0 0,-70 98 494 0 0,-320 487 2432 0 0,406-605-3035 0 0,-236 422 2012 0 0,227-401-1950 0 0,6-13 100 0 0,1 2 0 0 0,-23 68 0 0 0,40-103-283 0 0,0 1 1 0 0,-1-1-1 0 0,1 1 0 0 0,0-1 0 0 0,0 0 1 0 0,0 1-1 0 0,0-1 0 0 0,0 0 0 0 0,0 1 0 0 0,0-1 1 0 0,0 1-1 0 0,0-1 0 0 0,0 0 0 0 0,0 1 1 0 0,0-1-1 0 0,0 1 0 0 0,0-1 0 0 0,0 0 1 0 0,1 1-1 0 0,-1-1 0 0 0,0 0 0 0 0,0 1 1 0 0,0-1-1 0 0,1 0 0 0 0,-1 1 0 0 0,0-1 1 0 0,0 0-1 0 0,1 1 0 0 0,-1-1 0 0 0,0 0 0 0 0,0 0 1 0 0,1 1-1 0 0,-1-1 0 0 0,0 0 0 0 0,1 0 1 0 0,-1 0-1 0 0,1 1 0 0 0,-1-1 0 0 0,0 0 1 0 0,1 0-1 0 0,-1 0 0 0 0,0 0 0 0 0,1 0 1 0 0,-1 0-1 0 0,1 0 0 0 0,-1 0 0 0 0,0 0 0 0 0,1 0 1 0 0,0 0-1 0 0,0 0 2 0 0,0 0-1 0 0,0 0 1 0 0,0-1-1 0 0,-1 1 1 0 0,1 0-1 0 0,0-1 1 0 0,0 1 0 0 0,0-1-1 0 0,0 1 1 0 0,0-1-1 0 0,0 1 1 0 0,-1-1-1 0 0,1 0 1 0 0,0 1 0 0 0,0-1-1 0 0,-1 0 1 0 0,1 1-1 0 0,-1-1 1 0 0,1 0-1 0 0,0 0 1 0 0,-1 0 0 0 0,0 0-1 0 0,1-1 1 0 0,-39 82 440 0 0,13-29-38 0 0,-3-1 1 0 0,-46 64 0 0 0,22-37 36 0 0,18-28-170 0 0,18-25-105 0 0,0 0-1 0 0,-12 26 1 0 0,17-28-78 0 0,5-11-15 0 0,0 0-1 0 0,1 1 0 0 0,0 0 1 0 0,0 0-1 0 0,2 0 1 0 0,-1 1-1 0 0,2-1 1 0 0,-3 25-1 0 0,4-16-23 0 0,0 1 0 0 0,-2-1 1 0 0,-1 0-1 0 0,0-1 0 0 0,-1 1 0 0 0,-2-1 0 0 0,0 0 0 0 0,-1 0 0 0 0,-1-1 1 0 0,0 0-1 0 0,-18 25 0 0 0,-3 1-50 0 0,17-25 0 0 0,0-1 0 0 0,-1 0 0 0 0,-1-1 0 0 0,-18 17 0 0 0,27-30 0 0 0,0-1 0 0 0,-1 0 0 0 0,0-1 0 0 0,0 0 0 0 0,-14 5 0 0 0,-14 6 0 0 0,20-4 0 0 0,0 0 0 0 0,-27 24 0 0 0,26-20 0 0 0,-33 21 0 0 0,49-34 0 0 0,0-1 0 0 0,-1 0 0 0 0,1 0 0 0 0,0 0 0 0 0,0 0 0 0 0,-1 1 1 0 0,1-1-1 0 0,0 0 0 0 0,-1 0 0 0 0,1 0 0 0 0,0 0 0 0 0,0 0 0 0 0,-1 0 0 0 0,1 0 0 0 0,0 0 0 0 0,-1 0 0 0 0,1 0 1 0 0,0 0-1 0 0,-1 0 0 0 0,1 0 0 0 0,0 0 0 0 0,0 0 0 0 0,-1 0 0 0 0,1 0 0 0 0,0 0 0 0 0,-1 0 0 0 0,1-1 0 0 0,0 1 1 0 0,0 0-1 0 0,-1 0 0 0 0,1 0 0 0 0,0-1 0 0 0,0 1 0 0 0,-1 0 0 0 0,1 0 0 0 0,0 0 0 0 0,0-1 0 0 0,0 1 0 0 0,0 0 0 0 0,-1 0 1 0 0,1-1-1 0 0,-4-18 3 0 0,6-21-40 0 0,12-71-654 0 0,-12 93 524 0 0,1 0 0 0 0,0 0 1 0 0,2 1-1 0 0,0-1 0 0 0,10-24 0 0 0,46-81-692 0 0,-53 107 705 0 0,57-98-698 0 0,14-29-86 0 0,67-102-872 0 0,-115 197 1472 0 0,157-212-1675 0 0,-40 60 521 0 0,-25 18-131 0 0,-119 178 1546 0 0,9-11-46 0 0,-13 14 121 0 0,0 1 1 0 0,1-1-1 0 0,-1 0 1 0 0,0 1-1 0 0,1-1 1 0 0,-1 1-1 0 0,0-1 0 0 0,0 0 1 0 0,0 1-1 0 0,1-1 1 0 0,-1 0-1 0 0,0 1 1 0 0,0-1-1 0 0,0 1 1 0 0,0-1-1 0 0,0 0 0 0 0,0 1 1 0 0,0-1-1 0 0,0 0 1 0 0,-1 1-1 0 0,1-1 1 0 0,0 0-1 0 0,0 1 1 0 0,-1-1-1 0 0,1 0 0 0 0,-1 0 3 0 0,1 1-1 0 0,-1 0 0 0 0,1 0 1 0 0,-1 0-1 0 0,0 0 0 0 0,1 0 0 0 0,-1 0 1 0 0,1-1-1 0 0,-1 1 0 0 0,1 1 1 0 0,-1-1-1 0 0,1 0 0 0 0,-1 0 0 0 0,1 0 1 0 0,-1 0-1 0 0,1 0 0 0 0,-1 0 1 0 0,1 1-1 0 0,-1-1 0 0 0,1 0 1 0 0,-1 0-1 0 0,1 1 0 0 0,-1-1 0 0 0,1 0 1 0 0,-1 1-1 0 0,1-1 0 0 0,0 0 1 0 0,-1 1-1 0 0,1-1 0 0 0,0 0 0 0 0,-1 1 1 0 0,1-1-1 0 0,-1 2 0 0 0,-17 18 147 0 0,15-16-108 0 0,-170 187 1150 0 0,147-159-918 0 0,2 1 1 0 0,-26 49-1 0 0,-30 77 487 0 0,25-37-175 0 0,-65 128 636 0 0,112-240-1099 0 0,7-18-41 0 0,7-21 68 0 0,33-90-1008 0 0,92-189 0 0 0,-83 204 448 0 0,83-183-809 0 0,-71 152 679 0 0,28-65-407 0 0,-76 174 839 0 0,-18 44 211 0 0,3-12-61 0 0,0-1 0 0 0,0 1-1 0 0,1 0 1 0 0,-1 0 0 0 0,2 0-1 0 0,-3 7 1 0 0,-3 11 68 0 0,-45 103 879 0 0,-90 158 0 0 0,56-124-243 0 0,-160 271 1233 0 0,178-321-1418 0 0,-41 56 317 0 0,117-234-658 0 0,2-92-910 0 0,7-62-332 0 0,46-136-597 0 0,-42 269 809 0 0,66-169 0 0 0,-25 122-470 0 0,128-208 0 0 0,-176 324 1332 0 0,0 1 1 0 0,1 1-1 0 0,1 0 0 0 0,33-27 1 0 0,-17 17-48 0 0,-11 10 52 0 0,1 1 0 0 0,1 1-1 0 0,0 1 1 0 0,1 2 0 0 0,31-13-1 0 0,-45 21-6 0 0,0 1 0 0 0,0 0 0 0 0,0 1-1 0 0,0 0 1 0 0,0 0 0 0 0,0 1 0 0 0,0 1 0 0 0,1-1-1 0 0,-1 2 1 0 0,0-1 0 0 0,1 2 0 0 0,-1-1 0 0 0,0 1-1 0 0,0 1 1 0 0,0 0 0 0 0,11 5 0 0 0,-13-5 1 0 0,0 1 1 0 0,0 0 0 0 0,-1 1-1 0 0,1 0 1 0 0,-1 0 0 0 0,0 0-1 0 0,0 1 1 0 0,-1 0 0 0 0,0 0-1 0 0,0 1 1 0 0,0 0 0 0 0,-1 0-1 0 0,0 0 1 0 0,0 1-1 0 0,-1-1 1 0 0,0 1 0 0 0,0 0-1 0 0,-1 0 1 0 0,3 10 0 0 0,-1 13 115 0 0,-1 0 0 0 0,-1 1 1 0 0,-1-1-1 0 0,-2 1 0 0 0,-5 37 1 0 0,1 0 88 0 0,-1 31 171 0 0,-1 54 228 0 0,6-152-641 0 0,0 0 0 0 0,0 0 1 0 0,0 0-1 0 0,1 0 1 0 0,-1 1-1 0 0,1-1 0 0 0,-1 0 1 0 0,1 0-1 0 0,0 0 0 0 0,0 0 1 0 0,-1 0-1 0 0,4 3 1 0 0,-4-4-9 0 0,0-1 1 0 0,0 0 0 0 0,1 1 0 0 0,-1-1 0 0 0,0 0 0 0 0,1 0-1 0 0,-1 0 1 0 0,0 1 0 0 0,1-1 0 0 0,-1 0 0 0 0,0 0-1 0 0,1 0 1 0 0,-1 0 0 0 0,0 1 0 0 0,1-1 0 0 0,-1 0 0 0 0,1 0-1 0 0,-1 0 1 0 0,0 0 0 0 0,1 0 0 0 0,-1 0 0 0 0,0 0-1 0 0,1 0 1 0 0,-1 0 0 0 0,1 0 0 0 0,0-1 0 0 0,0 1 5 0 0,0-1 0 0 0,0 0 1 0 0,0 1-1 0 0,0-1 0 0 0,0 0 1 0 0,0 0-1 0 0,0 0 0 0 0,0 0 1 0 0,-1 0-1 0 0,1 0 0 0 0,0 0 1 0 0,1-1-1 0 0,24-45-122 0 0,37-92 1 0 0,-29 60-178 0 0,163-300-1303 0 0,-188 362 1516 0 0,-7 13 15 0 0,-6 12-20 0 0,-86 131 626 0 0,43-70-254 0 0,-71 118 406 0 0,-97 141 627 0 0,159-251-878 0 0,-4-3 0 0 0,-75 73 1 0 0,132-143-429 0 0,-25 23 166 0 0,-34 25-1 0 0,54-45-134 0 0,0-2-1 0 0,-1 1 0 0 0,1-1 1 0 0,-1 0-1 0 0,-1-1 1 0 0,1 0-1 0 0,-1-1 1 0 0,1 1-1 0 0,-16 1 0 0 0,21-4-33 0 0,-1-1-1 0 0,1 0 0 0 0,-1 0 0 0 0,1-1 1 0 0,0 1-1 0 0,-1-1 0 0 0,1 0 0 0 0,0 0 1 0 0,-1 0-1 0 0,1-1 0 0 0,0 0 0 0 0,0 1 1 0 0,0-2-1 0 0,0 1 0 0 0,1 0 0 0 0,-1-1 1 0 0,0 1-1 0 0,1-1 0 0 0,0 0 0 0 0,0 0 1 0 0,0-1-1 0 0,-5-5 0 0 0,-3-8-89 0 0,0 0 0 0 0,1 0 0 0 0,-14-34 0 0 0,8 17-182 0 0,6 12 81 0 0,-2 0 0 0 0,-1 1 0 0 0,-30-37 0 0 0,33 47 188 0 0,0 0 1 0 0,-1 1-1 0 0,0 1 0 0 0,-1 0 0 0 0,0 0 0 0 0,0 1 0 0 0,-1 1 0 0 0,-14-7 0 0 0,-4 1 58 0 0,7 3 1 0 0,0-1 1 0 0,1 0 0 0 0,0-2 0 0 0,1-1 0 0 0,-21-16 0 0 0,41 28-63 0 0,0 0 1 0 0,0 0-1 0 0,0 0 1 0 0,-1 0-1 0 0,1 1 1 0 0,0-1-1 0 0,-1 1 1 0 0,1 0-1 0 0,-1 0 1 0 0,1 0-1 0 0,-1 0 1 0 0,0 0-1 0 0,1 0 1 0 0,-1 1-1 0 0,0-1 1 0 0,0 1-1 0 0,1 0 1 0 0,-6 0-1 0 0,4 0 6 0 0,-1-1 0 0 0,1 0 0 0 0,0 1 0 0 0,0-1 0 0 0,-8-4 0 0 0,8 4-2 0 0,0-1 0 0 0,0 1 0 0 0,0 0 0 0 0,-1 0 0 0 0,-8 0 0 0 0,10 1-12 0 0,-1-1-1 0 0,0 1 1 0 0,1 0 0 0 0,-1-1-1 0 0,1 0 1 0 0,-1 0-1 0 0,1 0 1 0 0,-1 0-1 0 0,1-1 1 0 0,0 1 0 0 0,-1-1-1 0 0,1 0 1 0 0,0 0-1 0 0,0 0 1 0 0,0 0-1 0 0,-4-4 1 0 0,0-3-3 0 0,0 0-1 0 0,0 0 1 0 0,-11-19-1 0 0,-13-18-3 0 0,28 43 8 0 0,1-1-1 0 0,-1 1 0 0 0,-1 0 1 0 0,1 0-1 0 0,0 1 0 0 0,-1-1 1 0 0,0 1-1 0 0,1 0 0 0 0,-1 0 1 0 0,-5-2-1 0 0,6 3 7 0 0,1 1 0 0 0,0-1-1 0 0,-1 1 1 0 0,0-1 0 0 0,1 1 0 0 0,-1 0-1 0 0,1 0 1 0 0,-1 1 0 0 0,1-1 0 0 0,-1 0 0 0 0,1 1-1 0 0,-1 0 1 0 0,1-1 0 0 0,0 1 0 0 0,-1 0 0 0 0,-1 1-1 0 0,-40 26 93 0 0,9-6 24 0 0,23-18-103 0 0,1-1 1 0 0,0 0-1 0 0,-1-1 1 0 0,1 0-1 0 0,-1-1 1 0 0,-20 0-1 0 0,-25 3 111 0 0,52-3-118 0 0,-1-1-1 0 0,0 1 1 0 0,1-1 0 0 0,-1 0 0 0 0,0 0 0 0 0,-9-3 0 0 0,13 3-6 0 0,-1-1 0 0 0,1 0 0 0 0,0 1 1 0 0,-1-1-1 0 0,1 0 0 0 0,0-1 0 0 0,0 1 0 0 0,0 0 0 0 0,0-1 0 0 0,0 1 1 0 0,0-1-1 0 0,1 1 0 0 0,-1-1 0 0 0,0 0 0 0 0,1 0 0 0 0,-1 0 1 0 0,-1-3-1 0 0,1 1-23 0 0,1 0 0 0 0,-1 0 0 0 0,1 0 1 0 0,0 0-1 0 0,0 0 0 0 0,0 0 0 0 0,1 0 1 0 0,0 0-1 0 0,-1-1 0 0 0,2 1 0 0 0,-1 0 0 0 0,0 0 1 0 0,1 0-1 0 0,0-1 0 0 0,2-7 0 0 0,3-7-133 0 0,2 0 0 0 0,11-21 0 0 0,1-6-120 0 0,1 3-37 0 0,-16 34 266 0 0,0 0 0 0 0,-1 0 0 0 0,0 0 1 0 0,0 0-1 0 0,1-11 0 0 0,0 7-42 0 0,-1-1 0 0 0,1 1 0 0 0,1 1 1 0 0,1-1-1 0 0,-1 1 0 0 0,12-15 0 0 0,7-13-121 0 0,44-65-299 0 0,-15 25 443 0 0,-30 49-34 0 0,2-2 137 0 0,-23 28-21 0 0,0 1 0 0 0,0 0-1 0 0,1 1 1 0 0,-1-1 0 0 0,6-4 0 0 0,15-18 53 0 0,-18 18-30 0 0,1 0 1 0 0,0 0 0 0 0,1 1-1 0 0,-1-1 1 0 0,1 2-1 0 0,10-7 1 0 0,12-12 53 0 0,12-10 101 0 0,0-1-129 0 0,-31 27-86 0 0,0 0-1 0 0,20-10 1 0 0,-19 12 13 0 0,0 0 1 0 0,16-15 0 0 0,58-39 263 0 0,-78 54-244 0 0,12-11-182 0 0,-1-1 1 0 0,25-29 0 0 0,-98 96 429 0 0,32-20-133 0 0,2 0 1 0 0,-18 33 0 0 0,2-3 16 0 0,-10 8 63 0 0,22-35-87 0 0,2 1-1 0 0,2 1 0 0 0,-21 46 1 0 0,11-17 38 0 0,18-40-69 0 0,-11 28 0 0 0,23-27-32 0 0,0-22-62 0 0,0 0-1 0 0,0 0 1 0 0,0 0-1 0 0,0 0 1 0 0,0 0-1 0 0,1 0 1 0 0,-1-1-1 0 0,0 1 1 0 0,1 0-1 0 0,-1 0 1 0 0,0 0-1 0 0,1 0 1 0 0,-1-1-1 0 0,1 1 1 0 0,-1 0-1 0 0,1-1 1 0 0,0 1-1 0 0,-1 0 1 0 0,1-1-1 0 0,0 1 1 0 0,-1-1-1 0 0,1 1 1 0 0,0-1-1 0 0,0 1 1 0 0,0-1-1 0 0,-1 1 1 0 0,1-1-1 0 0,0 0 1 0 0,0 0-1 0 0,0 1 1 0 0,0-1-1 0 0,0 0 1 0 0,-1 0-1 0 0,1 0 1 0 0,0 0-1 0 0,0 0 1 0 0,0 0-1 0 0,0 0 1 0 0,0 0-1 0 0,0 0 1 0 0,0 0-1 0 0,1-1 0 0 0,2 0 5 0 0,-1 0 0 0 0,1 1 0 0 0,-1-1 0 0 0,1-1 0 0 0,-1 1-1 0 0,1-1 1 0 0,-1 1 0 0 0,0-1 0 0 0,0 0 0 0 0,4-3 0 0 0,37-38 73 0 0,46-60 1 0 0,-53 59-44 0 0,8-7-492 0 0,3 1-1 0 0,102-80 0 0 0,114-40 1112 0 0,-149 101-970 0 0,-88 52 244 0 0,0-1 136 0 0,1 1-1 0 0,1 2 1 0 0,0 0 0 0 0,38-11-1 0 0,28-4 139 0 0,-34 9-20 0 0,2 3 0 0 0,117-18 0 0 0,-123 30-40 0 0,1 3 0 0 0,72 4 0 0 0,-109 2-93 0 0,0 1 0 0 0,-1 1 0 0 0,21 7 0 0 0,-27-7-19 0 0,1 0-1 0 0,0-2 0 0 0,0 1 0 0 0,0-2 0 0 0,0 0 0 0 0,1-1 0 0 0,17 0 1 0 0,46-2 121 0 0,-54 2-77 0 0,35-4 0 0 0,-51 2-55 0 0,0 0 0 0 0,-1-1 0 0 0,1 0 1 0 0,-1-1-1 0 0,0 1 0 0 0,0-2 0 0 0,15-7 0 0 0,6-7 8 0 0,-1-2 0 0 0,-1 0 0 0 0,-1-2-1 0 0,-1-1 1 0 0,-1-1 0 0 0,-1-1 0 0 0,23-31 0 0 0,-17 18 31 0 0,-20 30-62 0 0,-7 7 3 0 0,15 1 25 0 0,-15-1-22 0 0,0 0 0 0 0,0 0 0 0 0,0 0 0 0 0,0 0 0 0 0,0-1 0 0 0,-1 1-1 0 0,1 0 1 0 0,-1-1 0 0 0,1 0 0 0 0,-1 1 0 0 0,1-1 0 0 0,0-2 0 0 0,0 2 7 0 0,58-68 97 0 0,-22 34-45 0 0,-24 24-42 0 0,-14 11-15 0 0,11-4 12 0 0,-7 5-17 0 0,0 2-1 0 0,-2 0 1 0 0,12-1 26 0 0,20-12 0 0 0,-26 7-21 0 0,-4 2 2 0 0,1 0 1 0 0,-1 0-1 0 0,1 1 0 0 0,-1-1 0 0 0,1 1 1 0 0,-1 0-1 0 0,1 0 0 0 0,0 0 1 0 0,6 1-1 0 0,-11 0-7 0 0,1 0 1 0 0,0 0 0 0 0,-1 0-1 0 0,1 0 1 0 0,-1 0-1 0 0,1 0 1 0 0,0 0 0 0 0,-1-1-1 0 0,1 1 1 0 0,-1 0-1 0 0,1 0 1 0 0,-1 0 0 0 0,1-1-1 0 0,-1 1 1 0 0,1 0 0 0 0,-1-1-1 0 0,1 1 1 0 0,-1 0-1 0 0,1-1 1 0 0,0 0 0 0 0,21-13 12 0 0,-19 12-9 0 0,-3 1-3 0 0,1 0 1 0 0,-1 0-1 0 0,1 0 1 0 0,-1 0-1 0 0,0 0 1 0 0,1 0-1 0 0,-1-1 0 0 0,0 1 1 0 0,0 0-1 0 0,0 0 1 0 0,0 0-1 0 0,0 0 1 0 0,0 0-1 0 0,0-2 0 0 0,-1 1-1 0 0,-1 1 4 0 0,-1 1-1 0 0,1 0 0 0 0,-1 0 0 0 0,0-1 1 0 0,1 1-1 0 0,-1 1 0 0 0,-4 0 0 0 0,-95-4 75 0 0,85 4-55 0 0,-1 1 1 0 0,-25 5-1 0 0,-2 1 14 0 0,-61 16 84 0 0,74-16-86 0 0,26-6-27 0 0,0 0 1 0 0,0-1-1 0 0,-1 1 1 0 0,1-1-1 0 0,-8 0 1 0 0,7 0-2 0 0,0 0-1 0 0,1 0 1 0 0,-1 1 0 0 0,1-1-1 0 0,-10 5 1 0 0,-13 3 30 0 0,-48 2 50 0 0,29-5-49 0 0,20-2-24 0 0,-6 1 55 0 0,-47 12-1 0 0,63-12-47 0 0,0 0 1 0 0,-1-2-1 0 0,1 0 1 0 0,-34-1 0 0 0,44 0-10 0 0,0-1 0 0 0,0 1 0 0 0,1 0 1 0 0,-1 0-1 0 0,1 1 0 0 0,-1 0 0 0 0,1 0 1 0 0,0 1-1 0 0,0 0 0 0 0,1 0 0 0 0,-1 1 1 0 0,-9 9-1 0 0,-9 4 9 0 0,-4 2 5 0 0,27-19-26 0 0,19 4 30 0 0,137-8 122 0 0,117 3 69 0 0,-221 3-131 0 0,64 14 0 0 0,-98-14-71 0 0,-1 1 0 0 0,1 0 0 0 0,-1 2 1 0 0,1 0-1 0 0,-2 0 0 0 0,1 1 0 0 0,-1 1 0 0 0,15 11 1 0 0,-20-12-8 0 0,0 0 1 0 0,0 1 0 0 0,-1 0 0 0 0,0 1 0 0 0,0 0 0 0 0,8 12 0 0 0,-12-14-6 0 0,-1-1 0 0 0,0 1 0 0 0,0 0 0 0 0,0 0 0 0 0,-1 0 0 0 0,0 0 0 0 0,-1 0 0 0 0,1 0 0 0 0,-1 1 0 0 0,-1-1 0 0 0,1 9 0 0 0,-2 3-7 0 0,0 0 0 0 0,-2 0 0 0 0,0 0 0 0 0,-8 24 0 0 0,-29 73 0 0 0,10-32 0 0 0,9-32 0 0 0,-1 0 0 0 0,-41 67 0 0 0,-5 8 0 0 0,-33 60 0 0 0,31-53 0 0 0,-28 55 0 0 0,28-28 0 0 0,-42 88 0 0 0,12-43 0 0 0,44-103 0 0 0,-117 161 0 0 0,97-165 0 0 0,-134 131 0 0 0,206-226 0 0 0,-27 26 0 0 0,-1-1 0 0 0,-55 39 0 0 0,-104 66 0 0 0,92-64 0 0 0,-71 45 0 0 0,136-92 0 0 0,-41 35 0 0 0,-28 18 0 0 0,51-45 0 0 0,-38 25 0 0 0,75-48 0 0 0,12-7 0 0 0,0 1 0 0 0,0-1 0 0 0,0 1 0 0 0,0-1 0 0 0,1 1 0 0 0,-1 0 0 0 0,-2 3 0 0 0,-3 2 0 0 0,1 1 0 0 0,1 1 0 0 0,0-1 0 0 0,-7 13 0 0 0,-19 24 0 0 0,-4-9 0 0 0,31-33 0 0 0,0 0 0 0 0,1 0 0 0 0,-1-1 0 0 0,0 1 0 0 0,0-1 0 0 0,-1 0 0 0 0,1 0 0 0 0,0-1 0 0 0,-9 2 0 0 0,-2 0 0 0 0,0-2 0 0 0,-19 1 0 0 0,30-2 0 0 0,0-1 0 0 0,1 0 0 0 0,-1 0 0 0 0,1 0 0 0 0,-1-1 0 0 0,1 0 0 0 0,-1 0 0 0 0,1 0 0 0 0,0 0 0 0 0,-6-4 0 0 0,-5-2 0 0 0,14 8 0 0 0,3-1 0 0 0,24-9 0 0 0,1 1 0 0 0,40-8 0 0 0,-41 11 0 0 0,36-12-113 0 0,-1-2 0 0 0,0-2 0 0 0,75-41 0 0 0,43-40-308 0 0,-64 27 226 0 0,22-25-1616 0 0,178-170 0 0 0,-183 152 767 0 0,112-115-1014 0 0,-186 163 910 0 0,79-130 0 0 0,-14 19-173 0 0,64-82-717 0 0,-141 192 906 0 0,67-145 0 0 0,-55 73 206 0 0,15-29-354 0 0,-2 35 1765 0 0,-69 134-469 0 0,0 0 1 0 0,0 1 0 0 0,0 0 0 0 0,0-1-1 0 0,1 1 1 0 0,-1 0 0 0 0,1 0 0 0 0,0 0-1 0 0,5-3 1 0 0,-8 6-15 0 0,1 0 1 0 0,-1 0-1 0 0,0 0 1 0 0,0 0-1 0 0,1 0 0 0 0,-1 0 1 0 0,0 1-1 0 0,0-1 0 0 0,0 0 1 0 0,1 0-1 0 0,-1 0 0 0 0,0 0 1 0 0,0 1-1 0 0,0-1 0 0 0,1 0 1 0 0,-1 0-1 0 0,0 1 1 0 0,0-1-1 0 0,0 0 0 0 0,0 0 1 0 0,0 1-1 0 0,0-1 0 0 0,0 0 1 0 0,0 0-1 0 0,1 1 0 0 0,-1-1 1 0 0,0 0-1 0 0,0 0 0 0 0,0 1 1 0 0,0-1-1 0 0,0 0 1 0 0,0 0-1 0 0,-1 1 0 0 0,1-1 1 0 0,0 0-1 0 0,0 1 0 0 0,1 12 86 0 0,-7 12 139 0 0,-1 1 1 0 0,-1-1 0 0 0,-20 41-1 0 0,-43 71 983 0 0,57-113-1135 0 0,-31 59 439 0 0,-63 108 840 0 0,-96 120 979 0 0,202-308-2301 0 0,0 0-3 0 0,0 1 0 0 0,-1 0-1 0 0,0-1 1 0 0,0 1 0 0 0,-5 4 0 0 0,20-39 146 0 0,-3 11-92 0 0,12-32 0 0 0,-3 7-255 0 0,85-218-588 0 0,-76 199 396 0 0,31-111-1 0 0,-57 168 352 0 0,8-30-113 0 0,-8 34 119 0 0,-1 1 0 0 0,1-1 0 0 0,-1 1 0 0 0,0-1-1 0 0,0 1 1 0 0,0-1 0 0 0,0 1 0 0 0,0-1 0 0 0,-1 1-1 0 0,1-1 1 0 0,-2-2 0 0 0,2 5 7 0 0,0-1 0 0 0,0 1 1 0 0,0 0-1 0 0,0-1 0 0 0,0 1 0 0 0,-1 0 0 0 0,1 0 1 0 0,0-1-1 0 0,0 1 0 0 0,0 0 0 0 0,-1 0 0 0 0,1-1 0 0 0,0 1 1 0 0,0 0-1 0 0,-1 0 0 0 0,1 0 0 0 0,0-1 0 0 0,0 1 1 0 0,-1 0-1 0 0,1 0 0 0 0,0 0 0 0 0,0 0 0 0 0,-1 0 0 0 0,1 0 1 0 0,0 0-1 0 0,-1 0 0 0 0,1-1 0 0 0,0 1 0 0 0,-1 0 1 0 0,1 0-1 0 0,0 0 0 0 0,-1 1 0 0 0,1-1 0 0 0,-1 0 1 0 0,-7 9 13 0 0,-1 14 7 0 0,1 31 221 0 0,7-51-242 0 0,-1-1 0 0 0,-1 1 0 0 0,1 0 0 0 0,2-1 0 0 0,-6 2 34 0 0,1 0 1 0 0,-1 0-1 0 0,0-1 1 0 0,-9 5-1 0 0,8-4 10 0 0,-73 40 370 0 0,24-9-160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2T16:15:06.514"/>
    </inkml:context>
    <inkml:brush xml:id="br0">
      <inkml:brushProperty name="width" value="0.35" units="cm"/>
      <inkml:brushProperty name="height" value="0.35" units="cm"/>
      <inkml:brushProperty name="color" value="#6EE7B7"/>
    </inkml:brush>
  </inkml:definitions>
  <inkml:trace contextRef="#ctx0" brushRef="#br0">2798 3824 4915 0 0,'-4'3'44'0'0,"0"1"0"0"0,0 0-1 0 0,0-1 1 0 0,-1 1 0 0 0,1-1 0 0 0,-7 3-1 0 0,5-2 11 0 0,1 0-25 0 0,4-3-20 0 0,0 0 1 0 0,0 0-1 0 0,0 0 1 0 0,0-1-1 0 0,0 1 1 0 0,-1 0-1 0 0,1-1 1 0 0,0 1-1 0 0,0 0 1 0 0,-1-1-1 0 0,1 1 1 0 0,0-1-1 0 0,-1 0 1 0 0,1 1-1 0 0,-2-1 1 0 0,2-2-10 0 0,-2 0 0 0 0,1 1 18 0 0,0 1 1 0 0,0-1-1 0 0,0 1 0 0 0,0-1 1 0 0,0 1-1 0 0,0 0 1 0 0,0 0-1 0 0,-1 0 0 0 0,1 0 1 0 0,0 0-1 0 0,-4 2 1 0 0,-14-2 120 0 0,17 0-137 0 0,-11-3 168 0 0,1-1-1 0 0,-25-9 1 0 0,-7 0 175 0 0,38 11-278 0 0,-1 0 1 0 0,0 0 0 0 0,1-1-1 0 0,-1 0 1 0 0,-8-4 0 0 0,2-1 51 0 0,12 7-98 0 0,0 0 0 0 0,0 1 0 0 0,0-1 0 0 0,0-1 0 0 0,0 1 0 0 0,0 0 0 0 0,0 0 0 0 0,1-1 1 0 0,-1 1-1 0 0,1-1 0 0 0,-1 1 0 0 0,1-1 0 0 0,-1 0 0 0 0,1 0 0 0 0,0 1 0 0 0,0-1 0 0 0,0 0 0 0 0,0 0 0 0 0,-1-3 0 0 0,-3-10 89 0 0,-1-1 0 0 0,-15-25 0 0 0,-27-66-71 0 0,33 71 11 0 0,-31-55-1 0 0,-54-84 408 0 0,92 160-452 0 0,0-1 1 0 0,1 1-1 0 0,1-2 1 0 0,-5-18-1 0 0,6 22-37 0 0,1 0 0 0 0,-12-23-1 0 0,10 24 7 0 0,0 0 0 0 0,1 0-1 0 0,-4-18 1 0 0,3 10-46 0 0,-16-40 1 0 0,8 25 28 0 0,37 71 225 0 0,9 38 488 0 0,24 82-1 0 0,41 133 883 0 0,-62-188-919 0 0,-29-87-486 0 0,1 1-1 0 0,1-1 0 0 0,0 0 0 0 0,16 21 1 0 0,2-7 35 0 0,-26-26-182 0 0,0 1 0 0 0,1 3 57 0 0,-1 0 0 0 0,2 0 0 0 0,-1 0 1 0 0,1 0-1 0 0,-1-1 0 0 0,5 9 0 0 0,-2-4-14 0 0,19 18 252 0 0,-17-15-267 0 0,-4-9 5 0 0,0 0 1 0 0,1 0-1 0 0,-1 0 1 0 0,1 0-1 0 0,0 0 0 0 0,0-1 1 0 0,6 6-1 0 0,-3-3 54 0 0,-2 1-1 0 0,1-1 1 0 0,-1 1 0 0 0,5 8 0 0 0,-8-12-78 0 0,-34-16 310 0 0,4 1-205 0 0,20 9-11 0 0,-1-1 0 0 0,1-1 1 0 0,0 1-1 0 0,0-2 0 0 0,0 1 0 0 0,-14-12 0 0 0,19 14-69 0 0,0 1-1 0 0,-1 0 1 0 0,1 0-1 0 0,-1 0 1 0 0,0 1-1 0 0,1 0 1 0 0,-1-1-1 0 0,0 2 1 0 0,0-1-1 0 0,-9 0 1 0 0,-15-3 65 0 0,-167-37 1106 0 0,72 8-500 0 0,85 21-427 0 0,21 6-136 0 0,0-1-1 0 0,1-1 0 0 0,-1-1 1 0 0,1 0-1 0 0,-26-20 0 0 0,30 21-26 0 0,0 0 0 0 0,-1 1-1 0 0,0 1 1 0 0,0 0-1 0 0,-23-5 1 0 0,20 6 48 0 0,0 0 0 0 0,0-2 0 0 0,-24-13 0 0 0,-42-24 335 0 0,50 27-152 0 0,0-1 1 0 0,-35-26-1 0 0,47 29-7 0 0,-42-21 0 0 0,16 10-46 0 0,46 25-293 0 0,-22-13 76 0 0,-42-18 0 0 0,50 25-76 0 0,1-1 0 0 0,0 0 0 0 0,-17-13 0 0 0,-24-14 0 0 0,46 30 0 0 0,0 0 0 0 0,0-1 0 0 0,1 0 0 0 0,0 0 0 0 0,1 0 0 0 0,-1-1 0 0 0,1-1 0 0 0,0 1 0 0 0,1-1 0 0 0,-7-10 0 0 0,-2-6-41 0 0,11 18 21 0 0,0 0 0 0 0,1 0 1 0 0,0 0-1 0 0,0 0 1 0 0,0 0-1 0 0,-3-11 0 0 0,-13-68-515 0 0,18 77 475 0 0,0 1 0 0 0,0 0 0 0 0,1 0 0 0 0,0-15-1 0 0,-1-20-173 0 0,-19-37-450 0 0,16 63 517 0 0,-2 1 0 0 0,0 0 0 0 0,-12-23 0 0 0,-2-4-10 0 0,-14-28-124 0 0,4 13 74 0 0,-11-25-193 0 0,30 58 296 0 0,-1 0-1 0 0,-16-23 1 0 0,12 10-30 0 0,11 23 94 0 0,-7-17-217 0 0,-30-48 0 0 0,28 55 141 0 0,-20-52-245 0 0,11 23 71 0 0,14 34 137 0 0,-1 0 0 0 0,-20-28-1 0 0,-12-7 232 0 0,-4-12-41 0 0,36 49-82 0 0,0 1 0 0 0,2-1 1 0 0,0 0-1 0 0,1-1 0 0 0,1 0 0 0 0,1 0 1 0 0,-4-24-1 0 0,-8-21-221 0 0,10 36 234 0 0,-9-24-226 0 0,9 31 128 0 0,0-1 0 0 0,2 1 0 0 0,-5-42 0 0 0,-30-154-739 0 0,30 174 623 0 0,5 24 175 0 0,1 1 0 0 0,0-1 0 0 0,2-1 1 0 0,-1-19-1 0 0,2-8-128 0 0,0 11-12 0 0,5-46 1 0 0,10-89-510 0 0,-8 16 120 0 0,-11 90 300 0 0,5 55 270 0 0,-1 0 0 0 0,0 0 0 0 0,0 1 0 0 0,0-1 0 0 0,-1 0 0 0 0,-1 0 0 0 0,1 1 0 0 0,-1 0 0 0 0,-5-10 0 0 0,-36-68-459 0 0,32 67 481 0 0,10 18 21 0 0,1-1 1 0 0,0 1-1 0 0,0-1 1 0 0,0 1-1 0 0,0-1 0 0 0,0 1 1 0 0,0-1-1 0 0,0 0 1 0 0,0 1-1 0 0,1-1 0 0 0,-1 0 1 0 0,1 0-1 0 0,-1 0 0 0 0,1 1 1 0 0,0-1-1 0 0,-1-3 1 0 0,13-95-454 0 0,-18 84 432 0 0,5 14 22 0 0,0 1 1 0 0,0 0-1 0 0,0-1 0 0 0,1 1 0 0 0,-1-1 0 0 0,0 1 0 0 0,1-1 0 0 0,-1 1 0 0 0,1-1 0 0 0,0 0 0 0 0,0 1 0 0 0,-1-1 0 0 0,1 0 1 0 0,0 1-1 0 0,0-1 0 0 0,1 1 0 0 0,-1-1 0 0 0,0 0 0 0 0,1-1 0 0 0,0-4 43 0 0,0 1 0 0 0,0-1-1 0 0,-1 1 1 0 0,0-1 0 0 0,0 1 0 0 0,-1-11-1 0 0,-1-7-43 0 0,3 3-19 0 0,0 15 10 0 0,-1 0-1 0 0,1 0 1 0 0,-1 0 0 0 0,-1 0 0 0 0,1 0-1 0 0,-1 0 1 0 0,0 0 0 0 0,0 0-1 0 0,-3-6 1 0 0,-8 77 309 0 0,-15 104 585 0 0,-8 99 364 0 0,34-68-317 0 0,15-23-203 0 0,-11-38-69 0 0,-3-124-539 0 0,0-14-107 0 0,0 0 3 0 0,0 0 0 0 0,0 0 0 0 0,0 0 0 0 0,0 0 0 0 0,0 0 0 0 0,1 0 0 0 0,-1 0 1 0 0,0 0-1 0 0,0-1 0 0 0,1 1 0 0 0,-1 0 0 0 0,0 0 0 0 0,1 0 0 0 0,0 1 0 0 0,1-28 125 0 0,-3 4-162 0 0,-7-36 0 0 0,3 25-5 0 0,-6-81-556 0 0,5-139 0 0 0,6 232 516 0 0,-1-2-55 0 0,5-39 0 0 0,38-128-567 0 0,-41 185 677 0 0,0-1 1 0 0,-1 1-1 0 0,1 0 0 0 0,-1-1 1 0 0,-1-6-1 0 0,2-23-95 0 0,-1-2 14 0 0,0 33 83 0 0,-1-1 0 0 0,0 1 1 0 0,0-1-1 0 0,0 1 0 0 0,-3-6 1 0 0,2 7 4 0 0,1 1 0 0 0,0-1 0 0 0,0 1 0 0 0,0-1 1 0 0,0 1-1 0 0,1-1 0 0 0,-1 1 0 0 0,0-1 1 0 0,1 0-1 0 0,0 0 0 0 0,0 1 0 0 0,0-1 0 0 0,0 0 1 0 0,0 1-1 0 0,0-1 0 0 0,1 0 0 0 0,-1 1 0 0 0,1-1 1 0 0,0 0-1 0 0,2-4 0 0 0,14-24-88 0 0,-17 31 91 0 0,1-1 1 0 0,0 1-1 0 0,0-1 1 0 0,0 1-1 0 0,0 0 1 0 0,0 0-1 0 0,-1-1 1 0 0,1 1-1 0 0,0 0 1 0 0,0 0-1 0 0,0 0 1 0 0,0 0-1 0 0,0 0 1 0 0,2 0-1 0 0,4 1 40 0 0,0 0 0 0 0,0 1 1 0 0,1-1-1 0 0,-1 1 0 0 0,-1 0 0 0 0,1 1 0 0 0,7 3 1 0 0,30 10 112 0 0,-9-7 195 0 0,59 23 0 0 0,-57-18-59 0 0,46 11-1 0 0,60 15 448 0 0,23 4 37 0 0,-148-39-653 0 0,0 0 1 0 0,0 0-1 0 0,-1 2 0 0 0,0 0 0 0 0,0 1 0 0 0,-1 1 1 0 0,0 0-1 0 0,0 1 0 0 0,-1 1 0 0 0,23 22 1 0 0,24 21 199 0 0,73 71 705 0 0,-101-93-769 0 0,-22-22-134 0 0,-1 1 0 0 0,12 14 0 0 0,-9-10 33 0 0,1 0 0 0 0,1-1 0 0 0,27 19 0 0 0,-34-26-136 0 0,108 91 812 0 0,-89-74-587 0 0,-23-19-194 0 0,0 0 0 0 0,1-1-1 0 0,-1 0 1 0 0,1 0 0 0 0,0 0 0 0 0,13 6-1 0 0,3-2 118 0 0,1 0 0 0 0,32 6-1 0 0,-49-11-112 0 0,1-1 0 0 0,0 1 0 0 0,-1-1-1 0 0,0 2 1 0 0,0-1 0 0 0,11 8 0 0 0,-1 0 85 0 0,-11-8-95 0 0,0 0 0 0 0,0 1 0 0 0,-1 0 0 0 0,1 0 0 0 0,-1 0 0 0 0,0 0 0 0 0,0 1 0 0 0,0 0 0 0 0,4 8 0 0 0,-4-7 4 0 0,0-1 0 0 0,0 1 0 0 0,0-1 0 0 0,7 6 0 0 0,27 27 198 0 0,-24-23-4 0 0,31 25 0 0 0,23 9 11 0 0,78 64 496 0 0,-89-55-742 0 0,-27-28 0 0 0,-22-23 0 0 0,0 1 0 0 0,0 0 0 0 0,-1 0 0 0 0,11 16 0 0 0,11 23 0 0 0,10 17 0 0 0,-31-48 0 0 0,2-1 0 0 0,18 25 0 0 0,8 10 0 0 0,-7-5 0 0 0,-16-28 0 0 0,-2 1 0 0 0,19 38 0 0 0,-24-42 0 0 0,2-1 0 0 0,0 1 0 0 0,0-1 0 0 0,1 0 0 0 0,19 20 0 0 0,-12-15 0 0 0,5 6 0 0 0,-14-17 0 0 0,0 1 0 0 0,-1-1 0 0 0,0 2 0 0 0,0-1 0 0 0,6 12 0 0 0,68 134 0 0 0,74 147 0 0 0,-104-181 0 0 0,-34-84 0 0 0,18 60 0 0 0,-11-4 0 0 0,1 39 0 0 0,-18-102 0 0 0,-3-16 0 0 0,0 1 0 0 0,-1-1 0 0 0,0 16 0 0 0,10 141 0 0 0,-4-119 0 0 0,-2 45 0 0 0,-6-96 0 0 0,0 1 0 0 0,0-1 0 0 0,0 1 0 0 0,0-1 0 0 0,0 1 0 0 0,0-1 0 0 0,0 1 0 0 0,0-1 0 0 0,-1 1 0 0 0,1-1 0 0 0,0 1 0 0 0,0-1 0 0 0,-1 1 0 0 0,1-1 0 0 0,0 0 0 0 0,0 1 0 0 0,-1-1 0 0 0,1 1 0 0 0,-1-1 0 0 0,1 0 0 0 0,0 1 0 0 0,-1-1 0 0 0,1 0 0 0 0,-1 1 0 0 0,1-1 0 0 0,0 0 0 0 0,-1 0 0 0 0,0 1 0 0 0,-17 0 0 0 0,-15-10 0 0 0,23 4-40 0 0,1-2 1 0 0,0 1-1 0 0,1-1 1 0 0,0 0-1 0 0,-13-14 1 0 0,-34-49-367 0 0,18 21 268 0 0,-49-60-679 0 0,-57-65 88 0 0,51 84 876 0 0,78 77-133 0 0,13 11-11 0 0,0 0 0 0 0,-1 1-1 0 0,1-1 1 0 0,-1 1-1 0 0,1 0 1 0 0,-1-1-1 0 0,1 1 1 0 0,-1 0 0 0 0,0 0-1 0 0,0 0 1 0 0,0 0-1 0 0,1 0 1 0 0,-1 1-1 0 0,0-1 1 0 0,0 0-1 0 0,0 1 1 0 0,0-1 0 0 0,0 1-1 0 0,0 0 1 0 0,-1 0-1 0 0,1 0 1 0 0,-2 0-1 0 0,-6 0 8 0 0,0-1-1 0 0,0 2 0 0 0,0 0 0 0 0,0 0 1 0 0,1 1-1 0 0,-1 0 0 0 0,0 0 0 0 0,1 1 1 0 0,-1 0-1 0 0,-10 6 0 0 0,8-2 10 0 0,0-1-1 0 0,0 2 0 0 0,0 0 1 0 0,1 0-1 0 0,0 1 0 0 0,1 0 1 0 0,0 1-1 0 0,0 0 0 0 0,1 1 1 0 0,1 0-1 0 0,-14 21 0 0 0,21-28-14 0 0,-1 1-1 0 0,1-1 1 0 0,0 1 0 0 0,0-1-1 0 0,0 1 1 0 0,0-1-1 0 0,1 1 1 0 0,0-1-1 0 0,0 7 1 0 0,8 44 38 0 0,-2-18-2 0 0,13 174 142 0 0,14 14 5 0 0,-28-200-169 0 0,1 19 58 0 0,2 79-1 0 0,-8-122-74 0 0,0 0-1 0 0,0 0 1 0 0,0 0-1 0 0,0-1 1 0 0,0 1-1 0 0,0 0 1 0 0,-1 0-1 0 0,1 0 1 0 0,0 0-1 0 0,-1-1 1 0 0,1 1-1 0 0,0 0 1 0 0,-1 0-1 0 0,1-1 1 0 0,-1 1-1 0 0,1 0 1 0 0,-1 0-1 0 0,1-1 1 0 0,-1 1-1 0 0,1-1 1 0 0,-1 1-1 0 0,0-1 1 0 0,1 1-1 0 0,-2 0 1 0 0,0 0 1 0 0,0-1 1 0 0,1 1-1 0 0,-1 0 1 0 0,0-1 0 0 0,0 0-1 0 0,0 1 1 0 0,0-1-1 0 0,1 0 1 0 0,-1 0-1 0 0,-3-1 1 0 0,-2 1 5 0 0,0-2-1 0 0,0 1 1 0 0,0-1 0 0 0,1 0 0 0 0,-7-3 0 0 0,5 1 10 0 0,0-1 1 0 0,0 0-1 0 0,-12-11 0 0 0,-7-5 6 0 0,7 7 30 0 0,0-2 0 0 0,-28-29-1 0 0,27 25-134 0 0,-33-26-1 0 0,-69-52-50 0 0,32 23-118 0 0,35 35 137 0 0,33 25 139 0 0,1-1 1 0 0,1-1-1 0 0,-21-22 1 0 0,10 7 1 0 0,-25-29 32 0 0,34 34-33 0 0,-2 1 0 0 0,-31-24 1 0 0,27 25-161 0 0,-40-46 1 0 0,34 32 162 0 0,20 22-62 0 0,0 0 0 0 0,1-1 0 0 0,-16-27 0 0 0,20 30-133 0 0,0 0 0 0 0,-14-15 0 0 0,12 16-31 0 0,1-1 1 0 0,-11-17-1 0 0,-6-6 6 0 0,11 7 231 0 0,-6-11-180 0 0,-57-155-944 0 0,49 122 754 0 0,3 14 31 0 0,-18-52-347 0 0,42 103 596 0 0,0 0 0 0 0,-10-17 0 0 0,9 18-4 0 0,0 1 0 0 0,1-1 0 0 0,-6-17 0 0 0,6 13-30 0 0,-1 0 0 0 0,0 0 0 0 0,-1 1 0 0 0,-1 0 0 0 0,-9-15 0 0 0,-46-53-206 0 0,36 48 158 0 0,23 27 78 0 0,-7-6 43 0 0,1-1 1 0 0,1 0 0 0 0,-14-25 0 0 0,7 0-75 0 0,8 20 2 0 0,0 0-1 0 0,-18-29 1 0 0,22 41 69 0 0,0-1 1 0 0,0 1-1 0 0,1-1 0 0 0,0 1 1 0 0,0-1-1 0 0,0 0 0 0 0,1 0 1 0 0,-1 0-1 0 0,1-7 1 0 0,0-7-123 0 0,2-30 0 0 0,0 13 26 0 0,-2 19 23 0 0,-1 1 0 0 0,-1 0 0 0 0,0 0 0 0 0,-1 0 0 0 0,-1 0 0 0 0,-9-20 0 0 0,7 18-32 0 0,1-1-1 0 0,1 1 1 0 0,-6-38 0 0 0,10 48 84 0 0,0 1-1 0 0,0-1 1 0 0,1 1 0 0 0,0-1-1 0 0,0 1 1 0 0,3-16-1 0 0,0 6-57 0 0,0 0-1 0 0,-2 0 0 0 0,0-1 1 0 0,-1 1-1 0 0,-5-35 0 0 0,-2 5-231 0 0,-2-79-1 0 0,7 90 147 0 0,0 0 0 0 0,-3 0-1 0 0,-8-37 1 0 0,8 28 8 0 0,5 39 128 0 0,0-1 0 0 0,0 1 0 0 0,-1 0 0 0 0,-1 0 0 0 0,1-1 1 0 0,-5-10-1 0 0,-8-33-181 0 0,11 42 186 0 0,1 1 0 0 0,0 0 0 0 0,1-1 0 0 0,0 1 0 0 0,0-1 0 0 0,1 1 0 0 0,0-1 0 0 0,0 0 0 0 0,1 1-1 0 0,0-1 1 0 0,3-8 0 0 0,-4 16 36 0 0,0 0-1 0 0,0 1 1 0 0,0-1-1 0 0,1 1 1 0 0,-1-1-1 0 0,0 1 1 0 0,0-1 0 0 0,1 0-1 0 0,-1 1 1 0 0,0-1-1 0 0,1 1 1 0 0,-1-1-1 0 0,1 1 1 0 0,-1 0-1 0 0,0-1 1 0 0,1 1-1 0 0,-1-1 1 0 0,1 1-1 0 0,-1 0 1 0 0,1-1-1 0 0,-1 1 1 0 0,1 0 0 0 0,0 0-1 0 0,-1-1 1 0 0,1 1-1 0 0,-1 0 1 0 0,1 0-1 0 0,0 0 1 0 0,-1 0-1 0 0,1 0 1 0 0,-1 0-1 0 0,1 0 1 0 0,0 0-1 0 0,21 10-57 0 0,-18-8 57 0 0,11 7 126 0 0,1-2 1 0 0,-1 0-1 0 0,21 7 0 0 0,-29-12-110 0 0,10 4 97 0 0,1 0 0 0 0,0-2 0 0 0,19 3 0 0 0,-23-4-22 0 0,-1 0 0 0 0,1 1 1 0 0,24 11-1 0 0,-17-6-11 0 0,120 54 759 0 0,-119-48-712 0 0,0 0 0 0 0,-1 2 1 0 0,0 0-1 0 0,17 21 0 0 0,5 2 182 0 0,144 134 1105 0 0,-146-142-1211 0 0,-30-24-122 0 0,0 1 0 0 0,0-1 0 0 0,-1 1 0 0 0,13 16 0 0 0,-23-25-78 0 0,0 0-1 0 0,1 0 0 0 0,-1 0 0 0 0,0 0 1 0 0,0 1-1 0 0,0-1 0 0 0,0 0 1 0 0,0 0-1 0 0,0 0 0 0 0,0 0 1 0 0,0 0-1 0 0,0 0 0 0 0,1 0 1 0 0,-1 0-1 0 0,0 0 0 0 0,0 0 1 0 0,0 1-1 0 0,0-1 0 0 0,0 0 1 0 0,0 0-1 0 0,0 0 0 0 0,0 0 1 0 0,0 0-1 0 0,0 0 0 0 0,0 1 1 0 0,0-1-1 0 0,0 0 0 0 0,0 0 1 0 0,0 0-1 0 0,0 0 0 0 0,0 0 1 0 0,0 0-1 0 0,0 1 0 0 0,0-1 1 0 0,0 0-1 0 0,0 0 0 0 0,0 0 1 0 0,0 0-1 0 0,0 0 0 0 0,0 0 1 0 0,0 0-1 0 0,0 1 0 0 0,0-1 1 0 0,0 0-1 0 0,-1 0 0 0 0,1 0 1 0 0,0 0-1 0 0,0 0 0 0 0,0 0 1 0 0,0 0-1 0 0,0 0 0 0 0,0 0 0 0 0,0 0 1 0 0,0 1-1 0 0,-1-1 0 0 0,1 0 1 0 0,0 0-1 0 0,0 0 0 0 0,0 0 1 0 0,0 0-1 0 0,0 0 0 0 0,0 0 1 0 0,-1 0-1 0 0,-12-3 52 0 0,-24-11 84 0 0,31 12-106 0 0,-21-11 239 0 0,-50-30 0 0 0,50 26-2 0 0,-47-21 1 0 0,25 18-35 0 0,-190-75 955 0 0,213 85-1034 0 0,1 0 0 0 0,1-2 0 0 0,-35-21 0 0 0,-10-4 296 0 0,48 27-255 0 0,1-1-1 0 0,-28-18 1 0 0,43 25-161 0 0,0 0-1 0 0,0 1 0 0 0,0-1 1 0 0,-1 2-1 0 0,1-1 1 0 0,-1 0-1 0 0,0 1 1 0 0,1 0-1 0 0,-11-1 1 0 0,12 2-9 0 0,0 1 1 0 0,-1 0-1 0 0,1 0 0 0 0,0 0 1 0 0,0 1-1 0 0,-1 0 1 0 0,1-1-1 0 0,0 1 0 0 0,0 1 1 0 0,0-1-1 0 0,0 1 1 0 0,0-1-1 0 0,1 1 1 0 0,-8 5-1 0 0,2 0 62 0 0,-1 1 1 0 0,-13 13-1 0 0,19-15-43 0 0,-1-1-1 0 0,0 0 1 0 0,-1 0-1 0 0,1 0 1 0 0,-1-1 0 0 0,0 0-1 0 0,0 0 1 0 0,0-1-1 0 0,0 1 1 0 0,-1-1 0 0 0,-9 3-1 0 0,16-6-36 0 0,-1 0-1 0 0,0 0 0 0 0,1 0 0 0 0,-1 0 1 0 0,1 0-1 0 0,-1 0 0 0 0,0 0 0 0 0,1 0 1 0 0,-1 0-1 0 0,0 0 0 0 0,1-1 0 0 0,-1 1 1 0 0,0 0-1 0 0,1 0 0 0 0,-1-1 1 0 0,1 1-1 0 0,-1 0 0 0 0,1-1 0 0 0,-1 1 1 0 0,1 0-1 0 0,-1-1 0 0 0,1 1 0 0 0,-1-1 1 0 0,0 0-1 0 0,-7-19 110 0 0,6-27-153 0 0,2 40-45 0 0,6-92-443 0 0,-6 86 397 0 0,1 1 1 0 0,1 0-1 0 0,0-1 1 0 0,0 1-1 0 0,6-14 1 0 0,-6 19 67 0 0,1-1 0 0 0,0 1 0 0 0,1 0-1 0 0,-1 0 1 0 0,1 1 0 0 0,0-1 0 0 0,1 1 0 0 0,0 0 0 0 0,7-8 0 0 0,-9 12 64 0 0,1-1 0 0 0,-1 1 1 0 0,1 0-1 0 0,0 0 1 0 0,0 1-1 0 0,-1-1 1 0 0,1 1-1 0 0,0 0 1 0 0,0 0-1 0 0,1 0 1 0 0,-1 1-1 0 0,0-1 1 0 0,0 1-1 0 0,6 0 1 0 0,10 1 24 0 0,35 6 1 0 0,-31-4-4 0 0,26 3 19 0 0,-9-2 15 0 0,-1 2 1 0 0,64 18 0 0 0,-92-20-47 0 0,0 0-1 0 0,-1 1 1 0 0,0 0 0 0 0,0 0-1 0 0,0 2 1 0 0,0-1 0 0 0,-1 1-1 0 0,0 1 1 0 0,-1 0 0 0 0,0 0-1 0 0,0 1 1 0 0,15 19 0 0 0,-19-20-7 0 0,39 53 121 0 0,65 71 1 0 0,-75-99-64 0 0,1-1 1 0 0,2-1 0 0 0,47 28 0 0 0,129 68 181 0 0,-162-98-185 0 0,21 11 8 0 0,11 6 65 0 0,-1 3 0 0 0,80 65 1 0 0,-129-87-82 0 0,99 86 101 0 0,-108-90-109 0 0,-1 1 1 0 0,-1 1-1 0 0,22 33 1 0 0,59 74 132 0 0,-102-131-179 0 0,326 530 174 0 0,-202-246-174 0 0,-78-169 0 0 0,-27-63 0 0 0,25 109 0 0 0,-28-74 0 0 0,-16-85 0 0 0,-1-2 0 0 0,1 1 0 0 0,-1 0 0 0 0,0-1 0 0 0,0 1 0 0 0,1-1 0 0 0,-1 1 0 0 0,0 0 0 0 0,0-1 0 0 0,-1 1 0 0 0,1-1 0 0 0,0 1 0 0 0,-1-1 0 0 0,0 4 0 0 0,1-5 0 0 0,-1 0 0 0 0,1 0 0 0 0,-1 0 0 0 0,1 0 0 0 0,0 0 0 0 0,-1 0 0 0 0,1 0 0 0 0,-1 0 0 0 0,1 0 0 0 0,-1-1 0 0 0,1 1 0 0 0,0 0 0 0 0,-1 0 0 0 0,1 0 0 0 0,-1 0 0 0 0,1-1 0 0 0,0 1 0 0 0,-1 0 0 0 0,1 0 0 0 0,0-1 0 0 0,-1 1 0 0 0,1 0 0 0 0,0-1 0 0 0,0 1 0 0 0,-1 0 0 0 0,1-1 0 0 0,0 1 0 0 0,0 0 0 0 0,-1-1 0 0 0,-10-13 0 0 0,10 14 0 0 0,-69-86-415 0 0,-82-111-1133 0 0,-157-311-2084 0 0,301 492 3514 0 0,-42-79-807 0 0,-5 2-1 0 0,-68-89 1 0 0,85 134 596 0 0,-8-12-490 0 0,-106-105 0 0 0,130 147 941 0 0,-2 0 1 0 0,0 1-1 0 0,-1 1 0 0 0,-1 2 1 0 0,0 0-1 0 0,-53-18 0 0 0,-176-37 919 0 0,137 41-636 0 0,-36-11 223 0 0,104 30-352 0 0,34 7-205 0 0,-1-1-1 0 0,1-1 0 0 0,0 0 1 0 0,-18-7-1 0 0,1-3 132 0 0,18 8-89 0 0,0 0 0 0 0,-28-18-1 0 0,21 12-7 0 0,17 7-86 0 0,1 0 1 0 0,0 0-1 0 0,0-1 1 0 0,0 0-1 0 0,1 1 0 0 0,0-1 1 0 0,0 0-1 0 0,0 0 0 0 0,1-1 1 0 0,-2-7-1 0 0,-3-5-15 0 0,6 12-87 0 0,6 6 98 0 0,-5 1-10 0 0,1 1 0 0 0,0-1 1 0 0,0 1-1 0 0,0 0 0 0 0,-1-1 1 0 0,1 1-1 0 0,0-1 1 0 0,-1 1-1 0 0,1 0 0 0 0,-1 0 1 0 0,1-1-1 0 0,0 1 0 0 0,-1 0 1 0 0,1 1-1 0 0,27 67 192 0 0,-12-30-61 0 0,17 58 1 0 0,2 28 287 0 0,5-2 1 0 0,80 167-1 0 0,38 10 350 0 0,-70-140-419 0 0,-51-96-49 0 0,71 93 1 0 0,72 79 434 0 0,-97-129-472 0 0,57 82 257 0 0,39 50 270 0 0,-101-141-589 0 0,-60-77-207 0 0,-10-12 0 0 0,-1 0 0 0 0,11 16 0 0 0,-18-25 0 0 0,0 0 0 0 0,0 0 0 0 0,0 1 0 0 0,0-1 0 0 0,0 0 0 0 0,1 0 0 0 0,-1 0 0 0 0,0 0 0 0 0,0 0 0 0 0,0 0 0 0 0,0 0 0 0 0,0 0 0 0 0,0 0 0 0 0,0 1 0 0 0,0-1 0 0 0,0 0 0 0 0,0 0 0 0 0,0 0 0 0 0,0 0 0 0 0,0 0 0 0 0,0 0 0 0 0,0 0 0 0 0,0 1 0 0 0,0-1 0 0 0,0 0 0 0 0,0 0 0 0 0,0 0 0 0 0,0 0 0 0 0,0 0 0 0 0,0 0 0 0 0,0 1 0 0 0,0-1 0 0 0,0 0 0 0 0,0 0 0 0 0,0 0 0 0 0,0 0 0 0 0,0 0 0 0 0,0 0 0 0 0,0 0 0 0 0,0 0 0 0 0,0 1 0 0 0,-1-1 0 0 0,1 0 0 0 0,0 0 0 0 0,0 0 0 0 0,0 0 0 0 0,0 0 0 0 0,0 0 0 0 0,0 0 0 0 0,0 0 0 0 0,0 0 0 0 0,-1 0 0 0 0,1 0 0 0 0,0 0 0 0 0,-9-2 0 0 0,-9-7 0 0 0,2-2-69 0 0,1 0 0 0 0,-23-24 0 0 0,15 13-6 0 0,-59-56-796 0 0,4-4 1 0 0,-75-101 0 0 0,-113-199-1819 0 0,-54-140-836 0 0,247 384 2491 0 0,34 61 460 0 0,-12-8 128 0 0,-7-14 122 0 0,54 89 286 0 0,-1 0 1 0 0,1 0 0 0 0,1-1 0 0 0,0 1 0 0 0,0-1 0 0 0,1 0-1 0 0,1 0 1 0 0,0 0 0 0 0,0 0 0 0 0,1 0 0 0 0,1 0 0 0 0,2-20 0 0 0,0-3-69 0 0,-3 26 90 0 0,1 1-1 0 0,-1 0 1 0 0,1 0 0 0 0,1-1 0 0 0,-1 1 0 0 0,5-10 0 0 0,-3 10 0 0 0,-3 5 15 0 0,1 1 1 0 0,-1-1-1 0 0,1 0 0 0 0,-1 0 1 0 0,1 0-1 0 0,0 1 1 0 0,0-1-1 0 0,0 0 0 0 0,0 1 1 0 0,0-1-1 0 0,0 0 1 0 0,1 1-1 0 0,-1 0 0 0 0,0-1 1 0 0,1 1-1 0 0,-1 0 0 0 0,1 0 1 0 0,0 0-1 0 0,-1 0 1 0 0,1 0-1 0 0,0 0 0 0 0,-1 0 1 0 0,1 0-1 0 0,0 1 1 0 0,0-1-1 0 0,0 1 0 0 0,0-1 1 0 0,0 1-1 0 0,0 0 1 0 0,2 0-1 0 0,7 0 55 0 0,1 2 0 0 0,-1-1 1 0 0,0 1-1 0 0,0 1 0 0 0,0 0 0 0 0,0 1 1 0 0,12 6-1 0 0,74 41 510 0 0,-75-39-424 0 0,49 33 397 0 0,-2 2 0 0 0,73 68 0 0 0,-92-78 16 0 0,95 55 0 0 0,-97-64-325 0 0,45 20 374 0 0,-68-37-431 0 0,-1 1 0 0 0,0 1 0 0 0,-1 2 1 0 0,37 28-1 0 0,-3 12 247 0 0,-1 3 1 0 0,-4 1-1 0 0,-1 3 1 0 0,-4 3-1 0 0,-3 1 0 0 0,49 96 1 0 0,118 207 1566 0 0,-202-358-1959 0 0,-7-12-28 0 0,-4-6-1 0 0,-18-32-190 0 0,-2 0 1 0 0,-32-41-1 0 0,-2-4-134 0 0,38 54 120 0 0,-263-415-2828 0 0,-37 24 35 0 0,286 383 2709 0 0,13 13 266 0 0,-2 2 0 0 0,0 0 0 0 0,-2 1 1 0 0,-43-32-1 0 0,62 52 38 0 0,1 0 0 0 0,-1 0 0 0 0,1 1 0 0 0,-1 0 0 0 0,0-1 0 0 0,0 1 1 0 0,1 1-1 0 0,-1-1 0 0 0,0 0 0 0 0,0 1 0 0 0,0 0 0 0 0,-8 1 0 0 0,-20-3 110 0 0,11-2-77 0 0,8 1 42 0 0,0 1 0 0 0,-23-1 0 0 0,2 10 108 0 0,33-7-189 0 0,0 0 1 0 0,-1 0-1 0 0,1 0 1 0 0,0 0-1 0 0,-1 0 1 0 0,1 0-1 0 0,0 0 1 0 0,-1 1-1 0 0,1-1 1 0 0,0 0-1 0 0,-1 1 1 0 0,1-1-1 0 0,0 1 1 0 0,0-1 0 0 0,0 1-1 0 0,-1 0 1 0 0,1-1-1 0 0,0 1 1 0 0,0 0-1 0 0,0 0 1 0 0,0 0-1 0 0,0 0 1 0 0,0 0-1 0 0,1 0 1 0 0,-2 1-1 0 0,2 0 3 0 0,-1 0 0 0 0,1 0 0 0 0,0-1-1 0 0,0 1 1 0 0,0 0 0 0 0,0-1 0 0 0,0 1 0 0 0,0 0-1 0 0,0 0 1 0 0,1-1 0 0 0,-1 1 0 0 0,1 0-1 0 0,-1-1 1 0 0,1 1 0 0 0,0 0 0 0 0,-1-1 0 0 0,1 1-1 0 0,0-1 1 0 0,2 3 0 0 0,13 24 188 0 0,18 46 1 0 0,-15-30-19 0 0,199 341 1294 0 0,-174-313-1210 0 0,254 365 1515 0 0,-258-387-1429 0 0,1-1-1 0 0,72 63 1 0 0,-104-104-302 0 0,-6-6-27 0 0,0 1-1 0 0,0-1 1 0 0,0 1-1 0 0,-1 0 1 0 0,1 0-1 0 0,-1 0 1 0 0,4 6-1 0 0,-4-7-20 0 0,-16-6 0 0 0,-16-15 87 0 0,1 2 183 0 0,-34-17 0 0 0,28 17-109 0 0,2-1 0 0 0,0-2-1 0 0,-41-33 1 0 0,-82-81-1196 0 0,150 129 971 0 0,-36-35-490 0 0,2-2 1 0 0,-68-94-1 0 0,-50-108-1112 0 0,103 154 1038 0 0,3 7-322 0 0,-3 3 0 0 0,-130-143 0 0 0,176 214 1018 0 0,3 2-8 0 0,-2-1 0 0 0,1 1 0 0 0,-1 1 0 0 0,0-1 0 0 0,-14-8 1 0 0,21 15-61 0 0,1 0 0 0 0,0 0 1 0 0,-1 0-1 0 0,1-1 0 0 0,0 1 1 0 0,-1 0-1 0 0,1 0 0 0 0,0 0 1 0 0,-1 0-1 0 0,1 0 1 0 0,0 0-1 0 0,-1 0 0 0 0,1 0 1 0 0,0 0-1 0 0,-1 0 0 0 0,1 0 1 0 0,-1 0-1 0 0,1 0 1 0 0,0 0-1 0 0,-1 0 0 0 0,1 0 1 0 0,0 0-1 0 0,-1 0 0 0 0,1 0 1 0 0,0 1-1 0 0,-1-1 1 0 0,1 0-1 0 0,0 0 0 0 0,-1 0 1 0 0,1 1-1 0 0,0-1 0 0 0,0 0 1 0 0,-1 0-1 0 0,1 1 1 0 0,-3 14 61 0 0,9 19 51 0 0,-6-33-113 0 0,8 21 103 0 0,0-1 0 0 0,2 0 0 0 0,0 0 0 0 0,1-1 0 0 0,15 20 0 0 0,-12-18-8 0 0,322 455 1779 0 0,-142-246-883 0 0,-28-35-216 0 0,17 15 166 0 0,-56-77-137 0 0,-28-39-159 0 0,-98-95-642 0 0,-1 1 1 0 0,1 0 0 0 0,0-1 0 0 0,0 1-1 0 0,0 0 1 0 0,-1-1 0 0 0,1 1-1 0 0,0-1 1 0 0,0 1 0 0 0,0-1-1 0 0,0 0 1 0 0,0 1 0 0 0,0-1 0 0 0,0 0-1 0 0,0 0 1 0 0,0 0 0 0 0,0 0-1 0 0,0 0 1 0 0,0 0 0 0 0,0 0-1 0 0,0 0 1 0 0,0 0 0 0 0,0 0 0 0 0,0 0-1 0 0,0-1 1 0 0,0 1 0 0 0,0 0-1 0 0,0-1 1 0 0,0 1 0 0 0,-1-1-1 0 0,1 1 1 0 0,0-1 0 0 0,0 1 0 0 0,0-1-1 0 0,0 0 1 0 0,-1 1 0 0 0,1-1-1 0 0,0 0 1 0 0,-1 1 0 0 0,1-1 0 0 0,-1 0-1 0 0,1 0 1 0 0,-1 0 0 0 0,1 0-1 0 0,-1 0 1 0 0,1 0 0 0 0,-1 0-1 0 0,0 1 1 0 0,1-1 0 0 0,-1-2 0 0 0,12-44 77 0 0,-7 23-297 0 0,2 0-1 0 0,11-30 0 0 0,-16 48 181 0 0,-1 0-1 0 0,0 1 1 0 0,-1-1 0 0 0,1 0-1 0 0,-1 0 1 0 0,0 0 0 0 0,0 0-1 0 0,-1 0 1 0 0,0 1-1 0 0,0-1 1 0 0,-4-10 0 0 0,-1-15-179 0 0,2 8 51 0 0,-2 0 0 0 0,-1 0 0 0 0,-10-23 0 0 0,12 31 90 0 0,-2-3-19 0 0,-1 0-1 0 0,-1 0 1 0 0,0 1 0 0 0,-1 0 0 0 0,-1 1 0 0 0,0 0 0 0 0,-2 0 0 0 0,-24-24-1 0 0,-31-29-280 0 0,39 43 241 0 0,-46-54-1 0 0,64 66 28 0 0,1 0 0 0 0,1-1-1 0 0,0-1 1 0 0,1 1 0 0 0,0-1 0 0 0,-7-24 0 0 0,9 25 5 0 0,-5-23-188 0 0,10 36 281 0 0,1 0 0 0 0,-1 0 0 0 0,1 0 0 0 0,0-1 0 0 0,0 1 0 0 0,0 0 0 0 0,0 0 0 0 0,0 0 0 0 0,1-1 0 0 0,-1 1 0 0 0,1 0 0 0 0,-1 0-1 0 0,2-4 1 0 0,-1 5 11 0 0,0 0 0 0 0,-1 1 0 0 0,1-1 0 0 0,0 0-1 0 0,-1 0 1 0 0,1 1 0 0 0,0-1 0 0 0,0 0 0 0 0,0 1-1 0 0,0-1 1 0 0,-1 1 0 0 0,1-1 0 0 0,0 1 0 0 0,0 0-1 0 0,0-1 1 0 0,0 1 0 0 0,0 0 0 0 0,0 0 0 0 0,0-1-1 0 0,0 1 1 0 0,0 0 0 0 0,0 0 0 0 0,0 0-1 0 0,0 0 1 0 0,0 1 0 0 0,0-1 0 0 0,0 0 0 0 0,0 0-1 0 0,0 0 1 0 0,2 1 0 0 0,32 15 57 0 0,-25-11-22 0 0,13 6 40 0 0,0 2-1 0 0,0 0 1 0 0,-1 1-1 0 0,-1 2 0 0 0,0 0 1 0 0,-1 1-1 0 0,-1 1 1 0 0,-1 0-1 0 0,21 28 0 0 0,-19-19 27 0 0,-1 2 0 0 0,-2 0 0 0 0,0 1-1 0 0,-3 1 1 0 0,0 0 0 0 0,16 55-1 0 0,32 130 451 0 0,-55-194-474 0 0,-1 1 1 0 0,-1-1-1 0 0,-1 1 1 0 0,2 42-1 0 0,-6-58-60 0 0,0 1 1 0 0,-1-1-1 0 0,0 0 0 0 0,0 1 0 0 0,-1-1 0 0 0,0 0 1 0 0,0 0-1 0 0,-1 0 0 0 0,0 0 0 0 0,-7 13 0 0 0,8-17-6 0 0,0 0 0 0 0,-1 1 0 0 0,1-1 0 0 0,-1 0 0 0 0,0-1 0 0 0,0 1-1 0 0,0 0 1 0 0,0-1 0 0 0,0 0 0 0 0,-1 0 0 0 0,1 0 0 0 0,-1 0 0 0 0,0 0-1 0 0,1-1 1 0 0,-1 1 0 0 0,0-1 0 0 0,0 0 0 0 0,0 0 0 0 0,0-1 0 0 0,0 1-1 0 0,-7-1 1 0 0,-4 0 29 0 0,-1-2 1 0 0,1 0-1 0 0,-1-1 0 0 0,1-1 0 0 0,0 0 0 0 0,0-1 0 0 0,0 0 0 0 0,1-2 0 0 0,0 1 0 0 0,0-2 1 0 0,-13-9-1 0 0,-12-10-206 0 0,1-3-1 0 0,-45-43 1 0 0,39 31-221 0 0,2-1 0 0 0,2-2 0 0 0,2-2-1 0 0,-43-68 1 0 0,50 62-105 0 0,4 0-1 0 0,1-2 1 0 0,-34-108 0 0 0,55 145 327 0 0,1 4 55 0 0,0 1 1 0 0,0-1-1 0 0,-1 1 1 0 0,-13-23 0 0 0,17 35 104 0 0,1 1 0 0 0,-1-1 0 0 0,1 0 0 0 0,-1 1 1 0 0,1-1-1 0 0,-1 0 0 0 0,0 1 0 0 0,1-1 1 0 0,-1 1-1 0 0,0-1 0 0 0,1 1 0 0 0,-1 0 1 0 0,0-1-1 0 0,0 1 0 0 0,0 0 0 0 0,1-1 0 0 0,-1 1 1 0 0,0 0-1 0 0,0 0 0 0 0,-1 0 0 0 0,2 0 2 0 0,-1 0-1 0 0,1 0 0 0 0,-1 0 1 0 0,1 0-1 0 0,0 0 0 0 0,-1 0 1 0 0,1 0-1 0 0,-1 0 0 0 0,1 1 1 0 0,0-1-1 0 0,-1 0 0 0 0,1 0 1 0 0,0 1-1 0 0,-1-1 0 0 0,1 0 1 0 0,0 0-1 0 0,-1 1 0 0 0,1-1 1 0 0,0 0-1 0 0,-1 1 0 0 0,1-1 1 0 0,0 0-1 0 0,0 1 0 0 0,0-1 1 0 0,-1 1-1 0 0,1-1 0 0 0,0 0 1 0 0,0 1-1 0 0,0-1 0 0 0,0 1 1 0 0,0-1-1 0 0,0 1 0 0 0,0-1 1 0 0,0 0-1 0 0,0 1 0 0 0,0 0 1 0 0,1 13 14 0 0,0-1 1 0 0,2 1-1 0 0,0-1 1 0 0,6 18-1 0 0,3 14 137 0 0,47 183 456 0 0,31 213 641 0 0,-31-140-419 0 0,-53-271-718 0 0,2 0 1 0 0,2-1 0 0 0,0 1 0 0 0,21 39 0 0 0,-20-51-24 0 0,0 0 0 0 0,0 0-1 0 0,2-1 1 0 0,0-1 0 0 0,1 0-1 0 0,1-1 1 0 0,23 19 0 0 0,-30-27-66 0 0,-5-4-9 0 0,-1-1 0 0 0,1 1-1 0 0,0-1 1 0 0,0 0 0 0 0,1 1 0 0 0,-1-1-1 0 0,0-1 1 0 0,1 1 0 0 0,-1 0-1 0 0,1-1 1 0 0,4 2 0 0 0,-8-5-12 0 0,0 1 0 0 0,-1-1 0 0 0,1 1 0 0 0,-1-1 1 0 0,1 1-1 0 0,-1 0 0 0 0,0-1 0 0 0,0 1 0 0 0,1 0 0 0 0,-1 0 0 0 0,-1-2 0 0 0,-111-151-529 0 0,60 77-191 0 0,-64-70-1 0 0,-138-105-1052 0 0,96 98 704 0 0,-55-95-550 0 0,168 193 1578 0 0,38 45 82 0 0,0 1 0 0 0,-1 1 1 0 0,0-1-1 0 0,-20-14 0 0 0,22 23 32 0 0,9 9-30 0 0,6 8 46 0 0,102 138 670 0 0,-20-24-158 0 0,135 136 578 0 0,-118-144-659 0 0,-34-36-139 0 0,133 149 748 0 0,-157-181-727 0 0,-42-49-373 0 0,-6-5-26 0 0,0 0-1 0 0,-1 1 1 0 0,1-1-1 0 0,-1 0 1 0 0,1 0 0 0 0,-1 1-1 0 0,1-1 1 0 0,-1 1-1 0 0,1-1 1 0 0,-1 0-1 0 0,1 1 1 0 0,-1-1-1 0 0,1 1 1 0 0,-1-1 0 0 0,0 1-1 0 0,1-1 1 0 0,-1 1-1 0 0,0-1 1 0 0,1 2-1 0 0,-25-8 115 0 0,7 0-47 0 0,0-2 1 0 0,0 0-1 0 0,-30-21 0 0 0,-46-40-360 0 0,50 36 63 0 0,-207-171-1287 0 0,216 171 1223 0 0,1-1-1 0 0,2-1 0 0 0,1-2 0 0 0,-45-73 0 0 0,53 70 13 0 0,2 0 1 0 0,2-1-1 0 0,2-1 1 0 0,-15-58-1 0 0,23 68 95 0 0,2 0-1 0 0,1 0 0 0 0,2 0 0 0 0,1-1 1 0 0,1 1-1 0 0,7-57 0 0 0,-1 52-41 0 0,2 1-1 0 0,2 0 0 0 0,1 0 1 0 0,22-51-1 0 0,-25 71 124 0 0,1 1 1 0 0,0 0-1 0 0,1 0 1 0 0,1 1-1 0 0,0 0 1 0 0,1 0-1 0 0,0 1 1 0 0,1 1-1 0 0,0 0 1 0 0,1 0-1 0 0,27-17 1 0 0,-29 23 154 0 0,-1 0-1 0 0,1 2 1 0 0,0-1 0 0 0,1 1-1 0 0,-1 0 1 0 0,1 1 0 0 0,-1 1 0 0 0,1 0-1 0 0,13-1 1 0 0,-7 3 46 0 0,1 0 0 0 0,-1 2 0 0 0,0-1 0 0 0,0 2 0 0 0,23 6 0 0 0,11 8 283 0 0,-1 3-1 0 0,94 49 1 0 0,-131-62-320 0 0,406 232 2028 0 0,-383-212-1764 0 0,0 1-1 0 0,-2 2 1 0 0,50 54 0 0 0,-84-83-314 0 0,1 1 1 0 0,-1-1-1 0 0,0 0 0 0 0,1 0 1 0 0,-1 0-1 0 0,1 0 0 0 0,-1 0 0 0 0,1 0 1 0 0,0 0-1 0 0,3 1 0 0 0,1-5-25 0 0,-7-10 40 0 0,-7-10-79 0 0,-2 1-1 0 0,0 0 1 0 0,-2 0 0 0 0,0 1 0 0 0,-17-22 0 0 0,-9-15-180 0 0,-214-403-1766 0 0,130 230 1010 0 0,121 228 973 0 0,-38-69-556 0 0,-58-82 0 0 0,87 138 514 0 0,10 15 55 0 0,0 1 1 0 0,0 0-1 0 0,0 0 1 0 0,0 0-1 0 0,-1 0 1 0 0,1-1-1 0 0,0 1 1 0 0,0 0-1 0 0,0 0 1 0 0,0-1-1 0 0,0 1 1 0 0,-1 0-1 0 0,1 0 1 0 0,0 0-1 0 0,0-1 1 0 0,0 1-1 0 0,0 0 1 0 0,0 0 0 0 0,0-1-1 0 0,0 1 1 0 0,0 0-1 0 0,0-1 1 0 0,0 1-1 0 0,0 0 1 0 0,0 0-1 0 0,0-1 1 0 0,0 1-1 0 0,0 0 1 0 0,1 0-1 0 0,-1-1 1 0 0,0 1-1 0 0,0 0 1 0 0,0 0-1 0 0,0 0 1 0 0,0-1-1 0 0,0 1 1 0 0,1 0-1 0 0,-1 0 1 0 0,0 0-1 0 0,0-1 1 0 0,0 1-1 0 0,1 0 1 0 0,-1 0 0 0 0,0 0-1 0 0,0 0 1 0 0,0 0-1 0 0,1-1 1 0 0,-1 1-1 0 0,0 0 1 0 0,0 0-1 0 0,1 0 1 0 0,-1 0-1 0 0,0 0 1 0 0,0 0-1 0 0,1 0 1 0 0,-1 0-1 0 0,0 0 1 0 0,0 0-1 0 0,1 0 1 0 0,-1 0-1 0 0,0 0 1 0 0,0 0-1 0 0,1 0 1 0 0,-1 0-1 0 0,0 0 1 0 0,0 0-1 0 0,1 1 1 0 0,-1-1-1 0 0,0 0 1 0 0,5 3 19 0 0,0 0 1 0 0,0 0-1 0 0,0 0 1 0 0,-1 1-1 0 0,1-1 1 0 0,-1 1-1 0 0,0 0 0 0 0,0 1 1 0 0,-1-1-1 0 0,7 10 1 0 0,5 5 105 0 0,119 139 1095 0 0,114 178 1 0 0,-176-229-694 0 0,240 335 1633 0 0,-28-79-250 0 0,-277-355-1803 0 0,-5-4-82 0 0,0-1 1 0 0,1 1-1 0 0,-1-1 0 0 0,1 0 1 0 0,0 0-1 0 0,0 0 0 0 0,0 0 1 0 0,1-1-1 0 0,-1 1 0 0 0,5 2 1 0 0,-7-5-22 0 0,-1 0 0 0 0,0 0 0 0 0,1 0 0 0 0,-1 0 0 0 0,0 0 0 0 0,1 0 0 0 0,-1 0 0 0 0,1 0 0 0 0,-1 0 0 0 0,0-1 0 0 0,1 1 0 0 0,-1 0 0 0 0,0 0 0 0 0,1 0 0 0 0,-1 0 1 0 0,0-1-1 0 0,1 1 0 0 0,-1 0 0 0 0,0 0 0 0 0,0-1 0 0 0,1 1 0 0 0,-1 0 0 0 0,0 0 0 0 0,0-1 0 0 0,1 1 0 0 0,-1 0 0 0 0,0-1 0 0 0,0 1 0 0 0,0 0 0 0 0,0-1 0 0 0,1 1 0 0 0,-1 0 0 0 0,0-1 0 0 0,0 1 0 0 0,0 0 0 0 0,0-1 1 0 0,0 1-1 0 0,0-1 0 0 0,0 1 0 0 0,0 0 0 0 0,0-1 0 0 0,0 1 0 0 0,0 0 0 0 0,0-1 0 0 0,0 1 0 0 0,-1-1 0 0 0,-1-20 73 0 0,1 20-60 0 0,-4-17-121 0 0,-1 0 0 0 0,-1 1 0 0 0,-1-1-1 0 0,-1 1 1 0 0,0 1 0 0 0,-12-17 0 0 0,-5-10-140 0 0,-178-339-1893 0 0,-66-210-1083 0 0,257 562 3050 0 0,-106-234-1235 0 0,80 189 662 0 0,-67-101 0 0 0,54 90 194 0 0,41 70 516 0 0,25 51 6 0 0,22 37 744 0 0,60 88 1 0 0,-51-88-369 0 0,48 85 1170 0 0,105 246 0 0 0,-195-397-1496 0 0,5 11 94 0 0,-1 0 0 0 0,0 1-1 0 0,-2-1 1 0 0,0 1 0 0 0,-1 1 0 0 0,3 28 0 0 0,-7-47-115 0 0,0 1 0 0 0,1-1 0 0 0,-1 0 0 0 0,0 0 0 0 0,0 1 0 0 0,0-1 0 0 0,0 0 0 0 0,0 0 0 0 0,0 1 0 0 0,0-1 0 0 0,0 0 0 0 0,0 0 0 0 0,-1 1 0 0 0,1-1 0 0 0,0 0 0 0 0,0 0 0 0 0,0 1 0 0 0,0-1 0 0 0,0 0 0 0 0,0 0 0 0 0,0 1 0 0 0,-1-1 0 0 0,1 0 0 0 0,0 0 0 0 0,0 0 0 0 0,0 0 0 0 0,0 1 0 0 0,-1-1 0 0 0,1 0 0 0 0,0 0 0 0 0,0 0 0 0 0,0 0 0 0 0,-1 0 0 0 0,1 0 0 0 0,0 1 0 0 0,0-1 0 0 0,-1 0 0 0 0,1 0 0 0 0,0 0 0 0 0,0 0 0 0 0,-1 0 0 0 0,1 0 0 0 0,0 0 0 0 0,0 0 0 0 0,-1 0 0 0 0,1 0 0 0 0,0 0 0 0 0,-16-9 109 0 0,-13-18 98 0 0,29 27-208 0 0,-116-134-323 0 0,9 11-311 0 0,42 56 249 0 0,-3 3-1 0 0,-3 4 0 0 0,-3 2 0 0 0,-2 4 1 0 0,-2 3-1 0 0,-104-50 0 0 0,-132-48 468 0 0,195 87 564 0 0,69 35-221 0 0,-56-22 0 0 0,91 44-330 0 0,1 1 1 0 0,-1 0 0 0 0,0 1 0 0 0,0 1 0 0 0,-21-1 0 0 0,5 3 138 0 0,-51 6 1 0 0,45 0 26 0 0,0 3 0 0 0,-64 24 0 0 0,48-15 69 0 0,40-14-252 0 0,-1 1 1 0 0,-16 9 0 0 0,29-13-71 0 0,0 0 1 0 0,1 0-1 0 0,-1 0 0 0 0,0 0 0 0 0,0 1 1 0 0,1-1-1 0 0,-1 0 0 0 0,1 0 1 0 0,-1 1-1 0 0,1-1 0 0 0,0 0 0 0 0,-1 1 1 0 0,1-1-1 0 0,0 0 0 0 0,0 1 1 0 0,0-1-1 0 0,0 3 0 0 0,2 29 70 0 0,-2-26-49 0 0,32 339 1398 0 0,-26-300-1160 0 0,2 0 0 0 0,2-1 1 0 0,28 77-1 0 0,-7-46 299 0 0,49 90-1 0 0,-39-98-160 0 0,3-1-1 0 0,3-3 1 0 0,2-1 0 0 0,3-3-1 0 0,104 92 1 0 0,-62-60 158 0 0,-92-90-505 0 0,-1-1-50 0 0,-1 0 0 0 0,1-1 1 0 0,-1 1-1 0 0,1 0 0 0 0,0-1 1 0 0,-1 1-1 0 0,1-1 0 0 0,0 0 1 0 0,0 1-1 0 0,-1-1 1 0 0,1 1-1 0 0,0-1 0 0 0,0 0 1 0 0,0 0-1 0 0,-1 1 0 0 0,1-1 1 0 0,0 0-1 0 0,1 0 0 0 0,-1 0-4 0 0,0-1 0 0 0,-1 1 0 0 0,1-1 0 0 0,0 1 0 0 0,-1 0 0 0 0,1-1 0 0 0,-1 0 0 0 0,1 1 0 0 0,0-1 0 0 0,-1 1 0 0 0,1-1 0 0 0,-1 0 0 0 0,0 1 0 0 0,1-1 0 0 0,-1 0 0 0 0,1 0 0 0 0,-1 1 0 0 0,0-1 0 0 0,0 0 0 0 0,0 0 0 0 0,1 1 0 0 0,-1-1 0 0 0,0 0 0 0 0,0 0 0 0 0,0-1 0 0 0,1 0 10 0 0,-2 1-14 0 0,1 0 0 0 0,-1 1 0 0 0,1-1 0 0 0,-1 0 0 0 0,0 1 0 0 0,1-1 0 0 0,-1 0 0 0 0,0 1 0 0 0,0-1 0 0 0,1 1 0 0 0,-1-1 0 0 0,0 1 0 0 0,0 0 0 0 0,0-1 0 0 0,1 1 0 0 0,-1 0 0 0 0,0-1 0 0 0,0 1 0 0 0,0 0 0 0 0,-1 0 0 0 0,-1 0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2T16:19:02.076"/>
    </inkml:context>
    <inkml:brush xml:id="br0">
      <inkml:brushProperty name="width" value="0.35" units="cm"/>
      <inkml:brushProperty name="height" value="0.35" units="cm"/>
      <inkml:brushProperty name="color" value="#6EE7B7"/>
    </inkml:brush>
  </inkml:definitions>
  <inkml:trace contextRef="#ctx0" brushRef="#br0">2156 2852 4915 0 0,'0'-1'5'0'0,"0"1"0"0"0,0 0 0 0 0,0 0 0 0 0,0 0 0 0 0,0 0 0 0 0,0 0 0 0 0,0 0 0 0 0,0 0 1 0 0,0 0-1 0 0,0 0 0 0 0,0 0 0 0 0,0 0 0 0 0,0 0 0 0 0,0 0 0 0 0,0 0 0 0 0,0-1 0 0 0,0 1 0 0 0,0 0 0 0 0,0 0 0 0 0,0 0 0 0 0,0 0 0 0 0,0 0 0 0 0,0 0 0 0 0,0 0 0 0 0,0 0 0 0 0,0 0 1 0 0,0 0-1 0 0,0 0 0 0 0,0 0 0 0 0,0 0 0 0 0,0-1 0 0 0,0 1 0 0 0,0 0 0 0 0,0 0 0 0 0,0 0 0 0 0,0 0 0 0 0,1 0 0 0 0,-1 0 0 0 0,0 0 0 0 0,0 0 0 0 0,0 0 0 0 0,0 0 0 0 0,0 0 0 0 0,0 0 1 0 0,0 0-1 0 0,0 0 0 0 0,0 0 0 0 0,0 0 0 0 0,0 0 0 0 0,0 0 0 0 0,0 0 0 0 0,0 0 0 0 0,1 0 0 0 0,-1 0 0 0 0,0 0 0 0 0,0 0 0 0 0,0 0 0 0 0,0 0 0 0 0,0 0 0 0 0,0 0 0 0 0,0 0 0 0 0,0 0 1 0 0,-8-6 39 0 0,0 0-49 0 0,0 5 51 0 0,-5 8 72 0 0,11-6-104 0 0,-166 105 1258 0 0,128-81-871 0 0,31-18-296 0 0,-1-1 1 0 0,0 0-1 0 0,0 0 0 0 0,-19 7 0 0 0,28-17-114 0 0,6-6 49 0 0,7-9 138 0 0,31-39-40 0 0,123-174-404 0 0,-111 153 147 0 0,-28 43 40 0 0,-3 0 0 0 0,33-65 0 0 0,-44 78 73 0 0,-37 56-33 0 0,-71 126 1107 0 0,53-92-678 0 0,30-44-169 0 0,11-18-63 0 0,11-15-73 0 0,18-30-49 0 0,-2-1-1 0 0,22-44 1 0 0,-22 37-97 0 0,96-187-381 0 0,-115 221 410 0 0,-4 9 19 0 0,0 1-1 0 0,-1-1 1 0 0,0 0 0 0 0,0 0 0 0 0,0 0 0 0 0,0 0-1 0 0,-1 0 1 0 0,1-7 0 0 0,-2 12 13 0 0,0 0-1 0 0,0 0 1 0 0,0 0-1 0 0,0-1 1 0 0,0 1-1 0 0,0 0 1 0 0,0 0-1 0 0,0 0 1 0 0,0 0-1 0 0,0 0 1 0 0,0 0-1 0 0,0 0 1 0 0,0 0-1 0 0,0 0 1 0 0,0 0-1 0 0,0 0 1 0 0,0 0-1 0 0,0 0 1 0 0,0-1-1 0 0,0 1 1 0 0,0 0-1 0 0,0 0 1 0 0,0 0-1 0 0,0 0 1 0 0,0 0-1 0 0,0 0 1 0 0,-1 0-1 0 0,1 0 1 0 0,0 0-1 0 0,0 0 1 0 0,0 0-1 0 0,0 0 1 0 0,0 0 0 0 0,0 0-1 0 0,0 0 1 0 0,0 0-1 0 0,0 0 1 0 0,0 0-1 0 0,0 0 1 0 0,0 0-1 0 0,-1 0 1 0 0,1 0-1 0 0,0 0 1 0 0,0 0-1 0 0,0 0 1 0 0,0 0-1 0 0,0 0 1 0 0,0 0-1 0 0,0 0 1 0 0,0 0-1 0 0,0 0 1 0 0,0 0-1 0 0,0 0 1 0 0,0 0-1 0 0,-1 0 1 0 0,1 0-1 0 0,0 0 1 0 0,0 1-1 0 0,0-1 1 0 0,0 0-1 0 0,0 0 1 0 0,0 0-1 0 0,0 0 1 0 0,0 0-1 0 0,0 0 1 0 0,-8 8 77 0 0,-7 11 70 0 0,-18 36 297 0 0,3 1 0 0 0,-28 68 0 0 0,55-116-378 0 0,0 0 0 0 0,0 0 0 0 0,0 1 0 0 0,1-1 0 0 0,-1 15 0 0 0,3-23-66 0 0,-1 1-1 0 0,1-1 1 0 0,0 0 0 0 0,0 0-1 0 0,0 1 1 0 0,0-1-1 0 0,0 0 1 0 0,0 0 0 0 0,0 0-1 0 0,0 1 1 0 0,1-1-1 0 0,-1 0 1 0 0,0 0 0 0 0,0 1-1 0 0,0-1 1 0 0,0 0-1 0 0,0 0 1 0 0,0 0 0 0 0,0 1-1 0 0,0-1 1 0 0,1 0-1 0 0,-1 0 1 0 0,0 0 0 0 0,0 1-1 0 0,0-1 1 0 0,0 0-1 0 0,1 0 1 0 0,-1 0 0 0 0,0 0-1 0 0,0 0 1 0 0,0 1-1 0 0,1-1 1 0 0,-1 0-1 0 0,0 0 1 0 0,0 0 0 0 0,0 0-1 0 0,1 0 1 0 0,-1 0-1 0 0,0 0 1 0 0,0 0 0 0 0,1 0-1 0 0,-1 0 1 0 0,0 0-1 0 0,0 0 1 0 0,1 0 0 0 0,-1 0-1 0 0,0 0 1 0 0,0 0-1 0 0,1 0 1 0 0,-1 0 0 0 0,0 0-1 0 0,0 0 1 0 0,0 0-1 0 0,1-1 1 0 0,-1 1 0 0 0,0 0-1 0 0,0 0 1 0 0,0 0-1 0 0,1 0 1 0 0,-1 0 0 0 0,0-1-1 0 0,0 1 1 0 0,0 0-1 0 0,1-1 1 0 0,11-10 126 0 0,18-27-172 0 0,-3 0 0 0 0,-1-2-1 0 0,25-53 1 0 0,-23 40-57 0 0,251-486-1194 0 0,-273 529 1257 0 0,-2 0 0 0 0,1-1 0 0 0,4-17 0 0 0,-10 26 26 0 0,-2 5-11 0 0,-2 6 21 0 0,-41 94 767 0 0,5 2-1 0 0,-31 120 1 0 0,71-219-756 0 0,-3 9 76 0 0,0 0 1 0 0,2 0-1 0 0,-2 19 1 0 0,4-33-78 0 0,0 0 1 0 0,0 1-1 0 0,0-1 1 0 0,0 0 0 0 0,0 0-1 0 0,0 0 1 0 0,1 0-1 0 0,-1 1 1 0 0,0-1-1 0 0,1 0 1 0 0,-1 0 0 0 0,0 0-1 0 0,2 2 1 0 0,-2-3-8 0 0,0 0 1 0 0,1 0 0 0 0,-1 0-1 0 0,0 0 1 0 0,0 0-1 0 0,1 0 1 0 0,-1 0 0 0 0,0 0-1 0 0,0 0 1 0 0,1 0-1 0 0,-1 0 1 0 0,0 0 0 0 0,0 0-1 0 0,1 0 1 0 0,-1 0-1 0 0,0 0 1 0 0,0 0 0 0 0,1 0-1 0 0,-1 0 1 0 0,0 0-1 0 0,0 0 1 0 0,1 0 0 0 0,-1 0-1 0 0,0-1 1 0 0,0 1-1 0 0,0 0 1 0 0,1 0 0 0 0,-1 0-1 0 0,0 0 1 0 0,0-1-1 0 0,0 1 1 0 0,1 0 0 0 0,-1 0-1 0 0,0-1 1 0 0,17-26 173 0 0,-7-1-226 0 0,-1-1 0 0 0,11-58-1 0 0,-7 25-104 0 0,5-11-33 0 0,117-544-1421 0 0,-133 609 1587 0 0,-1 0 0 0 0,0 0-1 0 0,-1 0 1 0 0,0-1 0 0 0,-1-12-1 0 0,1 21 25 0 0,0 0-1 0 0,0 0 1 0 0,0 1-1 0 0,0-1 1 0 0,0 0-1 0 0,0 0 1 0 0,0 0-1 0 0,0 0 1 0 0,0 0-1 0 0,0 1 1 0 0,0-1-1 0 0,-1 0 1 0 0,1 0-1 0 0,0 0 1 0 0,0 0 0 0 0,0 0-1 0 0,0 0 1 0 0,0 0-1 0 0,0 1 1 0 0,0-1-1 0 0,0 0 1 0 0,-1 0-1 0 0,1 0 1 0 0,0 0-1 0 0,0 0 1 0 0,0 0-1 0 0,0 0 1 0 0,0 0-1 0 0,-1 0 1 0 0,1 0-1 0 0,0 0 1 0 0,0 0-1 0 0,0 0 1 0 0,0 0-1 0 0,0 0 1 0 0,-1 0 0 0 0,1 0-1 0 0,0 0 1 0 0,0 0-1 0 0,0 0 1 0 0,0 0-1 0 0,0 0 1 0 0,-1 0-1 0 0,1 0 1 0 0,0 0-1 0 0,0 0 1 0 0,0 0-1 0 0,0 0 1 0 0,0 0-1 0 0,-1 0 1 0 0,1-1-1 0 0,0 1 1 0 0,0 0-1 0 0,0 0 1 0 0,0 0-1 0 0,0 0 1 0 0,0 0 0 0 0,0 0-1 0 0,0 0 1 0 0,0-1-1 0 0,-1 1 1 0 0,1 0-1 0 0,0 0 1 0 0,0 0-1 0 0,0-1 1 0 0,-5 11-42 0 0,-8 21 256 0 0,1 0 0 0 0,-10 48-1 0 0,1-7 155 0 0,-56 194 888 0 0,74-239-1124 0 0,5-21-32 0 0,5-16 42 0 0,24-72-339 0 0,-4 0 1 0 0,17-87-1 0 0,-12 43-114 0 0,56-220-610 0 0,-85 335 890 0 0,-2 7 17 0 0,1-1 0 0 0,-1 0 1 0 0,0 1-1 0 0,-1-1 0 0 0,1 0 0 0 0,-1 0 0 0 0,0-5 0 0 0,-4 15 24 0 0,0 1 0 0 0,1 0-1 0 0,0-1 1 0 0,-5 14 0 0 0,-4 20 266 0 0,3 2 1 0 0,-7 60-1 0 0,16-99-260 0 0,0 1-1 0 0,0-1 1 0 0,0 1 0 0 0,0 0-1 0 0,1-1 1 0 0,-1 1 0 0 0,1-1-1 0 0,0 1 1 0 0,0-1 0 0 0,0 0-1 0 0,2 5 1 0 0,-3-7-11 0 0,1 1 0 0 0,-1-1 1 0 0,0 0-1 0 0,0 1 0 0 0,0-1 0 0 0,1 0 1 0 0,-1 0-1 0 0,0 1 0 0 0,0-1 0 0 0,1 0 1 0 0,-1 0-1 0 0,0 0 0 0 0,0 1 0 0 0,1-1 1 0 0,-1 0-1 0 0,0 0 0 0 0,1 0 1 0 0,-1 0-1 0 0,0 0 0 0 0,1 1 0 0 0,-1-1 1 0 0,0 0-1 0 0,1 0 0 0 0,-1 0 0 0 0,1 0 1 0 0,-1 0-1 0 0,0 0 0 0 0,1 0 0 0 0,0 0 1 0 0,-1-1-1 0 0,1 0 0 0 0,0 1 0 0 0,0-1 1 0 0,0 0-1 0 0,-1 0 0 0 0,1 0 1 0 0,0 1-1 0 0,-1-1 0 0 0,1 0 0 0 0,-1 0 1 0 0,1 0-1 0 0,-1 0 0 0 0,0 0 1 0 0,1 0-1 0 0,0-2 0 0 0,10-35-95 0 0,-1-1-1 0 0,-2 0 1 0 0,5-59-1 0 0,-10 32-173 0 0,-6-88-1 0 0,-2 100 122 0 0,-1-31-48 0 0,7 83 182 0 0,-1 0 1 0 0,1-1-1 0 0,-1 1 1 0 0,1 0-1 0 0,0-1 0 0 0,0 1 1 0 0,0 0-1 0 0,0 0 1 0 0,1-3-1 0 0,7-14-55 0 0,15-70-201 0 0,-22 80 234 0 0,-1 1 0 0 0,-1 0-1 0 0,1-1 1 0 0,-1 1 0 0 0,-1 0-1 0 0,-1-11 1 0 0,2 18 31 0 0,0 1-1 0 0,0 0 1 0 0,0-1-1 0 0,0 1 0 0 0,0 0 1 0 0,0-1-1 0 0,0 1 1 0 0,0 0-1 0 0,-1 0 1 0 0,1-1-1 0 0,0 1 1 0 0,0 0-1 0 0,0-1 1 0 0,0 1-1 0 0,0 0 0 0 0,-1 0 1 0 0,1-1-1 0 0,0 1 1 0 0,0 0-1 0 0,-1 0 1 0 0,1 0-1 0 0,0-1 1 0 0,0 1-1 0 0,-1 0 0 0 0,1 0 1 0 0,0 0-1 0 0,0 0 1 0 0,-1-1-1 0 0,1 1 1 0 0,0 0-1 0 0,-1 0 1 0 0,1 0-1 0 0,0 0 1 0 0,-1 0-1 0 0,1 0 0 0 0,0 0 1 0 0,0 0-1 0 0,-1 0 1 0 0,1 0-1 0 0,0 0 1 0 0,-1 0-1 0 0,1 0 1 0 0,0 0-1 0 0,-1 0 0 0 0,1 0 1 0 0,0 0-1 0 0,-1 1 1 0 0,1-1-1 0 0,0 0 1 0 0,0 0-1 0 0,-1 0 1 0 0,1 0-1 0 0,0 1 1 0 0,0-1-1 0 0,-1 0 0 0 0,1 0 1 0 0,0 1-1 0 0,0-1 1 0 0,0 0-1 0 0,-1 0 1 0 0,1 1-1 0 0,0-1 1 0 0,0 0-1 0 0,0 1 0 0 0,-11 18 126 0 0,11-17-118 0 0,-21 43 453 0 0,-25 82 0 0 0,-2 53 418 0 0,40-147-733 0 0,1-1 69 0 0,1 1 0 0 0,1 1-1 0 0,0 57 1 0 0,7-81-206 0 0,3-15 17 0 0,3-13 73 0 0,-1-14-105 0 0,-1 0-1 0 0,5-60 0 0 0,-10-67-454 0 0,-1 94 304 0 0,0 58 135 0 0,0 0-1 0 0,0 1 1 0 0,-1-1 0 0 0,0 0-1 0 0,-1 0 1 0 0,1 0 0 0 0,-1 1-1 0 0,0-1 1 0 0,-4-6 0 0 0,6 13 20 0 0,0-1 0 0 0,0 1 0 0 0,-1-1 0 0 0,1 1 0 0 0,0-1 1 0 0,0 1-1 0 0,-1-1 0 0 0,1 1 0 0 0,0 0 0 0 0,-1-1 0 0 0,1 1 1 0 0,0-1-1 0 0,-1 1 0 0 0,1 0 0 0 0,-1 0 0 0 0,1-1 1 0 0,0 1-1 0 0,-1 0 0 0 0,1 0 0 0 0,-1-1 0 0 0,1 1 0 0 0,-1 0 1 0 0,1 0-1 0 0,-1 0 0 0 0,1 0 0 0 0,-1 0 0 0 0,1-1 0 0 0,-1 1 1 0 0,1 0-1 0 0,-1 0 0 0 0,0 1 0 0 0,0-1 9 0 0,0 1-1 0 0,0-1 1 0 0,0 1 0 0 0,0-1-1 0 0,0 1 1 0 0,0 0 0 0 0,1 0-1 0 0,-1 0 1 0 0,0-1 0 0 0,0 1-1 0 0,1 0 1 0 0,-1 0 0 0 0,0 1-1 0 0,-14 33 223 0 0,6 5-133 0 0,-1 2 210 0 0,-8 71 0 0 0,13 124 566 0 0,5-233-860 0 0,1 3-15 0 0,3-14 17 0 0,2-13 70 0 0,-4-42-258 0 0,-3-1 0 0 0,-3 1 1 0 0,-13-76-1 0 0,15 124 128 0 0,1 5 4 0 0,-1-1 0 0 0,1 0 0 0 0,-2 1 0 0 0,1-1 0 0 0,-7-13 0 0 0,9 23 43 0 0,0 0 0 0 0,0-1 0 0 0,0 1 0 0 0,0 0 1 0 0,-1 0-1 0 0,1 0 0 0 0,0 0 0 0 0,0 0 0 0 0,0 0 0 0 0,0-1 0 0 0,-1 1 0 0 0,1 0 0 0 0,0 0 0 0 0,0 0 1 0 0,0 0-1 0 0,0 0 0 0 0,-1 0 0 0 0,1 0 0 0 0,0 0 0 0 0,0 0 0 0 0,0 0 0 0 0,-1 0 0 0 0,1 0 0 0 0,0 0 1 0 0,0 0-1 0 0,0 0 0 0 0,0 0 0 0 0,-1 0 0 0 0,1 0 0 0 0,0 0 0 0 0,0 0 0 0 0,0 0 0 0 0,-1 0 0 0 0,1 1 1 0 0,0-1-1 0 0,0 0 0 0 0,0 0 0 0 0,0 0 0 0 0,0 0 0 0 0,-1 0 0 0 0,1 0 0 0 0,0 1 0 0 0,0-1 0 0 0,0 0 1 0 0,0 0-1 0 0,0 0 0 0 0,0 0 0 0 0,0 1 0 0 0,-1-1 0 0 0,1 0 0 0 0,0 0 0 0 0,0 0 0 0 0,0 1 0 0 0,-6 11-26 0 0,-46 245 746 0 0,38-180-456 0 0,-9 84 334 0 0,20-129-428 0 0,2 1 0 0 0,5 63 0 0 0,0-83-128 0 0,1-23 52 0 0,0-25 41 0 0,-3-21-410 0 0,-2 0 0 0 0,-11-81-1 0 0,-36-109-590 0 0,44 237 834 0 0,2 1-4 0 0,-1 0 1 0 0,0 0-1 0 0,0 1 0 0 0,-1-1 0 0 0,0 1 1 0 0,-1-1-1 0 0,1 1 0 0 0,-6-7 0 0 0,9 14 36 0 0,0 0 0 0 0,0 0 0 0 0,0 0-1 0 0,0 0 1 0 0,-1-1 0 0 0,1 1 0 0 0,0 0-1 0 0,0 0 1 0 0,0 0 0 0 0,0 0 0 0 0,0-1 0 0 0,0 1-1 0 0,-1 0 1 0 0,1 0 0 0 0,0 0 0 0 0,0 0-1 0 0,0 0 1 0 0,-1 0 0 0 0,1 0 0 0 0,0 0-1 0 0,0 0 1 0 0,0 0 0 0 0,-1 0 0 0 0,1 0-1 0 0,0-1 1 0 0,0 1 0 0 0,0 0 0 0 0,-1 0 0 0 0,1 1-1 0 0,0-1 1 0 0,0 0 0 0 0,0 0 0 0 0,-1 0-1 0 0,1 0 1 0 0,0 0 0 0 0,0 0 0 0 0,0 0-1 0 0,0 0 1 0 0,-1 0 0 0 0,1 0 0 0 0,0 0 0 0 0,0 1-1 0 0,0-1 1 0 0,0 0 0 0 0,-1 0 0 0 0,-3 13-24 0 0,2 14-12 0 0,5 81 737 0 0,34 213-1 0 0,-32-290-605 0 0,-2-12-11 0 0,0 0 1 0 0,2 0-1 0 0,0 0 0 0 0,9 21 1 0 0,-14-40-85 0 0,0 1 1 0 0,0-1 0 0 0,0 0-1 0 0,0 1 1 0 0,0-1-1 0 0,0 0 1 0 0,0 1 0 0 0,1-1-1 0 0,-1 0 1 0 0,0 1 0 0 0,0-1-1 0 0,0 0 1 0 0,1 0-1 0 0,-1 1 1 0 0,0-1 0 0 0,0 0-1 0 0,1 0 1 0 0,-1 1-1 0 0,0-1 1 0 0,1 0 0 0 0,-1 0-1 0 0,0 0 1 0 0,1 0-1 0 0,-1 1 1 0 0,0-1 0 0 0,1 0-1 0 0,-1 0 1 0 0,0 0-1 0 0,1 0 1 0 0,-1 0 0 0 0,0 0-1 0 0,1 0 1 0 0,6-9 48 0 0,3-21 71 0 0,-10 28-112 0 0,8-46-188 0 0,-2-1 1 0 0,-2 0-1 0 0,-2-1 1 0 0,-2 1 0 0 0,-9-66-1 0 0,-11-19-271 0 0,16 116 362 0 0,0 0 0 0 0,-2 1 0 0 0,0 0 0 0 0,-1 0 1 0 0,-11-21-1 0 0,17 36 88 0 0,0 1 1 0 0,0-1-1 0 0,0 1 0 0 0,0-1 1 0 0,0 1-1 0 0,0-1 1 0 0,0 1-1 0 0,0 0 1 0 0,0-1-1 0 0,-1 1 1 0 0,1 0-1 0 0,0 0 1 0 0,-1 0-1 0 0,1 0 1 0 0,-1 0-1 0 0,1 1 1 0 0,-1-1-1 0 0,0 0 1 0 0,1 1-1 0 0,-1-1 0 0 0,0 1 1 0 0,1-1-1 0 0,-1 1 1 0 0,0 0-1 0 0,-2 0 1 0 0,2 0 9 0 0,0 1 0 0 0,0 0 0 0 0,1-1 0 0 0,-1 1-1 0 0,0 0 1 0 0,1 0 0 0 0,-1 0 0 0 0,1 0 0 0 0,-1 1 0 0 0,1-1 0 0 0,-1 0 0 0 0,1 1 0 0 0,0-1 0 0 0,0 1 0 0 0,0-1 0 0 0,0 1 0 0 0,0-1-1 0 0,0 1 1 0 0,0 0 0 0 0,0 0 0 0 0,0-1 0 0 0,0 5 0 0 0,-6 16 100 0 0,1 1 1 0 0,1 0-1 0 0,-3 35 1 0 0,2 74 346 0 0,4-63-225 0 0,0 107 298 0 0,4-144-376 0 0,1-1 0 0 0,2 1 1 0 0,13 46-1 0 0,-18-77-148 0 0,0 0 0 0 0,0 0 0 0 0,1 0 0 0 0,-1 0 0 0 0,0 0 0 0 0,0 0 0 0 0,1-1 0 0 0,-1 1 0 0 0,1 0 0 0 0,-1 0 0 0 0,1 0 0 0 0,-1 0 0 0 0,1-1 0 0 0,0 1 0 0 0,-1 0 0 0 0,2 0 0 0 0,-2-1-2 0 0,1 0 0 0 0,-1 0-1 0 0,1 0 1 0 0,-1-1 0 0 0,0 1 0 0 0,0 0-1 0 0,1-1 1 0 0,-1 1 0 0 0,0 0 0 0 0,1-1-1 0 0,-1 1 1 0 0,0 0 0 0 0,0-1-1 0 0,0 1 1 0 0,1-1 0 0 0,-1 1 0 0 0,0 0-1 0 0,0-1 1 0 0,0 1 0 0 0,0-1-1 0 0,0 1 1 0 0,0-1 0 0 0,0 0 0 0 0,4-36 90 0 0,-5 14-200 0 0,-1-1 0 0 0,-1 1 0 0 0,-10-37-1 0 0,-26-68-420 0 0,31 102 458 0 0,-2 0-90 0 0,-2-1-1 0 0,0 2 1 0 0,-26-39-1 0 0,37 62 150 0 0,0 0 0 0 0,0 0 0 0 0,0 0 0 0 0,-1 0 0 0 0,1 1 0 0 0,-1-1 0 0 0,1 1 0 0 0,-1-1 0 0 0,1 1 0 0 0,-1-1 0 0 0,0 1 0 0 0,0 0 0 0 0,0 0 0 0 0,0 0 0 0 0,0 0 0 0 0,-4-1 0 0 0,5 2 16 0 0,0 0-1 0 0,0 0 0 0 0,0 0 0 0 0,0 1 0 0 0,0-1 0 0 0,0 0 1 0 0,0 0-1 0 0,0 1 0 0 0,1-1 0 0 0,-1 1 0 0 0,0-1 0 0 0,0 1 1 0 0,0-1-1 0 0,0 1 0 0 0,0 0 0 0 0,1-1 0 0 0,-1 1 0 0 0,0 0 1 0 0,1 0-1 0 0,-1 0 0 0 0,0-1 0 0 0,1 1 0 0 0,-1 0 0 0 0,1 0 1 0 0,-1 0-1 0 0,1 0 0 0 0,0 0 0 0 0,-1 0 0 0 0,1 0 0 0 0,0 0 1 0 0,0 0-1 0 0,0 0 0 0 0,0 0 0 0 0,0 2 0 0 0,-9 51 316 0 0,-2 94 0 0 0,7-58-29 0 0,-2-21-80 0 0,0-17-13 0 0,3 0 0 0 0,5 67 0 0 0,4-83-81 0 0,-6-34-109 0 0,0-1 0 0 0,1 1 1 0 0,-1 0-1 0 0,0-1 1 0 0,1 1-1 0 0,0 0 0 0 0,-1-1 1 0 0,1 1-1 0 0,0-1 1 0 0,0 1-1 0 0,0-1 0 0 0,0 1 1 0 0,0-1-1 0 0,0 0 1 0 0,1 1-1 0 0,-1-1 0 0 0,2 1 1 0 0,-2-1-4 0 0,0-1 0 0 0,-1 0 1 0 0,1 0-1 0 0,-1 0 0 0 0,1 0 0 0 0,0-1 1 0 0,-1 1-1 0 0,1 0 0 0 0,0 0 0 0 0,-1 0 0 0 0,1 0 1 0 0,-1-1-1 0 0,1 1 0 0 0,0 0 0 0 0,-1-1 1 0 0,1 1-1 0 0,-1 0 0 0 0,1-1 0 0 0,-1 1 1 0 0,1 0-1 0 0,-1-1 0 0 0,0 1 0 0 0,1-1 0 0 0,-1 1 1 0 0,1-1-1 0 0,-1 1 0 0 0,0-1 0 0 0,1 0 1 0 0,-1 1-1 0 0,0-1 0 0 0,0 1 0 0 0,0-1 1 0 0,1 0-1 0 0,-1 0 0 0 0,8-26 34 0 0,-7 23-27 0 0,3-18-120 0 0,-1 1 0 0 0,-1-1-1 0 0,-1 0 1 0 0,-1-1 0 0 0,-1 1 0 0 0,-5-34 0 0 0,-4-1-260 0 0,-23-70 1 0 0,23 101 190 0 0,0 0 0 0 0,-18-31 0 0 0,4 9 28 0 0,19 38 80 0 0,0 1 0 0 0,-1-1 0 0 0,0 1 1 0 0,0 0-1 0 0,-1 0 0 0 0,-9-9 0 0 0,15 20 79 0 0,1 0 0 0 0,-1 0-1 0 0,1 1 1 0 0,0-1 0 0 0,0 0-1 0 0,0 0 1 0 0,0 0 0 0 0,0 0 0 0 0,1 0-1 0 0,0 3 1 0 0,10 69 169 0 0,-1-10 202 0 0,23 84 0 0 0,-32-145-366 0 0,0 0 0 0 0,0-1 0 0 0,0 1 0 0 0,0 0 1 0 0,1-1-1 0 0,-1 1 0 0 0,1-1 0 0 0,-1 0 1 0 0,1 1-1 0 0,0-1 0 0 0,0 0 0 0 0,2 2 1 0 0,-3-3-12 0 0,0-1 0 0 0,-1 0 0 0 0,1 1 0 0 0,-1-1 0 0 0,1 0 0 0 0,-1 0 0 0 0,1 1 0 0 0,0-1 0 0 0,-1 0 0 0 0,1 0 0 0 0,-1 0 0 0 0,1 0 0 0 0,0 0 0 0 0,-1 0 0 0 0,1 0 0 0 0,-1 0 0 0 0,1 0 1 0 0,0 0-1 0 0,-1 0 0 0 0,1 0 0 0 0,0-1 0 0 0,0 1 0 0 0,0-1 2 0 0,1 0 0 0 0,-1 0 1 0 0,0 0-1 0 0,1 0 0 0 0,-1 0 1 0 0,0-1-1 0 0,0 1 0 0 0,0 0 1 0 0,0-1-1 0 0,0 1 0 0 0,0 0 1 0 0,0-3-1 0 0,5-9-25 0 0,-1 1 1 0 0,-1-1 0 0 0,0 0-1 0 0,-1 0 1 0 0,0 0-1 0 0,-1-1 1 0 0,0-13-1 0 0,-2-98-464 0 0,-1 102 424 0 0,0-23-96 0 0,-6-270-937 0 0,7 314 1082 0 0,0-1-1 0 0,0 1 1 0 0,0-1 0 0 0,1 0 0 0 0,-1 1 0 0 0,0-1-1 0 0,1 1 1 0 0,0-1 0 0 0,0 1 0 0 0,0-1-1 0 0,0 1 1 0 0,1-3 0 0 0,-1 4 7 0 0,-1 1 0 0 0,0 0-1 0 0,1-1 1 0 0,-1 1 0 0 0,1 0 0 0 0,-1-1-1 0 0,0 1 1 0 0,1 0 0 0 0,-1-1 0 0 0,1 1-1 0 0,-1 0 1 0 0,1 0 0 0 0,-1 0 0 0 0,1 0-1 0 0,-1 0 1 0 0,1-1 0 0 0,-1 1 0 0 0,1 0-1 0 0,-1 0 1 0 0,1 0 0 0 0,-1 0 0 0 0,1 0 0 0 0,0 1-1 0 0,1-1 5 0 0,-1 1 0 0 0,1-1 0 0 0,-1 1-1 0 0,1 0 1 0 0,0 0 0 0 0,-1 0 0 0 0,0-1 0 0 0,1 2 0 0 0,-1-1-1 0 0,2 1 1 0 0,11 13 120 0 0,0 0 0 0 0,12 17 1 0 0,19 22 226 0 0,-36-45-323 0 0,3 3 87 0 0,-1-1 0 0 0,21 14-1 0 0,-28-22-88 0 0,1 0 0 0 0,-1 0 0 0 0,1-1 0 0 0,0 0 0 0 0,-1 0 0 0 0,1 0 0 0 0,0-1 0 0 0,0 0 0 0 0,0 0 0 0 0,1 0 0 0 0,9 0 0 0 0,-14 0-18 0 0,0-1 0 0 0,0 0 0 0 0,1 1 0 0 0,-1-1 0 0 0,0 1 0 0 0,0-1 0 0 0,0 1 1 0 0,0-1-1 0 0,0 1 0 0 0,0 0 0 0 0,0 0 0 0 0,0-1 0 0 0,0 1 0 0 0,0 0 0 0 0,-1 0 0 0 0,1 0 0 0 0,0 0 0 0 0,0 0 0 0 0,-1 0 0 0 0,1 0 0 0 0,-1 0 0 0 0,1 0 0 0 0,-1 1 0 0 0,1-1 0 0 0,-1 0 0 0 0,0 0 0 0 0,0 0 0 0 0,0 1 0 0 0,1-1 0 0 0,-1 0 0 0 0,0 3 0 0 0,-1 40 148 0 0,-3-7 24 0 0,-4 25 183 0 0,3-1 0 0 0,5 121 0 0 0,8-117 67 0 0,30 127 0 0 0,-26-153-240 0 0,1-1 0 0 0,2 0 1 0 0,1-1-1 0 0,31 49 1 0 0,-36-68-114 0 0,0 1 67 0 0,1-2-1 0 0,14 19 1 0 0,-26-36-142 0 0,0 0 1 0 0,1 1 0 0 0,-1-1-1 0 0,0 0 1 0 0,0 1 0 0 0,0-1-1 0 0,1 0 1 0 0,-1 0 0 0 0,0 1 0 0 0,0-1-1 0 0,1 0 1 0 0,-1 0 0 0 0,0 0-1 0 0,0 1 1 0 0,1-1 0 0 0,-1 0-1 0 0,0 0 1 0 0,1 0 0 0 0,-1 0-1 0 0,0 1 1 0 0,1-1 0 0 0,-1 0-1 0 0,0 0 1 0 0,1 0 0 0 0,-1 0-1 0 0,0 0 1 0 0,1 0 0 0 0,-1 0-1 0 0,0 0 1 0 0,1 0 0 0 0,-1 0 0 0 0,1 0-1 0 0,-1 0 1 0 0,1-1 0 0 0,3-11 100 0 0,-5-15 67 0 0,0 24-165 0 0,1 0-1 0 0,-1 0 1 0 0,0 0 0 0 0,0 0 0 0 0,0 0 0 0 0,-1 0 0 0 0,1 0 0 0 0,-1 0 0 0 0,0 1 0 0 0,1-1-1 0 0,-1 1 1 0 0,-1-1 0 0 0,1 1 0 0 0,0-1 0 0 0,-4-1 0 0 0,5 3-2 0 0,0 0 0 0 0,0 0 0 0 0,-1 0 1 0 0,1 0-1 0 0,-1 0 0 0 0,1 0 0 0 0,-1 1 0 0 0,1-1 1 0 0,-1 0-1 0 0,0 1 0 0 0,1 0 0 0 0,-1-1 0 0 0,0 1 0 0 0,1 0 1 0 0,-1 0-1 0 0,0 0 0 0 0,1 0 0 0 0,-1 0 0 0 0,0 0 0 0 0,1 0 1 0 0,-1 1-1 0 0,0-1 0 0 0,1 1 0 0 0,-1-1 0 0 0,1 1 1 0 0,-1 0-1 0 0,1-1 0 0 0,-1 1 0 0 0,1 0 0 0 0,-2 1 0 0 0,-3 3 12 0 0,1 0-1 0 0,0 1 1 0 0,0-1-1 0 0,0 1 1 0 0,1 0 0 0 0,-1 0-1 0 0,-3 9 1 0 0,-22 51 134 0 0,22-49-122 0 0,-124 325 539 0 0,106-272-458 0 0,20-53-69 0 0,-5 10 26 0 0,1 1 0 0 0,2 0 0 0 0,-6 33 1 0 0,15-53-50 0 0,4-14 18 0 0,4-14 22 0 0,30-119-1074 0 0,24-152 1 0 0,-54 241 735 0 0,-2 13 29 0 0,-1 0 0 0 0,1-44-1 0 0,-10 66 184 0 0,3 15 70 0 0,0 0 0 0 0,0 0 0 0 0,0 0-1 0 0,-1 0 1 0 0,1 0 0 0 0,0 0-1 0 0,0 0 1 0 0,0 0 0 0 0,0 0-1 0 0,0 0 1 0 0,-1 0 0 0 0,1 0-1 0 0,0 0 1 0 0,0 0 0 0 0,0 0-1 0 0,0 0 1 0 0,-1 0 0 0 0,1 0-1 0 0,0 0 1 0 0,0 0 0 0 0,0 0-1 0 0,0 0 1 0 0,0 0 0 0 0,-1 0-1 0 0,1 0 1 0 0,0 0 0 0 0,0 0-1 0 0,0 0 1 0 0,0 1 0 0 0,0-1-1 0 0,0 0 1 0 0,-1 0 0 0 0,1 0-1 0 0,0 0 1 0 0,0 0 0 0 0,0 0-1 0 0,0 1 1 0 0,0-1 0 0 0,0 0 0 0 0,0 0-1 0 0,0 0 1 0 0,-12 26-94 0 0,-55 225 703 0 0,7-23-83 0 0,-151 348 841 0 0,303-832-2277 0 0,-86 241 801 0 0,-2 7 63 0 0,-1-1 1 0 0,0 1-1 0 0,0-1 0 0 0,-1 0 1 0 0,0 0-1 0 0,1-9 0 0 0,-3 18 48 0 0,0 0 0 0 0,0-1-1 0 0,0 1 1 0 0,0-1-1 0 0,0 1 1 0 0,0-1 0 0 0,0 1-1 0 0,0 0 1 0 0,0-1-1 0 0,0 1 1 0 0,0-1 0 0 0,0 1-1 0 0,0 0 1 0 0,0-1-1 0 0,0 1 1 0 0,0-1-1 0 0,0 1 1 0 0,0 0 0 0 0,0-1-1 0 0,-1 1 1 0 0,1-1-1 0 0,0 1 1 0 0,0 0 0 0 0,0-1-1 0 0,-1 1 1 0 0,1 0-1 0 0,0-1 1 0 0,0 1 0 0 0,-1 0-1 0 0,1 0 1 0 0,0-1-1 0 0,-1 1 1 0 0,1 0 0 0 0,0 0-1 0 0,-1 0 1 0 0,1-1-1 0 0,-1 1 1 0 0,1 0 0 0 0,0 0-1 0 0,-1 0 1 0 0,1 0-1 0 0,-1 0 1 0 0,1 0 0 0 0,0 0-1 0 0,-1 0 1 0 0,1 0-1 0 0,-1 0 1 0 0,1 0 0 0 0,-1 0-1 0 0,1 0 1 0 0,0 0-1 0 0,-1 0 1 0 0,1 0 0 0 0,-1 0-1 0 0,1 0 1 0 0,0 1-1 0 0,-1-1 1 0 0,1 0 0 0 0,0 0-1 0 0,-1 0 1 0 0,1 1-1 0 0,0-1 1 0 0,-1 1 0 0 0,-22 20-63 0 0,-18 31 254 0 0,2 3-1 0 0,-44 83 0 0 0,38-61-31 0 0,23-40-75 0 0,-68 121 290 0 0,89-156-372 0 0,-2 4 15 0 0,0 0 1 0 0,0 0-1 0 0,0 1 0 0 0,1 0 0 0 0,0-1 0 0 0,-2 14 0 0 0,3-20-15 0 0,1 0-1 0 0,0 0 1 0 0,0 0-1 0 0,0 1 1 0 0,0-1-1 0 0,0 0 0 0 0,0 0 1 0 0,0 0-1 0 0,0 0 1 0 0,0 0-1 0 0,1 1 1 0 0,-1-1-1 0 0,0 0 1 0 0,0 0-1 0 0,0 0 1 0 0,0 0-1 0 0,0 0 1 0 0,0 1-1 0 0,0-1 1 0 0,0 0-1 0 0,0 0 1 0 0,0 0-1 0 0,0 0 1 0 0,0 0-1 0 0,1 0 1 0 0,-1 0-1 0 0,0 1 1 0 0,0-1-1 0 0,0 0 1 0 0,0 0-1 0 0,0 0 1 0 0,0 0-1 0 0,1 0 1 0 0,-1 0-1 0 0,0 0 1 0 0,0 0-1 0 0,0 0 1 0 0,0 0-1 0 0,1 0 1 0 0,-1 0-1 0 0,0 0 1 0 0,0 0-1 0 0,0 0 1 0 0,0 0-1 0 0,0 0 1 0 0,1 0-1 0 0,9-5 36 0 0,11-13 22 0 0,-19 16-55 0 0,41-44-58 0 0,-53 60 124 0 0,0 1 0 0 0,-13 24-1 0 0,14-24-29 0 0,-48 80 249 0 0,-99 125 0 0 0,152-214-276 0 0,-15 17 50 0 0,16-21-32 0 0,11-15-9 0 0,161-223-1375 0 0,-139 196 1130 0 0,-17 15 66 0 0,-14 19 157 0 0,-11 14-34 0 0,-34 38 141 0 0,-72 93 0 0 0,35-38 151 0 0,39-49-138 0 0,12-13 40 0 0,-47 43 0 0 0,124-127-74 0 0,-20 18-19 0 0,31-25 1 0 0,-15 20-434 0 0,45-47-1 0 0,-80 69 235 0 0,-14 12 138 0 0,-15 10 76 0 0,-296 219 608 0 0,210-175-503 0 0,102-54-148 0 0,9-7-10 0 0,9-9 0 0 0,63-56 204 0 0,19-19 49 0 0,-89 81-218 0 0,-10 9-36 0 0,-12 8-11 0 0,-138 81 335 0 0,151-88-260 0 0,12-7-43 0 0,17-8-29 0 0,-18 11 18 0 0,-5 1-35 0 0,0 0 0 0 0,0 0 0 0 0,0 1 0 0 0,0-1 0 0 0,0 1 0 0 0,1-1 0 0 0,-1 1 0 0 0,0 0 0 0 0,0-1 0 0 0,1 1 0 0 0,-1 0 0 0 0,0 0 0 0 0,0 0 0 0 0,1 0 0 0 0,-1 0 0 0 0,0 0 0 0 0,1 0 0 0 0,-1 0 0 0 0,0 0 0 0 0,3 1 0 0 0,-24 22 61 0 0,9-15-3 0 0,9-7-58 0 0,1 0 0 0 0,-1 0 0 0 0,0 0 0 0 0,1 0 0 0 0,-1 1 0 0 0,1-1 0 0 0,0 0 0 0 0,-1 1-1 0 0,1-1 1 0 0,0 1 0 0 0,0-1 0 0 0,0 1 0 0 0,-1 1 0 0 0,1-2 2 0 0,1 0-1 0 0,0 0 1 0 0,0-1 0 0 0,-1 1 0 0 0,1 0-1 0 0,0 0 1 0 0,-1-1 0 0 0,1 1 0 0 0,-1 0-1 0 0,1-1 1 0 0,-1 1 0 0 0,1-1 0 0 0,-1 1-1 0 0,1-1 1 0 0,-1 1 0 0 0,1-1 0 0 0,-1 1-1 0 0,0-1 1 0 0,0 1 0 0 0,-9 7 15 0 0,-25 23 76 0 0,31-27-90 0 0,3-3-3 0 0,0 0-1 0 0,1-1 1 0 0,-1 1 0 0 0,0 0 0 0 0,0-1 0 0 0,0 1 0 0 0,1-1 0 0 0,-1 1 0 0 0,0-1 0 0 0,0 1 0 0 0,0-1 0 0 0,0 1 0 0 0,0-1 0 0 0,0 0 0 0 0,0 0 0 0 0,0 1 0 0 0,0-1 0 0 0,0 0 0 0 0,0 0-1 0 0,0 0 1 0 0,-1 0 0 0 0,-6 1 17 0 0,0 0 0 0 0,1 1 0 0 0,-1 1 0 0 0,1-1 0 0 0,0 1 0 0 0,0 0 0 0 0,0 1 0 0 0,0 0 0 0 0,1 0 0 0 0,-10 7 0 0 0,-5 2 9 0 0,1 1 64 0 0,1 0-1 0 0,-33 31 1 0 0,31-26-63 0 0,7-5-11 0 0,6-7 8 0 0,1 0 0 0 0,-1 0-1 0 0,-1-1 1 0 0,1 1 0 0 0,-12 4 0 0 0,-6 0 18 0 0,20-9-30 0 0,0 1 0 0 0,1-1 0 0 0,0 1 1 0 0,-1 0-1 0 0,1 0 0 0 0,0 0 0 0 0,-5 6 1 0 0,-6 3 49 0 0,0-1 0 0 0,0 0 0 0 0,-23 11 0 0 0,0-1 3 0 0,-44 28 170 0 0,76-44-222 0 0,1-2 1 0 0,-1 1 0 0 0,0-1 0 0 0,0 0-1 0 0,-1 0 1 0 0,1 0 0 0 0,-1-1 0 0 0,1-1 0 0 0,-1 1-1 0 0,1-1 1 0 0,-13 0 0 0 0,12 0 2 0 0,0 1 0 0 0,0 0 0 0 0,0 0 0 0 0,0 0 0 0 0,1 1 0 0 0,-1 1 0 0 0,1-1 0 0 0,0 1 0 0 0,-12 8 0 0 0,-20 10 58 0 0,20-14-15 0 0,1 0-1 0 0,-27 6 1 0 0,40-13-60 0 0,0-1 0 0 0,0 0 0 0 0,0 0 0 0 0,1 0 0 0 0,-1 0 0 0 0,0-1 0 0 0,0 0 0 0 0,0 0 0 0 0,1 0 0 0 0,-1-1 0 0 0,0 0 0 0 0,1 0 0 0 0,-7-3 0 0 0,-1-2 0 0 0,1 0 0 0 0,0 0-1 0 0,-18-17 1 0 0,22 18-42 0 0,1-1 1 0 0,1 0-1 0 0,-1 0 0 0 0,1 0 1 0 0,0-1-1 0 0,1 0 0 0 0,0 0 1 0 0,0 0-1 0 0,-4-14 0 0 0,2 3-71 0 0,1-1-1 0 0,1 0 0 0 0,-2-23 1 0 0,-6-108-955 0 0,9 50 514 0 0,15-81-580 0 0,-2 62 374 0 0,-3 57 417 0 0,8-42-367 0 0,-12 78 407 0 0,12-38 1 0 0,-8 38-16 0 0,5-34 0 0 0,-8 35 93 0 0,2 0-1 0 0,0 0 0 0 0,12-26 0 0 0,-1 0-185 0 0,6-1 27 0 0,1-14-431 0 0,3 0-1 0 0,66-118 1 0 0,-47 90 553 0 0,-28 55 127 0 0,27-42 0 0 0,71-101-166 0 0,60-46 494 0 0,-148 195-347 0 0,43-41 87 0 0,-13 14 502 0 0,-31 34-272 0 0,42-33 0 0 0,-19 16-379 0 0,183-142 1312 0 0,-157 128-638 0 0,-51 40-369 0 0,-16 13-19 0 0,-1-2 1 0 0,1 1-1 0 0,10-12 0 0 0,-14 14-22 0 0,0-1 1 0 0,0 1-1 0 0,1 0 0 0 0,-1 0 1 0 0,1 1-1 0 0,9-4 0 0 0,-7 3 6 0 0,-1 0-1 0 0,0 0 0 0 0,13-10 1 0 0,10-13 47 0 0,2 1 1 0 0,0 2-1 0 0,1 1 0 0 0,2 2 1 0 0,0 1-1 0 0,48-19 0 0 0,78-36 626 0 0,-5-12-92 0 0,-309 172 0 0 0,2 15-36 0 0,-11 6-13 0 0,67-48-249 0 0,-43 43 315 0 0,62-35-359 0 0,-25 20 138 0 0,-127 76 507 0 0,163-117-492 0 0,-74 67-1 0 0,28-18-46 0 0,-66 64 351 0 0,157-136-751 0 0,2 0 0 0 0,-22 34 0 0 0,-38 55 0 0 0,-21 35 0 0 0,76-112 0 0 0,13-19 0 0 0,1 0 0 0 0,-9 18 0 0 0,10-12 0 0 0,22-48-214 0 0,13-45 1 0 0,8-17-218 0 0,3 14-468 0 0,2 1 0 0 0,94-129 0 0 0,-105 166 660 0 0,181-223-1890 0 0,-50 89 664 0 0,-118 131 843 0 0,94-69 0 0 0,141-68 856 0 0,-217 141-239 0 0,5-6-190 0 0,-22 14 347 0 0,0 2-1 0 0,2 1 1 0 0,68-26-1 0 0,-104 48-119 0 0,1 1-1 0 0,0 0 1 0 0,0 0-1 0 0,-1 1 0 0 0,1 0 1 0 0,0 1-1 0 0,0 0 1 0 0,13 2-1 0 0,-19-1-18 0 0,0-1 0 0 0,0 1 0 0 0,0-1 0 0 0,-1 1 0 0 0,1 0 0 0 0,0 1 0 0 0,-1-1 0 0 0,1 0 0 0 0,-1 1 0 0 0,1 0 0 0 0,-1 0 0 0 0,0 0 0 0 0,0 0 0 0 0,0 1 0 0 0,0-1 0 0 0,0 1 0 0 0,0 0 0 0 0,-1 0 0 0 0,1 0 0 0 0,-1 0 0 0 0,0 0 0 0 0,0 0 0 0 0,0 0 0 0 0,1 5 0 0 0,-2-1 13 0 0,0 1 0 0 0,0 0-1 0 0,-1 0 1 0 0,0 0 0 0 0,-1 0-1 0 0,0 0 1 0 0,0 0 0 0 0,0-1-1 0 0,-1 1 1 0 0,-1 0 0 0 0,-3 9-1 0 0,-7 30 174 0 0,10-29-136 0 0,-4 22 113 0 0,1-1 0 0 0,1 1 0 0 0,3 74 0 0 0,5-89-82 0 0,6 29 0 0 0,-9-53-92 0 0,0-1-1 0 0,0 1 1 0 0,0-1-1 0 0,1 1 1 0 0,-1-1-1 0 0,0 1 0 0 0,0-1 1 0 0,0 0-1 0 0,0 1 1 0 0,0-1-1 0 0,0 1 1 0 0,1-1-1 0 0,-1 1 1 0 0,0-1-1 0 0,0 0 0 0 0,1 1 1 0 0,-1-1-1 0 0,0 0 1 0 0,1 1-1 0 0,-1-1 1 0 0,0 0-1 0 0,1 1 0 0 0,-1-1 1 0 0,0 0-1 0 0,1 0 1 0 0,-1 1-1 0 0,1-1 1 0 0,-1 0-1 0 0,1 0 1 0 0,-1 0-1 0 0,1 1 0 0 0,12-10 105 0 0,5-19 90 0 0,80-178-1056 0 0,-42 79 124 0 0,-53 121 711 0 0,0 0 0 0 0,0 1 0 0 0,0 0 0 0 0,1 0 0 0 0,0 0 0 0 0,4-5 0 0 0,-4 10-65 0 0,-2 7 93 0 0,-1 13 74 0 0,-1-16-85 0 0,2 60 231 0 0,2-1 0 0 0,18 81-1 0 0,40 124 516 0 0,-18-85-271 0 0,-37-152-380 0 0,-2-4 18 0 0,1-1 1 0 0,1 1-1 0 0,2-1 1 0 0,16 37-1 0 0,-24-62-102 0 0,-1 0-1 0 0,1 0 1 0 0,-1 0 0 0 0,1 0 0 0 0,-1 0 0 0 0,1 0-1 0 0,0 0 1 0 0,0 0 0 0 0,-1 0 0 0 0,1 0-1 0 0,0 0 1 0 0,0-1 0 0 0,0 1 0 0 0,0 0 0 0 0,0 0-1 0 0,0-1 1 0 0,0 1 0 0 0,0-1 0 0 0,0 1-1 0 0,0-1 1 0 0,2 1 0 0 0,-2-1 0 0 0,0 0 0 0 0,-1-1 0 0 0,1 1 1 0 0,0 0-1 0 0,0-1 0 0 0,0 1 0 0 0,-1-1 0 0 0,1 1 0 0 0,0-1 0 0 0,0 1 1 0 0,-1-1-1 0 0,1 1 0 0 0,0-1 0 0 0,-1 0 0 0 0,1 1 0 0 0,-1-1 0 0 0,1 0 0 0 0,-1 1 1 0 0,1-1-1 0 0,-1 0 0 0 0,1-1 0 0 0,3-7 31 0 0,0 0 1 0 0,-1-1-1 0 0,4-16 0 0 0,-7 24-26 0 0,79-303-1439 0 0,-77 295 1351 0 0,0 6 48 0 0,0-1 1 0 0,-1 0-1 0 0,0 0 0 0 0,0 1 1 0 0,-1-1-1 0 0,1 0 1 0 0,-1 0-1 0 0,0 0 0 0 0,0 0 1 0 0,-1-6-1 0 0,1 11 30 0 0,0 0 0 0 0,0 0-1 0 0,-1-1 1 0 0,1 1 0 0 0,0 0-1 0 0,0 0 1 0 0,0 0 0 0 0,0 0-1 0 0,0-1 1 0 0,0 1 0 0 0,-1 0 0 0 0,1 0-1 0 0,0 0 1 0 0,0 0 0 0 0,0 0-1 0 0,0 0 1 0 0,-1 0 0 0 0,1-1-1 0 0,0 1 1 0 0,0 0 0 0 0,0 0-1 0 0,-1 0 1 0 0,1 0 0 0 0,0 0 0 0 0,0 0-1 0 0,0 0 1 0 0,0 0 0 0 0,-1 0-1 0 0,1 0 1 0 0,0 0 0 0 0,0 0-1 0 0,0 0 1 0 0,-1 0 0 0 0,1 0 0 0 0,0 0-1 0 0,0 1 1 0 0,0-1 0 0 0,-1 0-1 0 0,1 0 1 0 0,0 0 0 0 0,0 0-1 0 0,0 0 1 0 0,0 0 0 0 0,-1 0-1 0 0,1 1 1 0 0,0-1 0 0 0,0 0 0 0 0,-9 9-5 0 0,8-7 22 0 0,-16 20 70 0 0,2 0 0 0 0,1 1 0 0 0,0 1-1 0 0,-18 48 1 0 0,9-23 52 0 0,-217 435 1034 0 0,-41-20 21 0 0,279-462-1184 0 0,-5 9 31 0 0,0-1-1 0 0,-1 0 0 0 0,0-1 1 0 0,0 0-1 0 0,-15 12 0 0 0,23-21-35 0 0,-1 1 0 0 0,1-1-1 0 0,-1 1 1 0 0,1-1 0 0 0,0 0-1 0 0,-1 1 1 0 0,1-1 0 0 0,-1 0-1 0 0,0 1 1 0 0,1-1 0 0 0,-1 0 0 0 0,1 0-1 0 0,-1 1 1 0 0,1-1 0 0 0,-1 0-1 0 0,0 0 1 0 0,1 0 0 0 0,-1 0-1 0 0,1 0 1 0 0,-1 0 0 0 0,0 0-1 0 0,1 0 1 0 0,-1 0 0 0 0,1 0 0 0 0,-1 0-1 0 0,0 0 1 0 0,1-1 0 0 0,-1 1-1 0 0,1 0 1 0 0,-1-1 0 0 0,0 0 1 0 0,0 0 1 0 0,0 0 0 0 0,1 0 0 0 0,-1 0 0 0 0,1 0-1 0 0,-1 0 1 0 0,1 0 0 0 0,0 0 0 0 0,-1 0 0 0 0,1 0-1 0 0,0-1 1 0 0,0 1 0 0 0,-1 0 0 0 0,1-2 0 0 0,4-47-79 0 0,-3 48 48 0 0,12-72-674 0 0,39-121 1 0 0,42-66-645 0 0,-73 209 1023 0 0,31-91-474 0 0,-49 125 709 0 0,-3 17 84 0 0,0 1-1 0 0,0 0 0 0 0,0 0 1 0 0,0 0-1 0 0,0 0 1 0 0,0 0-1 0 0,0 0 0 0 0,0 0 1 0 0,0-1-1 0 0,0 1 0 0 0,0 0 1 0 0,0 0-1 0 0,-1 0 0 0 0,1 0 1 0 0,0 0-1 0 0,0 0 1 0 0,0 0-1 0 0,0 0 0 0 0,0 0 1 0 0,0 0-1 0 0,0-1 0 0 0,0 1 1 0 0,0 0-1 0 0,0 0 0 0 0,-1 0 1 0 0,1 0-1 0 0,0 0 1 0 0,0 0-1 0 0,0 0 0 0 0,0 0 1 0 0,0 0-1 0 0,0 0 0 0 0,0 0 1 0 0,-1 0-1 0 0,1 0 0 0 0,0 0 1 0 0,0 0-1 0 0,0 0 1 0 0,0 0-1 0 0,0 0 0 0 0,0 0 1 0 0,0 0-1 0 0,-1 0 0 0 0,1 0 1 0 0,0 0-1 0 0,0 0 0 0 0,0 0 1 0 0,0 0-1 0 0,0 1 1 0 0,0-1-1 0 0,0 0 0 0 0,0 0 1 0 0,0 0-1 0 0,0 0 0 0 0,-1 0 1 0 0,1 0-1 0 0,0 0 0 0 0,0 0 1 0 0,-20 26-3 0 0,-101 176 640 0 0,74-117-408 0 0,-439 676 2044 0 0,439-702-2060 0 0,28-36-87 0 0,0 0 1 0 0,-18 33-1 0 0,105-132-91 0 0,-33 34-304 0 0,80-91-594 0 0,-93 110 637 0 0,2 1 1 0 0,0 0-1 0 0,38-24 1 0 0,-56 42 236 0 0,0 1 0 0 0,0 0 0 0 0,0 0 1 0 0,10-3-1 0 0,-16 6-8 0 0,1-1 0 0 0,0 1 0 0 0,0 0-1 0 0,-1-1 1 0 0,1 1 0 0 0,0 0 0 0 0,0 0 0 0 0,0 0 0 0 0,-1-1 0 0 0,1 1 0 0 0,0 0 0 0 0,0 0 0 0 0,0 0 0 0 0,0 1-1 0 0,-1-1 1 0 0,1 0 0 0 0,0 0 0 0 0,0 0 0 0 0,0 0 0 0 0,-1 1 0 0 0,1-1 0 0 0,0 0 0 0 0,0 1 0 0 0,-1-1 0 0 0,1 1-1 0 0,0-1 1 0 0,-1 1 0 0 0,1-1 0 0 0,0 1 0 0 0,-1-1 0 0 0,1 1 0 0 0,-1 0 0 0 0,1-1 0 0 0,-1 1 0 0 0,1 0 0 0 0,-1-1-1 0 0,0 1 1 0 0,1 0 0 0 0,-1 0 0 0 0,0 0 0 0 0,1-1 0 0 0,-1 1 0 0 0,0 0 0 0 0,0 0 0 0 0,0 0 0 0 0,0-1 0 0 0,0 1-1 0 0,0 0 1 0 0,0 1 0 0 0,-1 9 31 0 0,0-1 0 0 0,0 0-1 0 0,-1 1 1 0 0,-1-1-1 0 0,0 0 1 0 0,-7 17 0 0 0,-32 59 134 0 0,29-61-111 0 0,-19 36 147 0 0,-2-1 0 0 0,-45 59 0 0 0,70-109-182 0 0,32-56 131 0 0,133-165-1351 0 0,-98 137 746 0 0,198-241-1311 0 0,-187 234 1256 0 0,90-103-647 0 0,-139 166 1124 0 0,-43 42 83 0 0,2 1-1 0 0,-31 47 0 0 0,17-23 131 0 0,14-21-64 0 0,-442 565 2389 0 0,326-428-1800 0 0,-70 76 322 0 0,141-173-670 0 0,57-59-304 0 0,-2-1 0 0 0,1 0 0 0 0,-1 0 0 0 0,0-1 0 0 0,-13 6 0 0 0,-3-2 13 0 0,19-8-15 0 0,0 0 0 0 0,1 0-1 0 0,-1 1 1 0 0,1 0 0 0 0,-1 0 0 0 0,1 1 0 0 0,1 0-1 0 0,-1 0 1 0 0,-9 11 0 0 0,-2 4 152 0 0,-35 31-1 0 0,47-46-175 0 0,0 0 1 0 0,0 0-1 0 0,0-1 0 0 0,-1 0 1 0 0,1-1-1 0 0,-1 1 0 0 0,0-1 0 0 0,0 0 1 0 0,0-1-1 0 0,-1 0 0 0 0,-7 2 0 0 0,11-4-8 0 0,1 0 0 0 0,0 0-1 0 0,0 0 1 0 0,-1 0 0 0 0,1-1-1 0 0,0 1 1 0 0,0-1 0 0 0,0 0-1 0 0,0 0 1 0 0,0 0 0 0 0,0 0-1 0 0,0 0 1 0 0,0-1 0 0 0,0 1-1 0 0,0-1 1 0 0,-3-2 0 0 0,2 0-21 0 0,0 0 1 0 0,0 0-1 0 0,1 0 1 0 0,-1-1 0 0 0,1 1-1 0 0,0-1 1 0 0,0 0 0 0 0,-4-8-1 0 0,0-5-132 0 0,1-1 0 0 0,1 1 0 0 0,0-1 0 0 0,-2-26 0 0 0,-11-45-348 0 0,11 61 273 0 0,2-1-1 0 0,0 1 1 0 0,0-35-1 0 0,7-6-434 0 0,16-113 0 0 0,-15 153 353 0 0,-3 30 287 0 0,0 0 0 0 0,0 0 0 0 0,0 0 0 0 0,0 0 0 0 0,1 0 0 0 0,-1 0 0 0 0,0 0-1 0 0,0 0 1 0 0,0-1 0 0 0,0 1 0 0 0,0 0 0 0 0,0 0 0 0 0,0 0 0 0 0,0 0 0 0 0,0 0 0 0 0,0 0 0 0 0,0 0 0 0 0,0 0 0 0 0,0 0 0 0 0,0 0-1 0 0,0-1 1 0 0,0 1 0 0 0,0 0 0 0 0,0 0 0 0 0,0 0 0 0 0,0 0 0 0 0,0 0 0 0 0,0 0 0 0 0,0 0 0 0 0,0 0 0 0 0,0 0 0 0 0,-1 0-1 0 0,1-1 1 0 0,0 1 0 0 0,0 0 0 0 0,0 0 0 0 0,0 0 0 0 0,0 0 0 0 0,0 0 0 0 0,0 0 0 0 0,0 0 0 0 0,0 0 0 0 0,0 0 0 0 0,0 0 0 0 0,0 0-1 0 0,0 0 1 0 0,-1 0 0 0 0,1 0 0 0 0,0 0 0 0 0,0 0 0 0 0,0 0 0 0 0,0 0 0 0 0,0 0 0 0 0,0 0 0 0 0,0 0 0 0 0,0 0 0 0 0,0 0 0 0 0,-1 0-1 0 0,1 0 1 0 0,0 0 0 0 0,0 0 0 0 0,0 0 0 0 0,0 0 0 0 0,0 0 0 0 0,0 0 0 0 0,-8 15-55 0 0,-87 274 725 0 0,68-196-461 0 0,-47 125 340 0 0,89-344-683 0 0,12-36-662 0 0,45-238-1037 0 0,-43 264 1275 0 0,37-151-776 0 0,-46 215 661 0 0,57-132-1 0 0,-75 199 650 0 0,29-54-287 0 0,-28 54 283 0 0,0 0 0 0 0,0 0 1 0 0,1 1-1 0 0,0 0 0 0 0,-1 0 1 0 0,1 0-1 0 0,1 0 1 0 0,-1 0-1 0 0,7-4 0 0 0,-9 8 34 0 0,-1 0 0 0 0,1-1 0 0 0,-1 1 0 0 0,1 0 0 0 0,-1 0-1 0 0,0 0 1 0 0,1 0 0 0 0,-1 0 0 0 0,1 1 0 0 0,-1-1 0 0 0,0 0 0 0 0,1 1 0 0 0,-1-1-1 0 0,0 1 1 0 0,1-1 0 0 0,-1 1 0 0 0,0 0 0 0 0,1-1 0 0 0,-1 1 0 0 0,0 0 0 0 0,0 0-1 0 0,0 0 1 0 0,0 0 0 0 0,0 0 0 0 0,0 0 0 0 0,0 0 0 0 0,0 0 0 0 0,0 0 0 0 0,0 3-1 0 0,4 2 31 0 0,-1 0-1 0 0,0 0 0 0 0,-1 0 0 0 0,5 11 0 0 0,-5-7 22 0 0,0 0 1 0 0,-1 0-1 0 0,-1 1 0 0 0,0-1 1 0 0,0 0-1 0 0,-1 0 1 0 0,0 1-1 0 0,-1-1 0 0 0,0 0 1 0 0,-5 19-1 0 0,-3 8 221 0 0,-23 53-1 0 0,31-86-256 0 0,-60 143 647 0 0,46-116-466 0 0,-1-1 1 0 0,-31 44-1 0 0,41-64-110 0 0,-4 4-40 0 0,8-15-41 0 0,5-9 4 0 0,17-40-112 0 0,3 0 0 0 0,40-66 0 0 0,-32 62-65 0 0,77-134-871 0 0,134-175 1 0 0,-164 261 502 0 0,4 3 1 0 0,5 5-1 0 0,107-92 1 0 0,-192 184 527 0 0,10-9-66 0 0,1 0 0 0 0,1 0-1 0 0,0 1 1 0 0,0 1 0 0 0,1 0 0 0 0,24-10-1 0 0,-39 19 74 0 0,1-1-1 0 0,-1 1 0 0 0,1 0 0 0 0,-1 0 0 0 0,1 0 0 0 0,-1 0 0 0 0,1 0 0 0 0,-1 0 0 0 0,1-1 1 0 0,-1 1-1 0 0,1 0 0 0 0,-1 0 0 0 0,1 0 0 0 0,-1 1 0 0 0,1-1 0 0 0,-1 0 0 0 0,1 0 0 0 0,-1 0 1 0 0,1 0-1 0 0,-1 0 0 0 0,1 1 0 0 0,-1-1 0 0 0,0 0 0 0 0,1 0 0 0 0,-1 1 0 0 0,1-1 0 0 0,-1 0 1 0 0,1 1-1 0 0,-1-1 0 0 0,2 16 76 0 0,-14 16 68 0 0,-10 9 240 0 0,-2-1-1 0 0,-55 68 1 0 0,77-105-369 0 0,-95 122 1304 0 0,-163 162-1 0 0,206-236-892 0 0,71-82-262 0 0,51-77-146 0 0,-19 27-347 0 0,44-72-233 0 0,-90 148 530 0 0,-2 3 25 0 0,1 0 0 0 0,-1-1 1 0 0,1 1-1 0 0,-1 0 0 0 0,0-1 0 0 0,0 1 1 0 0,-1-1-1 0 0,1 1 0 0 0,0-1 0 0 0,-1 1 1 0 0,1-1-1 0 0,-1 0 0 0 0,0-2 1 0 0,0 5 2 0 0,0 0 0 0 0,0-1 1 0 0,0 1-1 0 0,0 0 1 0 0,0 0-1 0 0,-1-1 1 0 0,1 1-1 0 0,0 0 0 0 0,0 0 1 0 0,0-1-1 0 0,0 1 1 0 0,-1 0-1 0 0,1 0 1 0 0,0 0-1 0 0,0-1 0 0 0,0 1 1 0 0,-1 0-1 0 0,1 0 1 0 0,0 0-1 0 0,0 0 1 0 0,-1 0-1 0 0,1 0 0 0 0,0-1 1 0 0,0 1-1 0 0,-1 0 1 0 0,1 0-1 0 0,0 0 1 0 0,0 0-1 0 0,-1 0 1 0 0,1 0-1 0 0,0 0 0 0 0,0 0 1 0 0,-1 0-1 0 0,-12 4-68 0 0,-12 10 48 0 0,24-13 27 0 0,-37 28 218 0 0,2 1 0 0 0,1 3 0 0 0,-38 43 0 0 0,70-73-205 0 0,-79 87 733 0 0,-103 146 0 0 0,151-185-446 0 0,2 1 1 0 0,3 2-1 0 0,1 1 1 0 0,-36 109 0 0 0,59-148-240 0 0,-12 36 198 0 0,2 0 0 0 0,2 1 0 0 0,-8 84 0 0 0,21-131-227 0 0,0 1 1 0 0,0-1-1 0 0,1 1 1 0 0,-1-1 0 0 0,4 12-1 0 0,-3-17-31 0 0,-1 0-1 0 0,0 0 1 0 0,1 0 0 0 0,-1 0-1 0 0,0 0 1 0 0,1-1-1 0 0,-1 1 1 0 0,1 0 0 0 0,0 0-1 0 0,-1 0 1 0 0,1-1-1 0 0,0 1 1 0 0,-1 0 0 0 0,1 0-1 0 0,0-1 1 0 0,0 1-1 0 0,-1-1 1 0 0,3 2 0 0 0,-2-2-4 0 0,0 0 0 0 0,0 0 0 0 0,0 0 0 0 0,0 0 0 0 0,0 0 0 0 0,0-1 0 0 0,0 1 0 0 0,0 0 0 0 0,0 0 0 0 0,0-1 1 0 0,0 1-1 0 0,0 0 0 0 0,0-1 0 0 0,0 1 0 0 0,0-1 0 0 0,0 1 0 0 0,0-1 0 0 0,0 0 0 0 0,0 1 0 0 0,-1-1 0 0 0,2-1 0 0 0,16-18-34 0 0,-1 0 0 0 0,-1 0 0 0 0,-1-1 0 0 0,-1-1 0 0 0,17-37 0 0 0,-5 12-218 0 0,171-324-1618 0 0,-5 8 49 0 0,30 19 38 0 0,-194 307 1460 0 0,1 2 0 0 0,40-37 0 0 0,-56 60 343 0 0,0 1 0 0 0,1 0 0 0 0,0 1 0 0 0,0 1 0 0 0,1 0 0 0 0,1 1 0 0 0,-1 0 0 0 0,34-10 0 0 0,-44 17 8 0 0,1 0 1 0 0,0 0-1 0 0,0 0 1 0 0,0 1-1 0 0,0-1 1 0 0,0 1-1 0 0,0 1 1 0 0,9 1 0 0 0,-14-2-30 0 0,-1 1 1 0 0,1-1-1 0 0,-1 0 1 0 0,0 1-1 0 0,1-1 1 0 0,-1 0-1 0 0,0 1 1 0 0,1-1-1 0 0,-1 1 1 0 0,0-1 0 0 0,0 0-1 0 0,0 1 1 0 0,1-1-1 0 0,-1 1 1 0 0,0-1-1 0 0,0 1 1 0 0,0-1-1 0 0,0 1 1 0 0,0-1 0 0 0,0 1-1 0 0,0-1 1 0 0,0 1-1 0 0,0-1 1 0 0,0 1-1 0 0,0-1 1 0 0,0 1-1 0 0,0-1 1 0 0,0 1-1 0 0,0-1 1 0 0,-1 1 0 0 0,1-1-1 0 0,0 1 1 0 0,0-1-1 0 0,0 0 1 0 0,-1 1-1 0 0,1-1 1 0 0,0 1-1 0 0,-1-1 1 0 0,1 0 0 0 0,-1 1-1 0 0,-15 19 157 0 0,14-17-112 0 0,-20 19 164 0 0,0-1 0 0 0,-51 36-1 0 0,24-20 12 0 0,-390 280 2067 0 0,240-196-1311 0 0,197-120-968 0 0,1 0-1 0 0,-1-1 1 0 0,0 1-1 0 0,1 0 1 0 0,-1-1-1 0 0,0 1 0 0 0,1-1 1 0 0,-1 1-1 0 0,0-1 1 0 0,1 0-1 0 0,-1 0 1 0 0,-3 1-1 0 0,5-2-6 0 0,0 1-1 0 0,-1 0 0 0 0,1 0 0 0 0,0 0 1 0 0,0 0-1 0 0,0 0 0 0 0,0 0 0 0 0,-1 0 1 0 0,1 0-1 0 0,0 0 0 0 0,0-1 1 0 0,0 1-1 0 0,0 0 0 0 0,0 0 0 0 0,-1 0 1 0 0,1 0-1 0 0,0-1 0 0 0,0 1 1 0 0,0 0-1 0 0,0 0 0 0 0,0 0 0 0 0,0 0 1 0 0,0-1-1 0 0,0 1 0 0 0,0 0 0 0 0,0 0 1 0 0,0 0-1 0 0,0-1 0 0 0,0 1 1 0 0,0 0-1 0 0,0 0 0 0 0,0 0 0 0 0,0-1 1 0 0,0 1-1 0 0,7-13 98 0 0,-2 5-84 0 0,-4 5 7 0 0,0 1 0 0 0,1 0 0 0 0,-1 0 0 0 0,1 0 0 0 0,0 0 0 0 0,-1 0 0 0 0,1 1 0 0 0,0-1 0 0 0,0 0 0 0 0,2-1 0 0 0,-4 3-19 0 0,0 0 0 0 0,1 0 1 0 0,-1 0-1 0 0,0 0 0 0 0,0 0 0 0 0,0 0 1 0 0,0 0-1 0 0,0 0 0 0 0,0 0 0 0 0,0 0 0 0 0,0 0 1 0 0,1 0-1 0 0,-1 0 0 0 0,0 0 0 0 0,0 0 0 0 0,0 0 1 0 0,0 0-1 0 0,0 0 0 0 0,0 0 0 0 0,0 1 0 0 0,0-1 1 0 0,0 0-1 0 0,0 0 0 0 0,1 0 0 0 0,-1 0 1 0 0,0 0-1 0 0,0 0 0 0 0,0 0 0 0 0,0 0 0 0 0,0 0 1 0 0,0 0-1 0 0,0 0 0 0 0,0 1 0 0 0,0-1 0 0 0,0 0 1 0 0,0 0-1 0 0,0 0 0 0 0,0 0 0 0 0,0 0 1 0 0,0 0-1 0 0,0 0 0 0 0,0 0 0 0 0,0 0 0 0 0,0 1 1 0 0,0-1-1 0 0,0 0 0 0 0,0 0 0 0 0,0 0 0 0 0,0 0 1 0 0,0 0-1 0 0,0 0 0 0 0,0 0 0 0 0,0 0 0 0 0,0 0 1 0 0,0 1-1 0 0,0-1 0 0 0,0 0 0 0 0,0 0 1 0 0,0 0-1 0 0,0 0 0 0 0,0 0 0 0 0,0 0 0 0 0,-1 0 1 0 0,1 0-1 0 0,0 0 0 0 0,0 0 0 0 0,0 0 0 0 0,0 0 1 0 0,-4 9-23 0 0,4-9 30 0 0,-15 26 225 0 0,-19 42 0 0 0,85-163-33 0 0,-48 90-229 0 0,132-258-1279 0 0,-116 232 1122 0 0,2 1 1 0 0,1 0-1 0 0,2 2 1 0 0,0 0-1 0 0,2 2 0 0 0,29-24 1 0 0,162-98-1 0 0,12 19 229 0 0,-186 105-42 0 0,-14 7 135 0 0,1 1-1 0 0,0 1 1 0 0,1 2-1 0 0,50-15 1 0 0,-63 28-124 0 0,-30 1 27 0 0,-1 0-1 0 0,1 1 0 0 0,-1 1 0 0 0,1 0 1 0 0,0 1-1 0 0,0 0 0 0 0,0 0 0 0 0,0 2 1 0 0,-11 6-1 0 0,-97 67 459 0 0,116-77-493 0 0,-75 59 478 0 0,2 4-1 0 0,-132 143 1 0 0,-100 180 988 0 0,253-314-1223 0 0,-103 146 547 0 0,116-155-394 0 0,-50 103 0 0 0,88-158-355 0 0,-1 1 1 0 0,2-1-1 0 0,0 1 0 0 0,0 0 1 0 0,1 1-1 0 0,0-1 1 0 0,1 1-1 0 0,0-1 1 0 0,1 1-1 0 0,0-1 0 0 0,1 1 1 0 0,0 0-1 0 0,3 15 1 0 0,1-2 23 0 0,-4-20-56 0 0,1 0 0 0 0,-1 0-1 0 0,1 1 1 0 0,0-1 0 0 0,1 0 0 0 0,0 0-1 0 0,2 6 1 0 0,-4-11-15 0 0,0 0 0 0 0,0 0 0 0 0,0 0 1 0 0,0 0-1 0 0,1 1 0 0 0,-1-1 0 0 0,0 0 0 0 0,0 0 0 0 0,0 0 0 0 0,0 0 0 0 0,0 1 1 0 0,1-1-1 0 0,-1 0 0 0 0,0 0 0 0 0,0 0 0 0 0,0 0 0 0 0,1 0 0 0 0,-1 0 0 0 0,0 0 0 0 0,0 0 1 0 0,0 0-1 0 0,1 0 0 0 0,-1 1 0 0 0,0-1 0 0 0,0 0 0 0 0,0 0 0 0 0,1 0 0 0 0,-1 0 1 0 0,0 0-1 0 0,0 0 0 0 0,0-1 0 0 0,1 1 0 0 0,-1 0 0 0 0,0 0 0 0 0,0 0 0 0 0,0 0 1 0 0,1 0-1 0 0,-1 0 0 0 0,0 0 0 0 0,0 0 0 0 0,0 0 0 0 0,1-1 0 0 0,-1 1 0 0 0,0 0 0 0 0,0 0 1 0 0,0 0-1 0 0,0 0 0 0 0,0 0 0 0 0,1-1 0 0 0,-1 1 0 0 0,0 0 0 0 0,0 0 0 0 0,0 0 1 0 0,0-1-1 0 0,0 1 0 0 0,0 0 0 0 0,0 0 0 0 0,0 0 0 0 0,0-1 0 0 0,0 1 0 0 0,0 0 1 0 0,0 0-1 0 0,0 0 0 0 0,0-1 0 0 0,5-12 74 0 0,-5 13-69 0 0,52-146-542 0 0,-32 97 265 0 0,236-554-3633 0 0,-235 561 3567 0 0,-30 74 457 0 0,-15 37 0 0 0,4-13 10 0 0,-21 51 358 0 0,-98 181 0 0 0,132-275-434 0 0,-2 1 0 0 0,-14 17-1 0 0,22-33-44 0 0,2-7 12 0 0,5-13 31 0 0,10-26-120 0 0,39-121-675 0 0,-46 134 453 0 0,-1-1-1 0 0,6-66 1 0 0,-14 95 247 0 0,1 0 0 0 0,-2-1 1 0 0,1 1-1 0 0,-1 0 0 0 0,-2-10 0 0 0,2 16 39 0 0,1 0-1 0 0,0 0 1 0 0,0 0-1 0 0,-1 0 1 0 0,1 0-1 0 0,-1 1 1 0 0,1-1-1 0 0,0 0 1 0 0,-1 0-1 0 0,0 0 0 0 0,1 1 1 0 0,-1-1-1 0 0,0 0 1 0 0,1 1-1 0 0,-1-1 1 0 0,0 0-1 0 0,1 1 1 0 0,-1-1-1 0 0,0 1 1 0 0,-1-1-1 0 0,1 1 8 0 0,-1 0 0 0 0,1 0-1 0 0,0 0 1 0 0,-1 0 0 0 0,1 0 0 0 0,0 0-1 0 0,0 1 1 0 0,-1-1 0 0 0,1 1 0 0 0,0-1-1 0 0,0 1 1 0 0,0-1 0 0 0,0 1 0 0 0,0-1-1 0 0,0 1 1 0 0,0 0 0 0 0,0 0 0 0 0,0-1-1 0 0,0 1 1 0 0,-1 2 0 0 0,-19 18 132 0 0,0 2-1 0 0,-30 45 1 0 0,18-23 14 0 0,-59 72 213 0 0,105-144-385 0 0,-2 0 1 0 0,0-1-1 0 0,6-33 1 0 0,-11 42-97 0 0,102-407-1757 0 0,-106 417 1843 0 0,0 2-1 0 0,-1 0 1 0 0,1 0-1 0 0,-1 0 1 0 0,-1 0 0 0 0,1 0-1 0 0,-1 0 1 0 0,0 0 0 0 0,-1 0-1 0 0,-2-13 1 0 0,3 20 31 0 0,0-1 1 0 0,-1 1 0 0 0,1 0-1 0 0,0-1 1 0 0,0 1-1 0 0,-1 0 1 0 0,1 0 0 0 0,0-1-1 0 0,0 1 1 0 0,-1 0-1 0 0,1 0 1 0 0,0-1-1 0 0,-1 1 1 0 0,1 0 0 0 0,0 0-1 0 0,-1 0 1 0 0,1 0-1 0 0,0 0 1 0 0,-1-1-1 0 0,1 1 1 0 0,0 0 0 0 0,-1 0-1 0 0,1 0 1 0 0,-1 0-1 0 0,1 0 1 0 0,0 0-1 0 0,-1 0 1 0 0,1 0 0 0 0,0 0-1 0 0,-1 1 1 0 0,1-1-1 0 0,-1 0 1 0 0,1 0 0 0 0,0 0-1 0 0,-1 0 1 0 0,1 0-1 0 0,0 1 1 0 0,0-1-1 0 0,-1 0 1 0 0,1 0 0 0 0,0 0-1 0 0,-1 1 1 0 0,1-1-1 0 0,0 0 1 0 0,-1 1-1 0 0,-12 12 12 0 0,-1 8 75 0 0,1 0 1 0 0,2 1-1 0 0,0 1 1 0 0,-9 25 0 0 0,4-8 61 0 0,-111 305 927 0 0,91-238-761 0 0,25-75-205 0 0,-67 203 597 0 0,56-156-334 0 0,-12 84-1 0 0,31-140-296 0 0,2 1-1 0 0,1 0 1 0 0,1-1-1 0 0,4 25 0 0 0,1 42 190 0 0,-5-60-108 0 0,7 38 0 0 0,-1-10-2 0 0,-7-55-143 0 0,0-1-1 0 0,1 1 1 0 0,-1-1-1 0 0,1 0 1 0 0,-1 1-1 0 0,1-1 1 0 0,0 1-1 0 0,-1-1 1 0 0,1 0-1 0 0,0 0 1 0 0,1 1-1 0 0,-1-1 1 0 0,0 0 0 0 0,1 0-1 0 0,-1 0 1 0 0,1 0-1 0 0,0-1 1 0 0,-1 1-1 0 0,5 2 1 0 0,-4-3-2 0 0,0 0 0 0 0,0 0 1 0 0,0-1-1 0 0,0 1 1 0 0,1-1-1 0 0,-1 1 0 0 0,0-1 1 0 0,0 0-1 0 0,1 0 0 0 0,-1 0 1 0 0,0 0-1 0 0,0 0 0 0 0,1-1 1 0 0,-1 1-1 0 0,0-1 1 0 0,0 0-1 0 0,0 1 0 0 0,1-1 1 0 0,-1 0-1 0 0,0 0 0 0 0,0 0 1 0 0,2-2-1 0 0,7-3 54 0 0,1 0 0 0 0,0 2 1 0 0,0-1-1 0 0,0 1 0 0 0,17-3 0 0 0,65-5 240 0 0,-91 12-289 0 0,6-2 27 0 0,1 0 0 0 0,-1 0 0 0 0,0-1 0 0 0,1-1-1 0 0,-1 0 1 0 0,8-5 0 0 0,-4 3 29 0 0,0 0 0 0 0,15-4-1 0 0,-24 9-57 0 0,0 0 0 0 0,0 0 0 0 0,0 1 0 0 0,0-1 0 0 0,0 1 0 0 0,0 0 0 0 0,0 0 0 0 0,0 0 0 0 0,0 1 0 0 0,0-1 0 0 0,8 3 0 0 0,-9-1 6 0 0,0 0-1 0 0,1 0 0 0 0,-1 0 1 0 0,0 1-1 0 0,0-1 1 0 0,0 1-1 0 0,0-1 1 0 0,-1 1-1 0 0,1 0 1 0 0,-1 0-1 0 0,1 0 1 0 0,-1 1-1 0 0,0-1 1 0 0,-1 1-1 0 0,1-1 1 0 0,0 1-1 0 0,-1-1 0 0 0,0 1 1 0 0,0 0-1 0 0,1 6 1 0 0,0 1 20 0 0,0 0 1 0 0,0 0 0 0 0,-2 0-1 0 0,1 0 1 0 0,-1 0-1 0 0,-2 13 1 0 0,-18 148 488 0 0,18-162-497 0 0,1-5-12 0 0,0-1 1 0 0,1 1-1 0 0,-1-1 1 0 0,1 1-1 0 0,0-1 1 0 0,0 1-1 0 0,0-1 0 0 0,2 7 1 0 0,0-14 8 0 0,1-1 0 0 0,-1 1-1 0 0,1 0 1 0 0,-1-1 0 0 0,0 1 0 0 0,0-1 0 0 0,2-6-1 0 0,41-104-681 0 0,27-79-703 0 0,-71 189 1339 0 0,0 0 0 0 0,0 0 1 0 0,0 0-1 0 0,-1 0 1 0 0,1 0-1 0 0,-1-4 1 0 0,0 8 17 0 0,0-1-1 0 0,0 1 1 0 0,0-1 0 0 0,0 1 0 0 0,-1-1-1 0 0,1 1 1 0 0,0 0 0 0 0,0-1 0 0 0,0 1 0 0 0,0-1-1 0 0,0 1 1 0 0,-1 0 0 0 0,1-1 0 0 0,0 1-1 0 0,0-1 1 0 0,-1 1 0 0 0,1 0 0 0 0,0 0 0 0 0,-1-1-1 0 0,1 1 1 0 0,0 0 0 0 0,-1-1 0 0 0,1 1-1 0 0,-1 0 1 0 0,0 0-3 0 0,0-1-1 0 0,0 2 1 0 0,0-1-1 0 0,0 0 1 0 0,0 0-1 0 0,0 0 1 0 0,1 0-1 0 0,-1 0 1 0 0,0 1 0 0 0,0-1-1 0 0,0 1 1 0 0,0-1-1 0 0,0 0 1 0 0,1 1-1 0 0,-1-1 1 0 0,0 1-1 0 0,0 0 1 0 0,-21 18 43 0 0,1 0 0 0 0,1 1-1 0 0,1 1 1 0 0,-28 39 0 0 0,36-45-20 0 0,-61 82 115 0 0,-127 151 222 0 0,175-227-301 0 0,24-21-52 0 0,0 0 0 0 0,0 0-1 0 0,0 0 1 0 0,0 0-1 0 0,0 0 1 0 0,0 0-1 0 0,0 0 1 0 0,0 0-1 0 0,0 0 1 0 0,-1 0-1 0 0,1 0 1 0 0,0 0-1 0 0,0 0 1 0 0,0 0 0 0 0,0 0-1 0 0,0 0 1 0 0,0 0-1 0 0,0 0 1 0 0,0 0-1 0 0,-1 0 1 0 0,1 0-1 0 0,0 0 1 0 0,0 0-1 0 0,0 0 1 0 0,0 0-1 0 0,0 0 1 0 0,0 0 0 0 0,0 0-1 0 0,0 0 1 0 0,0 0-1 0 0,0 0 1 0 0,-1 0-1 0 0,1 0 1 0 0,0 0-1 0 0,0 0 1 0 0,0 0-1 0 0,0 0 1 0 0,0 0-1 0 0,0 0 1 0 0,0-1 0 0 0,0 1-1 0 0,0 0 1 0 0,0 0-1 0 0,0 0 1 0 0,0 0-1 0 0,0 0 1 0 0,0 0-1 0 0,0 0 1 0 0,0 0-1 0 0,0 0 1 0 0,0-1-1 0 0,0 1 1 0 0,0 0 0 0 0,0 0-1 0 0,0 0 1 0 0,0 0-1 0 0,0 0 1 0 0,0 0-1 0 0,0 0 1 0 0,0 0-1 0 0,0 0 1 0 0,0-1-1 0 0,0 1 1 0 0,0 0-1 0 0,8-17 13 0 0,91-148-898 0 0,-7 14-93 0 0,38-66-1435 0 0,253-323-1 0 0,-114 241 358 0 0,-130 152 931 0 0,-126 134 1059 0 0,-4 4-54 0 0,-1-1 0 0 0,0 1 0 0 0,8-14 0 0 0,-95 158 1007 0 0,-33 62 102 0 0,-89 158 767 0 0,187-330-1590 0 0,13-24-156 0 0,10-13 16 0 0,197-327-815 0 0,7-8-494 0 0,-104 181 220 0 0,181-210-1 0 0,-226 312 912 0 0,-64 64 151 0 0,0 0 1 0 0,0 0 0 0 0,0 0 0 0 0,0 0 0 0 0,0 0 0 0 0,1 0 0 0 0,-1 0-1 0 0,0 0 1 0 0,0 0 0 0 0,0 0 0 0 0,0 0 0 0 0,0 1 0 0 0,0-1 0 0 0,0 0-1 0 0,0 0 1 0 0,0 0 0 0 0,0 0 0 0 0,0 0 0 0 0,0 0 0 0 0,0 0 0 0 0,0 0-1 0 0,0 0 1 0 0,0 0 0 0 0,0 0 0 0 0,0 0 0 0 0,1 0 0 0 0,-1 0 0 0 0,0 0-1 0 0,0 0 1 0 0,0 0 0 0 0,0 0 0 0 0,0 0 0 0 0,0 0 0 0 0,0 0 0 0 0,0 0 0 0 0,0 0-1 0 0,0 0 1 0 0,0 0 0 0 0,0 0 0 0 0,1 0 0 0 0,-1 0 0 0 0,0 0 0 0 0,0 0-1 0 0,0 0 1 0 0,0 0 0 0 0,0 0 0 0 0,0 0 0 0 0,0 0 0 0 0,0 0 0 0 0,0 0-1 0 0,0 0 1 0 0,0 0 0 0 0,0 0 0 0 0,0 0 0 0 0,0 0 0 0 0,0 0 0 0 0,1 0-1 0 0,-1-1 1 0 0,0 1 0 0 0,0 0 0 0 0,0 0 0 0 0,-3 11 48 0 0,-7 11 159 0 0,0 2 15 0 0,-12 40 0 0 0,2-5 93 0 0,-8 12 137 0 0,-2 0 0 0 0,-4-2 0 0 0,-3-1 0 0 0,-64 88 0 0 0,98-151-405 0 0,0 0 1 0 0,-1-1 0 0 0,1 0-1 0 0,-1 0 1 0 0,0 0 0 0 0,0 0-1 0 0,-1-1 1 0 0,1 1 0 0 0,-1-1-1 0 0,-7 4 1 0 0,12-7-46 0 0,-1 0 1 0 0,1 0-1 0 0,-1 0 0 0 0,1 0 1 0 0,0 0-1 0 0,-1 0 0 0 0,1 0 0 0 0,-1 0 1 0 0,1 0-1 0 0,-1 0 0 0 0,1 0 1 0 0,0 0-1 0 0,-1 0 0 0 0,1 0 0 0 0,-1-1 1 0 0,1 1-1 0 0,0 0 0 0 0,-1 0 1 0 0,1 0-1 0 0,-1-1 0 0 0,1 1 1 0 0,0 0-1 0 0,-1 0 0 0 0,1-1 0 0 0,0 1 1 0 0,0 0-1 0 0,-1-1 0 0 0,1 0 1 0 0,-7-15 73 0 0,4-16 35 0 0,3-1-198 0 0,1 2-77 0 0,-2 0 0 0 0,-8-59 0 0 0,9 87 153 0 0,-1 0-1 0 0,0-1 0 0 0,0 1 1 0 0,0 0-1 0 0,0 0 0 0 0,-1 0 1 0 0,1 0-1 0 0,-1 0 1 0 0,1 0-1 0 0,-1 0 0 0 0,0 0 1 0 0,0 1-1 0 0,-1-1 0 0 0,1 1 1 0 0,0-1-1 0 0,-5-2 0 0 0,5 4 18 0 0,0 0 0 0 0,0 0-1 0 0,-1 0 1 0 0,1 0 0 0 0,0 1-1 0 0,-1-1 1 0 0,1 1 0 0 0,0 0-1 0 0,-1 0 1 0 0,1-1 0 0 0,-1 1-1 0 0,1 1 1 0 0,0-1 0 0 0,-1 0-1 0 0,1 1 1 0 0,-1-1 0 0 0,1 1-1 0 0,0 0 1 0 0,0-1 0 0 0,-1 1-1 0 0,1 0 1 0 0,0 1-1 0 0,-3 0 1 0 0,-4 5 54 0 0,-1-1-1 0 0,1 1 1 0 0,0 1 0 0 0,0-1-1 0 0,-12 17 1 0 0,-35 48 334 0 0,-137 237 815 0 0,24 14 27 0 0,168-321-1228 0 0,-18 34 191 0 0,1 0 0 0 0,3 2 1 0 0,-17 58-1 0 0,31-84-23 0 0,8-17-84 0 0,9-19-23 0 0,-15 23-61 0 0,119-219-829 0 0,-37 65 56 0 0,258-377-1920 0 0,-247 408 1807 0 0,5 5 0 0 0,122-113 0 0 0,-203 214 770 0 0,-7 7 14 0 0,0 0 1 0 0,1 1 0 0 0,20-13-1 0 0,-44 34 206 0 0,1-1 0 0 0,1 2 0 0 0,0-1 0 0 0,-9 14 0 0 0,-11 13 126 0 0,-34 31 439 0 0,-81 67 0 0 0,7-8 199 0 0,99-85-470 0 0,2 2-1 0 0,-52 82 0 0 0,84-120-364 0 0,1 0 0 0 0,0 1-1 0 0,1-1 1 0 0,0 0 0 0 0,0 1-1 0 0,-2 10 1 0 0,5-18-41 0 0,0 0 0 0 0,0 0 0 0 0,0 0 0 0 0,0 0-1 0 0,0 1 1 0 0,0-1 0 0 0,0 0 0 0 0,0 0 0 0 0,0 0 0 0 0,0 0 0 0 0,0 0 0 0 0,0 1 0 0 0,0-1 0 0 0,0 0 0 0 0,0 0 0 0 0,0 0 0 0 0,0 0 0 0 0,0 0 0 0 0,0 1-1 0 0,0-1 1 0 0,0 0 0 0 0,0 0 0 0 0,0 0 0 0 0,0 0 0 0 0,0 1 0 0 0,0-1 0 0 0,0 0 0 0 0,0 0 0 0 0,0 0 0 0 0,0 0 0 0 0,0 0 0 0 0,1 0 0 0 0,-1 1 0 0 0,0-1-1 0 0,0 0 1 0 0,0 0 0 0 0,0 0 0 0 0,0 0 0 0 0,0 0 0 0 0,1 0 0 0 0,-1 0 0 0 0,0 0 0 0 0,0 0 0 0 0,7-4 16 0 0,7-10 101 0 0,62-94 34 0 0,153-205-1485 0 0,-117 178 740 0 0,96-123-539 0 0,-162 197 855 0 0,48-68-331 0 0,-56 77 322 0 0,-37 51 287 0 0,3-6 0 0 0,-28 31 29 0 0,4-1 164 0 0,1 0 1 0 0,-22 38-1 0 0,10-16 38 0 0,-70 98 494 0 0,-320 487 2432 0 0,406-605-3035 0 0,-236 422 2012 0 0,227-401-1950 0 0,6-13 100 0 0,1 2 0 0 0,-23 68 0 0 0,40-103-283 0 0,0 1 1 0 0,-1-1-1 0 0,1 1 0 0 0,0-1 0 0 0,0 0 1 0 0,0 1-1 0 0,0-1 0 0 0,0 0 0 0 0,0 1 0 0 0,0-1 1 0 0,0 1-1 0 0,0-1 0 0 0,0 0 0 0 0,0 1 1 0 0,0-1-1 0 0,0 1 0 0 0,0-1 0 0 0,0 0 1 0 0,1 1-1 0 0,-1-1 0 0 0,0 0 0 0 0,0 1 1 0 0,0-1-1 0 0,1 0 0 0 0,-1 1 0 0 0,0-1 1 0 0,0 0-1 0 0,1 1 0 0 0,-1-1 0 0 0,0 0 0 0 0,0 0 1 0 0,1 1-1 0 0,-1-1 0 0 0,0 0 0 0 0,1 0 1 0 0,-1 0-1 0 0,1 1 0 0 0,-1-1 0 0 0,0 0 1 0 0,1 0-1 0 0,-1 0 0 0 0,0 0 0 0 0,1 0 1 0 0,-1 0-1 0 0,1 0 0 0 0,-1 0 0 0 0,0 0 0 0 0,1 0 1 0 0,0 0-1 0 0,0 0 2 0 0,0 0-1 0 0,0 0 1 0 0,0-1-1 0 0,-1 1 1 0 0,1 0-1 0 0,0-1 1 0 0,0 1 0 0 0,0-1-1 0 0,0 1 1 0 0,0-1-1 0 0,0 1 1 0 0,-1-1-1 0 0,1 0 1 0 0,0 1 0 0 0,0-1-1 0 0,-1 0 1 0 0,1 1-1 0 0,-1-1 1 0 0,1 0-1 0 0,0 0 1 0 0,-1 0 0 0 0,0 0-1 0 0,1-1 1 0 0,-39 82 440 0 0,13-29-38 0 0,-3-1 1 0 0,-46 64 0 0 0,22-37 36 0 0,18-28-170 0 0,18-25-105 0 0,0 0-1 0 0,-12 26 1 0 0,17-28-78 0 0,5-11-15 0 0,0 0-1 0 0,1 1 0 0 0,0 0 1 0 0,0 0-1 0 0,2 0 1 0 0,-1 1-1 0 0,2-1 1 0 0,-3 25-1 0 0,4-16-23 0 0,0 1 0 0 0,-2-1 1 0 0,-1 0-1 0 0,0-1 0 0 0,-1 1 0 0 0,-2-1 0 0 0,0 0 0 0 0,-1 0 0 0 0,-1-1 1 0 0,0 0-1 0 0,-18 25 0 0 0,-3 1-50 0 0,17-25 0 0 0,0-1 0 0 0,-1 0 0 0 0,-1-1 0 0 0,-18 17 0 0 0,27-30 0 0 0,0-1 0 0 0,-1 0 0 0 0,0-1 0 0 0,0 0 0 0 0,-14 5 0 0 0,-14 6 0 0 0,20-4 0 0 0,0 0 0 0 0,-27 24 0 0 0,26-20 0 0 0,-33 21 0 0 0,49-34 0 0 0,0-1 0 0 0,-1 0 0 0 0,1 0 0 0 0,0 0 0 0 0,0 0 0 0 0,-1 1 1 0 0,1-1-1 0 0,0 0 0 0 0,-1 0 0 0 0,1 0 0 0 0,0 0 0 0 0,0 0 0 0 0,-1 0 0 0 0,1 0 0 0 0,0 0 0 0 0,-1 0 0 0 0,1 0 1 0 0,0 0-1 0 0,-1 0 0 0 0,1 0 0 0 0,0 0 0 0 0,0 0 0 0 0,-1 0 0 0 0,1 0 0 0 0,0 0 0 0 0,-1 0 0 0 0,1-1 0 0 0,0 1 1 0 0,0 0-1 0 0,-1 0 0 0 0,1 0 0 0 0,0-1 0 0 0,0 1 0 0 0,-1 0 0 0 0,1 0 0 0 0,0 0 0 0 0,0-1 0 0 0,0 1 0 0 0,0 0 0 0 0,-1 0 1 0 0,1-1-1 0 0,-4-18 3 0 0,6-21-40 0 0,12-71-654 0 0,-12 93 524 0 0,1 0 0 0 0,0 0 1 0 0,2 1-1 0 0,0-1 0 0 0,10-24 0 0 0,46-81-692 0 0,-53 107 705 0 0,57-98-698 0 0,14-29-86 0 0,67-102-872 0 0,-115 197 1472 0 0,157-212-1675 0 0,-40 60 521 0 0,-25 18-131 0 0,-119 178 1546 0 0,9-11-46 0 0,-13 14 121 0 0,0 1 1 0 0,1-1-1 0 0,-1 0 1 0 0,0 1-1 0 0,1-1 1 0 0,-1 1-1 0 0,0-1 0 0 0,0 0 1 0 0,0 1-1 0 0,1-1 1 0 0,-1 0-1 0 0,0 1 1 0 0,0-1-1 0 0,0 1 1 0 0,0-1-1 0 0,0 0 0 0 0,0 1 1 0 0,0-1-1 0 0,0 0 1 0 0,-1 1-1 0 0,1-1 1 0 0,0 0-1 0 0,0 1 1 0 0,-1-1-1 0 0,1 0 0 0 0,-1 0 3 0 0,1 1-1 0 0,-1 0 0 0 0,1 0 1 0 0,-1 0-1 0 0,0 0 0 0 0,1 0 0 0 0,-1 0 1 0 0,1-1-1 0 0,-1 1 0 0 0,1 1 1 0 0,-1-1-1 0 0,1 0 0 0 0,-1 0 0 0 0,1 0 1 0 0,-1 0-1 0 0,1 0 0 0 0,-1 0 1 0 0,1 1-1 0 0,-1-1 0 0 0,1 0 1 0 0,-1 0-1 0 0,1 1 0 0 0,-1-1 0 0 0,1 0 1 0 0,-1 1-1 0 0,1-1 0 0 0,0 0 1 0 0,-1 1-1 0 0,1-1 0 0 0,0 0 0 0 0,-1 1 1 0 0,1-1-1 0 0,-1 2 0 0 0,-17 18 147 0 0,15-16-108 0 0,-170 187 1150 0 0,147-159-918 0 0,2 1 1 0 0,-26 49-1 0 0,-30 77 487 0 0,25-37-175 0 0,-65 128 636 0 0,112-240-1099 0 0,7-18-41 0 0,7-21 68 0 0,33-90-1008 0 0,92-189 0 0 0,-83 204 448 0 0,83-183-809 0 0,-71 152 679 0 0,28-65-407 0 0,-76 174 839 0 0,-18 44 211 0 0,3-12-61 0 0,0-1 0 0 0,0 1-1 0 0,1 0 1 0 0,-1 0 0 0 0,2 0-1 0 0,-3 7 1 0 0,-3 11 68 0 0,-45 103 879 0 0,-90 158 0 0 0,56-124-243 0 0,-160 271 1233 0 0,178-321-1418 0 0,-41 56 317 0 0,117-234-658 0 0,2-92-910 0 0,7-62-332 0 0,46-136-597 0 0,-42 269 809 0 0,66-169 0 0 0,-25 122-470 0 0,128-208 0 0 0,-176 324 1332 0 0,0 1 1 0 0,1 1-1 0 0,1 0 0 0 0,33-27 1 0 0,-17 17-48 0 0,-11 10 52 0 0,1 1 0 0 0,1 1-1 0 0,0 1 1 0 0,1 2 0 0 0,31-13-1 0 0,-45 21-6 0 0,0 1 0 0 0,0 0 0 0 0,0 1-1 0 0,0 0 1 0 0,0 0 0 0 0,0 1 0 0 0,0 1 0 0 0,1-1-1 0 0,-1 2 1 0 0,0-1 0 0 0,1 2 0 0 0,-1-1 0 0 0,0 1-1 0 0,0 1 1 0 0,0 0 0 0 0,11 5 0 0 0,-13-5 1 0 0,0 1 1 0 0,0 0 0 0 0,-1 1-1 0 0,1 0 1 0 0,-1 0 0 0 0,0 0-1 0 0,0 1 1 0 0,-1 0 0 0 0,0 0-1 0 0,0 1 1 0 0,0 0 0 0 0,-1 0-1 0 0,0 0 1 0 0,0 1-1 0 0,-1-1 1 0 0,0 1 0 0 0,0 0-1 0 0,-1 0 1 0 0,3 10 0 0 0,-1 13 115 0 0,-1 0 0 0 0,-1 1 1 0 0,-1-1-1 0 0,-2 1 0 0 0,-5 37 1 0 0,1 0 88 0 0,-1 31 171 0 0,-1 54 228 0 0,6-152-641 0 0,0 0 0 0 0,0 0 1 0 0,0 0-1 0 0,1 0 1 0 0,-1 1-1 0 0,1-1 0 0 0,-1 0 1 0 0,1 0-1 0 0,0 0 0 0 0,0 0 1 0 0,-1 0-1 0 0,4 3 1 0 0,-4-4-9 0 0,0-1 1 0 0,0 0 0 0 0,1 1 0 0 0,-1-1 0 0 0,0 0 0 0 0,1 0-1 0 0,-1 0 1 0 0,0 1 0 0 0,1-1 0 0 0,-1 0 0 0 0,0 0-1 0 0,1 0 1 0 0,-1 0 0 0 0,0 1 0 0 0,1-1 0 0 0,-1 0 0 0 0,1 0-1 0 0,-1 0 1 0 0,0 0 0 0 0,1 0 0 0 0,-1 0 0 0 0,0 0-1 0 0,1 0 1 0 0,-1 0 0 0 0,1 0 0 0 0,0-1 0 0 0,0 1 5 0 0,0-1 0 0 0,0 0 1 0 0,0 1-1 0 0,0-1 0 0 0,0 0 1 0 0,0 0-1 0 0,0 0 0 0 0,0 0 1 0 0,-1 0-1 0 0,1 0 0 0 0,0 0 1 0 0,1-1-1 0 0,24-45-122 0 0,37-92 1 0 0,-29 60-178 0 0,163-300-1303 0 0,-188 362 1516 0 0,-7 13 15 0 0,-6 12-20 0 0,-86 131 626 0 0,43-70-254 0 0,-71 118 406 0 0,-97 141 627 0 0,159-251-878 0 0,-4-3 0 0 0,-75 73 1 0 0,132-143-429 0 0,-25 23 166 0 0,-34 25-1 0 0,54-45-134 0 0,0-2-1 0 0,-1 1 0 0 0,1-1 1 0 0,-1 0-1 0 0,-1-1 1 0 0,1 0-1 0 0,-1-1 1 0 0,1 1-1 0 0,-16 1 0 0 0,21-4-33 0 0,-1-1-1 0 0,1 0 0 0 0,-1 0 0 0 0,1-1 1 0 0,0 1-1 0 0,-1-1 0 0 0,1 0 0 0 0,0 0 1 0 0,-1 0-1 0 0,1-1 0 0 0,0 0 0 0 0,0 1 1 0 0,0-2-1 0 0,0 1 0 0 0,1 0 0 0 0,-1-1 1 0 0,0 1-1 0 0,1-1 0 0 0,0 0 0 0 0,0 0 1 0 0,0-1-1 0 0,-5-5 0 0 0,-3-8-89 0 0,0 0 0 0 0,1 0 0 0 0,-14-34 0 0 0,8 17-182 0 0,6 12 81 0 0,-2 0 0 0 0,-1 1 0 0 0,-30-37 0 0 0,33 47 188 0 0,0 0 1 0 0,-1 1-1 0 0,0 1 0 0 0,-1 0 0 0 0,0 0 0 0 0,0 1 0 0 0,-1 1 0 0 0,-14-7 0 0 0,-4 1 58 0 0,7 3 1 0 0,0-1 1 0 0,1 0 0 0 0,0-2 0 0 0,1-1 0 0 0,-21-16 0 0 0,41 28-63 0 0,0 0 1 0 0,0 0-1 0 0,0 0 1 0 0,-1 0-1 0 0,1 1 1 0 0,0-1-1 0 0,-1 1 1 0 0,1 0-1 0 0,-1 0 1 0 0,1 0-1 0 0,-1 0 1 0 0,0 0-1 0 0,1 0 1 0 0,-1 1-1 0 0,0-1 1 0 0,0 1-1 0 0,1 0 1 0 0,-6 0-1 0 0,4 0 6 0 0,-1-1 0 0 0,1 0 0 0 0,0 1 0 0 0,0-1 0 0 0,-8-4 0 0 0,8 4-2 0 0,0-1 0 0 0,0 1 0 0 0,0 0 0 0 0,-1 0 0 0 0,-8 0 0 0 0,10 1-12 0 0,-1-1-1 0 0,0 1 1 0 0,1 0 0 0 0,-1-1-1 0 0,1 0 1 0 0,-1 0-1 0 0,1 0 1 0 0,-1 0-1 0 0,1-1 1 0 0,0 1 0 0 0,-1-1-1 0 0,1 0 1 0 0,0 0-1 0 0,0 0 1 0 0,0 0-1 0 0,-4-4 1 0 0,0-3-3 0 0,0 0-1 0 0,0 0 1 0 0,-11-19-1 0 0,-13-18-3 0 0,28 43 8 0 0,1-1-1 0 0,-1 1 0 0 0,-1 0 1 0 0,1 0-1 0 0,0 1 0 0 0,-1-1 1 0 0,0 1-1 0 0,1 0 0 0 0,-1 0 1 0 0,-5-2-1 0 0,6 3 7 0 0,1 1 0 0 0,0-1-1 0 0,-1 1 1 0 0,0-1 0 0 0,1 1 0 0 0,-1 0-1 0 0,1 0 1 0 0,-1 1 0 0 0,1-1 0 0 0,-1 0 0 0 0,1 1-1 0 0,-1 0 1 0 0,1-1 0 0 0,0 1 0 0 0,-1 0 0 0 0,-1 1-1 0 0,-40 26 93 0 0,9-6 24 0 0,23-18-103 0 0,1-1 1 0 0,0 0-1 0 0,-1-1 1 0 0,1 0-1 0 0,-1-1 1 0 0,-20 0-1 0 0,-25 3 111 0 0,52-3-118 0 0,-1-1-1 0 0,0 1 1 0 0,1-1 0 0 0,-1 0 0 0 0,0 0 0 0 0,-9-3 0 0 0,13 3-6 0 0,-1-1 0 0 0,1 0 0 0 0,0 1 1 0 0,-1-1-1 0 0,1 0 0 0 0,0-1 0 0 0,0 1 0 0 0,0 0 0 0 0,0-1 0 0 0,0 1 1 0 0,0-1-1 0 0,1 1 0 0 0,-1-1 0 0 0,0 0 0 0 0,1 0 0 0 0,-1 0 1 0 0,-1-3-1 0 0,1 1-23 0 0,1 0 0 0 0,-1 0 0 0 0,1 0 1 0 0,0 0-1 0 0,0 0 0 0 0,0 0 0 0 0,1 0 1 0 0,0 0-1 0 0,-1-1 0 0 0,2 1 0 0 0,-1 0 0 0 0,0 0 1 0 0,1 0-1 0 0,0-1 0 0 0,2-7 0 0 0,3-7-133 0 0,2 0 0 0 0,11-21 0 0 0,1-6-120 0 0,1 3-37 0 0,-16 34 266 0 0,0 0 0 0 0,-1 0 0 0 0,0 0 1 0 0,0 0-1 0 0,1-11 0 0 0,0 7-42 0 0,-1-1 0 0 0,1 1 0 0 0,1 1 1 0 0,1-1-1 0 0,-1 1 0 0 0,12-15 0 0 0,7-13-121 0 0,44-65-299 0 0,-15 25 443 0 0,-30 49-34 0 0,2-2 137 0 0,-23 28-21 0 0,0 1 0 0 0,0 0-1 0 0,1 1 1 0 0,-1-1 0 0 0,6-4 0 0 0,15-18 53 0 0,-18 18-30 0 0,1 0 1 0 0,0 0 0 0 0,1 1-1 0 0,-1-1 1 0 0,1 2-1 0 0,10-7 1 0 0,12-12 53 0 0,12-10 101 0 0,0-1-129 0 0,-31 27-86 0 0,0 0-1 0 0,20-10 1 0 0,-19 12 13 0 0,0 0 1 0 0,16-15 0 0 0,58-39 263 0 0,-78 54-244 0 0,12-11-182 0 0,-1-1 1 0 0,25-29 0 0 0,-98 96 429 0 0,32-20-133 0 0,2 0 1 0 0,-18 33 0 0 0,2-3 16 0 0,-10 8 63 0 0,22-35-87 0 0,2 1-1 0 0,2 1 0 0 0,-21 46 1 0 0,11-17 38 0 0,18-40-69 0 0,-11 28 0 0 0,23-27-32 0 0,0-22-62 0 0,0 0-1 0 0,0 0 1 0 0,0 0-1 0 0,0 0 1 0 0,0 0-1 0 0,1 0 1 0 0,-1-1-1 0 0,0 1 1 0 0,1 0-1 0 0,-1 0 1 0 0,0 0-1 0 0,1 0 1 0 0,-1-1-1 0 0,1 1 1 0 0,-1 0-1 0 0,1-1 1 0 0,0 1-1 0 0,-1 0 1 0 0,1-1-1 0 0,0 1 1 0 0,-1-1-1 0 0,1 1 1 0 0,0-1-1 0 0,0 1 1 0 0,0-1-1 0 0,-1 1 1 0 0,1-1-1 0 0,0 0 1 0 0,0 0-1 0 0,0 1 1 0 0,0-1-1 0 0,0 0 1 0 0,-1 0-1 0 0,1 0 1 0 0,0 0-1 0 0,0 0 1 0 0,0 0-1 0 0,0 0 1 0 0,0 0-1 0 0,0 0 1 0 0,0 0-1 0 0,1-1 0 0 0,2 0 5 0 0,-1 0 0 0 0,1 1 0 0 0,-1-1 0 0 0,1-1 0 0 0,-1 1-1 0 0,1-1 1 0 0,-1 1 0 0 0,0-1 0 0 0,0 0 0 0 0,4-3 0 0 0,37-38 73 0 0,46-60 1 0 0,-53 59-44 0 0,8-7-492 0 0,3 1-1 0 0,102-80 0 0 0,114-40 1112 0 0,-149 101-970 0 0,-88 52 244 0 0,0-1 136 0 0,1 1-1 0 0,1 2 1 0 0,0 0 0 0 0,38-11-1 0 0,28-4 139 0 0,-34 9-20 0 0,2 3 0 0 0,117-18 0 0 0,-123 30-40 0 0,1 3 0 0 0,72 4 0 0 0,-109 2-93 0 0,0 1 0 0 0,-1 1 0 0 0,21 7 0 0 0,-27-7-19 0 0,1 0-1 0 0,0-2 0 0 0,0 1 0 0 0,0-2 0 0 0,0 0 0 0 0,1-1 0 0 0,17 0 1 0 0,46-2 121 0 0,-54 2-77 0 0,35-4 0 0 0,-51 2-55 0 0,0 0 0 0 0,-1-1 0 0 0,1 0 1 0 0,-1-1-1 0 0,0 1 0 0 0,0-2 0 0 0,15-7 0 0 0,6-7 8 0 0,-1-2 0 0 0,-1 0 0 0 0,-1-2-1 0 0,-1-1 1 0 0,-1-1 0 0 0,-1-1 0 0 0,23-31 0 0 0,-17 18 31 0 0,-20 30-62 0 0,-7 7 3 0 0,15 1 25 0 0,-15-1-22 0 0,0 0 0 0 0,0 0 0 0 0,0 0 0 0 0,0 0 0 0 0,0-1 0 0 0,-1 1-1 0 0,1 0 1 0 0,-1-1 0 0 0,1 0 0 0 0,-1 1 0 0 0,1-1 0 0 0,0-2 0 0 0,0 2 7 0 0,58-68 97 0 0,-22 34-45 0 0,-24 24-42 0 0,-14 11-15 0 0,11-4 12 0 0,-7 5-17 0 0,0 2-1 0 0,-2 0 1 0 0,12-1 26 0 0,20-12 0 0 0,-26 7-21 0 0,-4 2 2 0 0,1 0 1 0 0,-1 0-1 0 0,1 1 0 0 0,-1-1 0 0 0,1 1 1 0 0,-1 0-1 0 0,1 0 0 0 0,0 0 1 0 0,6 1-1 0 0,-11 0-7 0 0,1 0 1 0 0,0 0 0 0 0,-1 0-1 0 0,1 0 1 0 0,-1 0-1 0 0,1 0 1 0 0,0 0 0 0 0,-1-1-1 0 0,1 1 1 0 0,-1 0-1 0 0,1 0 1 0 0,-1 0 0 0 0,1-1-1 0 0,-1 1 1 0 0,1 0 0 0 0,-1-1-1 0 0,1 1 1 0 0,-1 0-1 0 0,1-1 1 0 0,0 0 0 0 0,21-13 12 0 0,-19 12-9 0 0,-3 1-3 0 0,1 0 1 0 0,-1 0-1 0 0,1 0 1 0 0,-1 0-1 0 0,0 0 1 0 0,1 0-1 0 0,-1-1 0 0 0,0 1 1 0 0,0 0-1 0 0,0 0 1 0 0,0 0-1 0 0,0 0 1 0 0,0 0-1 0 0,0-2 0 0 0,-1 1-1 0 0,-1 1 4 0 0,-1 1-1 0 0,1 0 0 0 0,-1 0 0 0 0,0-1 1 0 0,1 1-1 0 0,-1 1 0 0 0,-4 0 0 0 0,-95-4 75 0 0,85 4-55 0 0,-1 1 1 0 0,-25 5-1 0 0,-2 1 14 0 0,-61 16 84 0 0,74-16-86 0 0,26-6-27 0 0,0 0 1 0 0,0-1-1 0 0,-1 1 1 0 0,1-1-1 0 0,-8 0 1 0 0,7 0-2 0 0,0 0-1 0 0,1 0 1 0 0,-1 1 0 0 0,1-1-1 0 0,-10 5 1 0 0,-13 3 30 0 0,-48 2 50 0 0,29-5-49 0 0,20-2-24 0 0,-6 1 55 0 0,-47 12-1 0 0,63-12-47 0 0,0 0 1 0 0,-1-2-1 0 0,1 0 1 0 0,-34-1 0 0 0,44 0-10 0 0,0-1 0 0 0,0 1 0 0 0,1 0 1 0 0,-1 0-1 0 0,1 1 0 0 0,-1 0 0 0 0,1 0 1 0 0,0 1-1 0 0,0 0 0 0 0,1 0 0 0 0,-1 1 1 0 0,-9 9-1 0 0,-9 4 9 0 0,-4 2 5 0 0,27-19-26 0 0,19 4 30 0 0,137-8 122 0 0,117 3 69 0 0,-221 3-131 0 0,64 14 0 0 0,-98-14-71 0 0,-1 1 0 0 0,1 0 0 0 0,-1 2 1 0 0,1 0-1 0 0,-2 0 0 0 0,1 1 0 0 0,-1 1 0 0 0,15 11 1 0 0,-20-12-8 0 0,0 0 1 0 0,0 1 0 0 0,-1 0 0 0 0,0 1 0 0 0,0 0 0 0 0,8 12 0 0 0,-12-14-6 0 0,-1-1 0 0 0,0 1 0 0 0,0 0 0 0 0,0 0 0 0 0,-1 0 0 0 0,0 0 0 0 0,-1 0 0 0 0,1 0 0 0 0,-1 1 0 0 0,-1-1 0 0 0,1 9 0 0 0,-2 3-7 0 0,0 0 0 0 0,-2 0 0 0 0,0 0 0 0 0,-8 24 0 0 0,-29 73 0 0 0,10-32 0 0 0,9-32 0 0 0,-1 0 0 0 0,-41 67 0 0 0,-5 8 0 0 0,-33 60 0 0 0,31-53 0 0 0,-28 55 0 0 0,28-28 0 0 0,-42 88 0 0 0,12-43 0 0 0,44-103 0 0 0,-117 161 0 0 0,97-165 0 0 0,-134 131 0 0 0,206-226 0 0 0,-27 26 0 0 0,-1-1 0 0 0,-55 39 0 0 0,-104 66 0 0 0,92-64 0 0 0,-71 45 0 0 0,136-92 0 0 0,-41 35 0 0 0,-28 18 0 0 0,51-45 0 0 0,-38 25 0 0 0,75-48 0 0 0,12-7 0 0 0,0 1 0 0 0,0-1 0 0 0,0 1 0 0 0,0-1 0 0 0,1 1 0 0 0,-1 0 0 0 0,-2 3 0 0 0,-3 2 0 0 0,1 1 0 0 0,1 1 0 0 0,0-1 0 0 0,-7 13 0 0 0,-19 24 0 0 0,-4-9 0 0 0,31-33 0 0 0,0 0 0 0 0,1 0 0 0 0,-1-1 0 0 0,0 1 0 0 0,0-1 0 0 0,-1 0 0 0 0,1 0 0 0 0,0-1 0 0 0,-9 2 0 0 0,-2 0 0 0 0,0-2 0 0 0,-19 1 0 0 0,30-2 0 0 0,0-1 0 0 0,1 0 0 0 0,-1 0 0 0 0,1 0 0 0 0,-1-1 0 0 0,1 0 0 0 0,-1 0 0 0 0,1 0 0 0 0,0 0 0 0 0,-6-4 0 0 0,-5-2 0 0 0,14 8 0 0 0,3-1 0 0 0,24-9 0 0 0,1 1 0 0 0,40-8 0 0 0,-41 11 0 0 0,36-12-113 0 0,-1-2 0 0 0,0-2 0 0 0,75-41 0 0 0,43-40-308 0 0,-64 27 226 0 0,22-25-1616 0 0,178-170 0 0 0,-183 152 767 0 0,112-115-1014 0 0,-186 163 910 0 0,79-130 0 0 0,-14 19-173 0 0,64-82-717 0 0,-141 192 906 0 0,67-145 0 0 0,-55 73 206 0 0,15-29-354 0 0,-2 35 1765 0 0,-69 134-469 0 0,0 0 1 0 0,0 1 0 0 0,0 0 0 0 0,0-1-1 0 0,1 1 1 0 0,-1 0 0 0 0,1 0 0 0 0,0 0-1 0 0,5-3 1 0 0,-8 6-15 0 0,1 0 1 0 0,-1 0-1 0 0,0 0 1 0 0,0 0-1 0 0,1 0 0 0 0,-1 0 1 0 0,0 1-1 0 0,0-1 0 0 0,0 0 1 0 0,1 0-1 0 0,-1 0 0 0 0,0 0 1 0 0,0 1-1 0 0,0-1 0 0 0,1 0 1 0 0,-1 0-1 0 0,0 1 1 0 0,0-1-1 0 0,0 0 0 0 0,0 0 1 0 0,0 1-1 0 0,0-1 0 0 0,0 0 1 0 0,0 0-1 0 0,1 1 0 0 0,-1-1 1 0 0,0 0-1 0 0,0 0 0 0 0,0 1 1 0 0,0-1-1 0 0,0 0 1 0 0,0 0-1 0 0,-1 1 0 0 0,1-1 1 0 0,0 0-1 0 0,0 1 0 0 0,1 12 86 0 0,-7 12 139 0 0,-1 1 1 0 0,-1-1 0 0 0,-20 41-1 0 0,-43 71 983 0 0,57-113-1135 0 0,-31 59 439 0 0,-63 108 840 0 0,-96 120 979 0 0,202-308-2301 0 0,0 0-3 0 0,0 1 0 0 0,-1 0-1 0 0,0-1 1 0 0,0 1 0 0 0,-5 4 0 0 0,20-39 146 0 0,-3 11-92 0 0,12-32 0 0 0,-3 7-255 0 0,85-218-588 0 0,-76 199 396 0 0,31-111-1 0 0,-57 168 352 0 0,8-30-113 0 0,-8 34 119 0 0,-1 1 0 0 0,1-1 0 0 0,-1 1 0 0 0,0-1-1 0 0,0 1 1 0 0,0-1 0 0 0,0 1 0 0 0,0-1 0 0 0,-1 1-1 0 0,1-1 1 0 0,-2-2 0 0 0,2 5 7 0 0,0-1 0 0 0,0 1 1 0 0,0 0-1 0 0,0-1 0 0 0,0 1 0 0 0,-1 0 0 0 0,1 0 1 0 0,0-1-1 0 0,0 1 0 0 0,0 0 0 0 0,-1 0 0 0 0,1-1 0 0 0,0 1 1 0 0,0 0-1 0 0,-1 0 0 0 0,1 0 0 0 0,0-1 0 0 0,0 1 1 0 0,-1 0-1 0 0,1 0 0 0 0,0 0 0 0 0,0 0 0 0 0,-1 0 0 0 0,1 0 1 0 0,0 0-1 0 0,-1 0 0 0 0,1-1 0 0 0,0 1 0 0 0,-1 0 1 0 0,1 0-1 0 0,0 0 0 0 0,-1 1 0 0 0,1-1 0 0 0,-1 0 1 0 0,-7 9 13 0 0,-1 14 7 0 0,1 31 221 0 0,7-51-242 0 0,-1-1 0 0 0,-1 1 0 0 0,1 0 0 0 0,2-1 0 0 0,-6 2 34 0 0,1 0 1 0 0,-1 0-1 0 0,0-1 1 0 0,-9 5-1 0 0,8-4 10 0 0,-73 40 370 0 0,24-9-160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2T16:19:02.077"/>
    </inkml:context>
    <inkml:brush xml:id="br0">
      <inkml:brushProperty name="width" value="0.35" units="cm"/>
      <inkml:brushProperty name="height" value="0.35" units="cm"/>
      <inkml:brushProperty name="color" value="#6EE7B7"/>
    </inkml:brush>
  </inkml:definitions>
  <inkml:trace contextRef="#ctx0" brushRef="#br0">2798 3824 4915 0 0,'-4'3'44'0'0,"0"1"0"0"0,0 0-1 0 0,0-1 1 0 0,-1 1 0 0 0,1-1 0 0 0,-7 3-1 0 0,5-2 11 0 0,1 0-25 0 0,4-3-20 0 0,0 0 1 0 0,0 0-1 0 0,0 0 1 0 0,0-1-1 0 0,0 1 1 0 0,-1 0-1 0 0,1-1 1 0 0,0 1-1 0 0,0 0 1 0 0,-1-1-1 0 0,1 1 1 0 0,0-1-1 0 0,-1 0 1 0 0,1 1-1 0 0,-2-1 1 0 0,2-2-10 0 0,-2 0 0 0 0,1 1 18 0 0,0 1 1 0 0,0-1-1 0 0,0 1 0 0 0,0-1 1 0 0,0 1-1 0 0,0 0 1 0 0,0 0-1 0 0,-1 0 0 0 0,1 0 1 0 0,0 0-1 0 0,-4 2 1 0 0,-14-2 120 0 0,17 0-137 0 0,-11-3 168 0 0,1-1-1 0 0,-25-9 1 0 0,-7 0 175 0 0,38 11-278 0 0,-1 0 1 0 0,0 0 0 0 0,1-1-1 0 0,-1 0 1 0 0,-8-4 0 0 0,2-1 51 0 0,12 7-98 0 0,0 0 0 0 0,0 1 0 0 0,0-1 0 0 0,0-1 0 0 0,0 1 0 0 0,0 0 0 0 0,0 0 0 0 0,1-1 1 0 0,-1 1-1 0 0,1-1 0 0 0,-1 1 0 0 0,1-1 0 0 0,-1 0 0 0 0,1 0 0 0 0,0 1 0 0 0,0-1 0 0 0,0 0 0 0 0,0 0 0 0 0,-1-3 0 0 0,-3-10 89 0 0,-1-1 0 0 0,-15-25 0 0 0,-27-66-71 0 0,33 71 11 0 0,-31-55-1 0 0,-54-84 408 0 0,92 160-452 0 0,0-1 1 0 0,1 1-1 0 0,1-2 1 0 0,-5-18-1 0 0,6 22-37 0 0,1 0 0 0 0,-12-23-1 0 0,10 24 7 0 0,0 0 0 0 0,1 0-1 0 0,-4-18 1 0 0,3 10-46 0 0,-16-40 1 0 0,8 25 28 0 0,37 71 225 0 0,9 38 488 0 0,24 82-1 0 0,41 133 883 0 0,-62-188-919 0 0,-29-87-486 0 0,1 1-1 0 0,1-1 0 0 0,0 0 0 0 0,16 21 1 0 0,2-7 35 0 0,-26-26-182 0 0,0 1 0 0 0,1 3 57 0 0,-1 0 0 0 0,2 0 0 0 0,-1 0 1 0 0,1 0-1 0 0,-1-1 0 0 0,5 9 0 0 0,-2-4-14 0 0,19 18 252 0 0,-17-15-267 0 0,-4-9 5 0 0,0 0 1 0 0,1 0-1 0 0,-1 0 1 0 0,1 0-1 0 0,0 0 0 0 0,0-1 1 0 0,6 6-1 0 0,-3-3 54 0 0,-2 1-1 0 0,1-1 1 0 0,-1 1 0 0 0,5 8 0 0 0,-8-12-78 0 0,-34-16 310 0 0,4 1-205 0 0,20 9-11 0 0,-1-1 0 0 0,1-1 1 0 0,0 1-1 0 0,0-2 0 0 0,0 1 0 0 0,-14-12 0 0 0,19 14-69 0 0,0 1-1 0 0,-1 0 1 0 0,1 0-1 0 0,-1 0 1 0 0,0 1-1 0 0,1 0 1 0 0,-1-1-1 0 0,0 2 1 0 0,0-1-1 0 0,-9 0 1 0 0,-15-3 65 0 0,-167-37 1106 0 0,72 8-500 0 0,85 21-427 0 0,21 6-136 0 0,0-1-1 0 0,1-1 0 0 0,-1-1 1 0 0,1 0-1 0 0,-26-20 0 0 0,30 21-26 0 0,0 0 0 0 0,-1 1-1 0 0,0 1 1 0 0,0 0-1 0 0,-23-5 1 0 0,20 6 48 0 0,0 0 0 0 0,0-2 0 0 0,-24-13 0 0 0,-42-24 335 0 0,50 27-152 0 0,0-1 1 0 0,-35-26-1 0 0,47 29-7 0 0,-42-21 0 0 0,16 10-46 0 0,46 25-293 0 0,-22-13 76 0 0,-42-18 0 0 0,50 25-76 0 0,1-1 0 0 0,0 0 0 0 0,-17-13 0 0 0,-24-14 0 0 0,46 30 0 0 0,0 0 0 0 0,0-1 0 0 0,1 0 0 0 0,0 0 0 0 0,1 0 0 0 0,-1-1 0 0 0,1-1 0 0 0,0 1 0 0 0,1-1 0 0 0,-7-10 0 0 0,-2-6-41 0 0,11 18 21 0 0,0 0 0 0 0,1 0 1 0 0,0 0-1 0 0,0 0 1 0 0,0 0-1 0 0,-3-11 0 0 0,-13-68-515 0 0,18 77 475 0 0,0 1 0 0 0,0 0 0 0 0,1 0 0 0 0,0-15-1 0 0,-1-20-173 0 0,-19-37-450 0 0,16 63 517 0 0,-2 1 0 0 0,0 0 0 0 0,-12-23 0 0 0,-2-4-10 0 0,-14-28-124 0 0,4 13 74 0 0,-11-25-193 0 0,30 58 296 0 0,-1 0-1 0 0,-16-23 1 0 0,12 10-30 0 0,11 23 94 0 0,-7-17-217 0 0,-30-48 0 0 0,28 55 141 0 0,-20-52-245 0 0,11 23 71 0 0,14 34 137 0 0,-1 0 0 0 0,-20-28-1 0 0,-12-7 232 0 0,-4-12-41 0 0,36 49-82 0 0,0 1 0 0 0,2-1 1 0 0,0 0-1 0 0,1-1 0 0 0,1 0 0 0 0,1 0 1 0 0,-4-24-1 0 0,-8-21-221 0 0,10 36 234 0 0,-9-24-226 0 0,9 31 128 0 0,0-1 0 0 0,2 1 0 0 0,-5-42 0 0 0,-30-154-739 0 0,30 174 623 0 0,5 24 175 0 0,1 1 0 0 0,0-1 0 0 0,2-1 1 0 0,-1-19-1 0 0,2-8-128 0 0,0 11-12 0 0,5-46 1 0 0,10-89-510 0 0,-8 16 120 0 0,-11 90 300 0 0,5 55 270 0 0,-1 0 0 0 0,0 0 0 0 0,0 1 0 0 0,0-1 0 0 0,-1 0 0 0 0,-1 0 0 0 0,1 1 0 0 0,-1 0 0 0 0,-5-10 0 0 0,-36-68-459 0 0,32 67 481 0 0,10 18 21 0 0,1-1 1 0 0,0 1-1 0 0,0-1 1 0 0,0 1-1 0 0,0-1 0 0 0,0 1 1 0 0,0-1-1 0 0,0 0 1 0 0,0 1-1 0 0,1-1 0 0 0,-1 0 1 0 0,1 0-1 0 0,-1 0 0 0 0,1 1 1 0 0,0-1-1 0 0,-1-3 1 0 0,13-95-454 0 0,-18 84 432 0 0,5 14 22 0 0,0 1 1 0 0,0 0-1 0 0,0-1 0 0 0,1 1 0 0 0,-1-1 0 0 0,0 1 0 0 0,1-1 0 0 0,-1 1 0 0 0,1-1 0 0 0,0 0 0 0 0,0 1 0 0 0,-1-1 0 0 0,1 0 1 0 0,0 1-1 0 0,0-1 0 0 0,1 1 0 0 0,-1-1 0 0 0,0 0 0 0 0,1-1 0 0 0,0-4 43 0 0,0 1 0 0 0,0-1-1 0 0,-1 1 1 0 0,0-1 0 0 0,0 1 0 0 0,-1-11-1 0 0,-1-7-43 0 0,3 3-19 0 0,0 15 10 0 0,-1 0-1 0 0,1 0 1 0 0,-1 0 0 0 0,-1 0 0 0 0,1 0-1 0 0,-1 0 1 0 0,0 0 0 0 0,0 0-1 0 0,-3-6 1 0 0,-8 77 309 0 0,-15 104 585 0 0,-8 99 364 0 0,34-68-317 0 0,15-23-203 0 0,-11-38-69 0 0,-3-124-539 0 0,0-14-107 0 0,0 0 3 0 0,0 0 0 0 0,0 0 0 0 0,0 0 0 0 0,0 0 0 0 0,0 0 0 0 0,1 0 0 0 0,-1 0 1 0 0,0 0-1 0 0,0-1 0 0 0,1 1 0 0 0,-1 0 0 0 0,0 0 0 0 0,1 0 0 0 0,0 1 0 0 0,1-28 125 0 0,-3 4-162 0 0,-7-36 0 0 0,3 25-5 0 0,-6-81-556 0 0,5-139 0 0 0,6 232 516 0 0,-1-2-55 0 0,5-39 0 0 0,38-128-567 0 0,-41 185 677 0 0,0-1 1 0 0,-1 1-1 0 0,1 0 0 0 0,-1-1 1 0 0,-1-6-1 0 0,2-23-95 0 0,-1-2 14 0 0,0 33 83 0 0,-1-1 0 0 0,0 1 1 0 0,0-1-1 0 0,0 1 0 0 0,-3-6 1 0 0,2 7 4 0 0,1 1 0 0 0,0-1 0 0 0,0 1 0 0 0,0-1 1 0 0,0 1-1 0 0,1-1 0 0 0,-1 1 0 0 0,0-1 1 0 0,1 0-1 0 0,0 0 0 0 0,0 1 0 0 0,0-1 0 0 0,0 0 1 0 0,0 1-1 0 0,0-1 0 0 0,1 0 0 0 0,-1 1 0 0 0,1-1 1 0 0,0 0-1 0 0,2-4 0 0 0,14-24-88 0 0,-17 31 91 0 0,1-1 1 0 0,0 1-1 0 0,0-1 1 0 0,0 1-1 0 0,0 0 1 0 0,0 0-1 0 0,-1-1 1 0 0,1 1-1 0 0,0 0 1 0 0,0 0-1 0 0,0 0 1 0 0,0 0-1 0 0,0 0 1 0 0,2 0-1 0 0,4 1 40 0 0,0 0 0 0 0,0 1 1 0 0,1-1-1 0 0,-1 1 0 0 0,-1 0 0 0 0,1 1 0 0 0,7 3 1 0 0,30 10 112 0 0,-9-7 195 0 0,59 23 0 0 0,-57-18-59 0 0,46 11-1 0 0,60 15 448 0 0,23 4 37 0 0,-148-39-653 0 0,0 0 1 0 0,0 0-1 0 0,-1 2 0 0 0,0 0 0 0 0,0 1 0 0 0,-1 1 1 0 0,0 0-1 0 0,0 1 0 0 0,-1 1 0 0 0,23 22 1 0 0,24 21 199 0 0,73 71 705 0 0,-101-93-769 0 0,-22-22-134 0 0,-1 1 0 0 0,12 14 0 0 0,-9-10 33 0 0,1 0 0 0 0,1-1 0 0 0,27 19 0 0 0,-34-26-136 0 0,108 91 812 0 0,-89-74-587 0 0,-23-19-194 0 0,0 0 0 0 0,1-1-1 0 0,-1 0 1 0 0,1 0 0 0 0,0 0 0 0 0,13 6-1 0 0,3-2 118 0 0,1 0 0 0 0,32 6-1 0 0,-49-11-112 0 0,1-1 0 0 0,0 1 0 0 0,-1-1-1 0 0,0 2 1 0 0,0-1 0 0 0,11 8 0 0 0,-1 0 85 0 0,-11-8-95 0 0,0 0 0 0 0,0 1 0 0 0,-1 0 0 0 0,1 0 0 0 0,-1 0 0 0 0,0 0 0 0 0,0 1 0 0 0,0 0 0 0 0,4 8 0 0 0,-4-7 4 0 0,0-1 0 0 0,0 1 0 0 0,0-1 0 0 0,7 6 0 0 0,27 27 198 0 0,-24-23-4 0 0,31 25 0 0 0,23 9 11 0 0,78 64 496 0 0,-89-55-742 0 0,-27-28 0 0 0,-22-23 0 0 0,0 1 0 0 0,0 0 0 0 0,-1 0 0 0 0,11 16 0 0 0,11 23 0 0 0,10 17 0 0 0,-31-48 0 0 0,2-1 0 0 0,18 25 0 0 0,8 10 0 0 0,-7-5 0 0 0,-16-28 0 0 0,-2 1 0 0 0,19 38 0 0 0,-24-42 0 0 0,2-1 0 0 0,0 1 0 0 0,0-1 0 0 0,1 0 0 0 0,19 20 0 0 0,-12-15 0 0 0,5 6 0 0 0,-14-17 0 0 0,0 1 0 0 0,-1-1 0 0 0,0 2 0 0 0,0-1 0 0 0,6 12 0 0 0,68 134 0 0 0,74 147 0 0 0,-104-181 0 0 0,-34-84 0 0 0,18 60 0 0 0,-11-4 0 0 0,1 39 0 0 0,-18-102 0 0 0,-3-16 0 0 0,0 1 0 0 0,-1-1 0 0 0,0 16 0 0 0,10 141 0 0 0,-4-119 0 0 0,-2 45 0 0 0,-6-96 0 0 0,0 1 0 0 0,0-1 0 0 0,0 1 0 0 0,0-1 0 0 0,0 1 0 0 0,0-1 0 0 0,0 1 0 0 0,0-1 0 0 0,-1 1 0 0 0,1-1 0 0 0,0 1 0 0 0,0-1 0 0 0,-1 1 0 0 0,1-1 0 0 0,0 0 0 0 0,0 1 0 0 0,-1-1 0 0 0,1 1 0 0 0,-1-1 0 0 0,1 0 0 0 0,0 1 0 0 0,-1-1 0 0 0,1 0 0 0 0,-1 1 0 0 0,1-1 0 0 0,0 0 0 0 0,-1 0 0 0 0,0 1 0 0 0,-17 0 0 0 0,-15-10 0 0 0,23 4-40 0 0,1-2 1 0 0,0 1-1 0 0,1-1 1 0 0,0 0-1 0 0,-13-14 1 0 0,-34-49-367 0 0,18 21 268 0 0,-49-60-679 0 0,-57-65 88 0 0,51 84 876 0 0,78 77-133 0 0,13 11-11 0 0,0 0 0 0 0,-1 1-1 0 0,1-1 1 0 0,-1 1-1 0 0,1 0 1 0 0,-1-1-1 0 0,1 1 1 0 0,-1 0 0 0 0,0 0-1 0 0,0 0 1 0 0,0 0-1 0 0,1 0 1 0 0,-1 1-1 0 0,0-1 1 0 0,0 0-1 0 0,0 1 1 0 0,0-1 0 0 0,0 1-1 0 0,0 0 1 0 0,-1 0-1 0 0,1 0 1 0 0,-2 0-1 0 0,-6 0 8 0 0,0-1-1 0 0,0 2 0 0 0,0 0 0 0 0,0 0 1 0 0,1 1-1 0 0,-1 0 0 0 0,0 0 0 0 0,1 1 1 0 0,-1 0-1 0 0,-10 6 0 0 0,8-2 10 0 0,0-1-1 0 0,0 2 0 0 0,0 0 1 0 0,1 0-1 0 0,0 1 0 0 0,1 0 1 0 0,0 1-1 0 0,0 0 0 0 0,1 1 1 0 0,1 0-1 0 0,-14 21 0 0 0,21-28-14 0 0,-1 1-1 0 0,1-1 1 0 0,0 1 0 0 0,0-1-1 0 0,0 1 1 0 0,0-1-1 0 0,1 1 1 0 0,0-1-1 0 0,0 7 1 0 0,8 44 38 0 0,-2-18-2 0 0,13 174 142 0 0,14 14 5 0 0,-28-200-169 0 0,1 19 58 0 0,2 79-1 0 0,-8-122-74 0 0,0 0-1 0 0,0 0 1 0 0,0 0-1 0 0,0-1 1 0 0,0 1-1 0 0,0 0 1 0 0,-1 0-1 0 0,1 0 1 0 0,0 0-1 0 0,-1-1 1 0 0,1 1-1 0 0,0 0 1 0 0,-1 0-1 0 0,1-1 1 0 0,-1 1-1 0 0,1 0 1 0 0,-1 0-1 0 0,1-1 1 0 0,-1 1-1 0 0,1-1 1 0 0,-1 1-1 0 0,0-1 1 0 0,1 1-1 0 0,-2 0 1 0 0,0 0 1 0 0,0-1 1 0 0,1 1-1 0 0,-1 0 1 0 0,0-1 0 0 0,0 0-1 0 0,0 1 1 0 0,0-1-1 0 0,1 0 1 0 0,-1 0-1 0 0,-3-1 1 0 0,-2 1 5 0 0,0-2-1 0 0,0 1 1 0 0,0-1 0 0 0,1 0 0 0 0,-7-3 0 0 0,5 1 10 0 0,0-1 1 0 0,0 0-1 0 0,-12-11 0 0 0,-7-5 6 0 0,7 7 30 0 0,0-2 0 0 0,-28-29-1 0 0,27 25-134 0 0,-33-26-1 0 0,-69-52-50 0 0,32 23-118 0 0,35 35 137 0 0,33 25 139 0 0,1-1 1 0 0,1-1-1 0 0,-21-22 1 0 0,10 7 1 0 0,-25-29 32 0 0,34 34-33 0 0,-2 1 0 0 0,-31-24 1 0 0,27 25-161 0 0,-40-46 1 0 0,34 32 162 0 0,20 22-62 0 0,0 0 0 0 0,1-1 0 0 0,-16-27 0 0 0,20 30-133 0 0,0 0 0 0 0,-14-15 0 0 0,12 16-31 0 0,1-1 1 0 0,-11-17-1 0 0,-6-6 6 0 0,11 7 231 0 0,-6-11-180 0 0,-57-155-944 0 0,49 122 754 0 0,3 14 31 0 0,-18-52-347 0 0,42 103 596 0 0,0 0 0 0 0,-10-17 0 0 0,9 18-4 0 0,0 1 0 0 0,1-1 0 0 0,-6-17 0 0 0,6 13-30 0 0,-1 0 0 0 0,0 0 0 0 0,-1 1 0 0 0,-1 0 0 0 0,-9-15 0 0 0,-46-53-206 0 0,36 48 158 0 0,23 27 78 0 0,-7-6 43 0 0,1-1 1 0 0,1 0 0 0 0,-14-25 0 0 0,7 0-75 0 0,8 20 2 0 0,0 0-1 0 0,-18-29 1 0 0,22 41 69 0 0,0-1 1 0 0,0 1-1 0 0,1-1 0 0 0,0 1 1 0 0,0-1-1 0 0,0 0 0 0 0,1 0 1 0 0,-1 0-1 0 0,1-7 1 0 0,0-7-123 0 0,2-30 0 0 0,0 13 26 0 0,-2 19 23 0 0,-1 1 0 0 0,-1 0 0 0 0,0 0 0 0 0,-1 0 0 0 0,-1 0 0 0 0,-9-20 0 0 0,7 18-32 0 0,1-1-1 0 0,1 1 1 0 0,-6-38 0 0 0,10 48 84 0 0,0 1-1 0 0,0-1 1 0 0,1 1 0 0 0,0-1-1 0 0,0 1 1 0 0,3-16-1 0 0,0 6-57 0 0,0 0-1 0 0,-2 0 0 0 0,0-1 1 0 0,-1 1-1 0 0,-5-35 0 0 0,-2 5-231 0 0,-2-79-1 0 0,7 90 147 0 0,0 0 0 0 0,-3 0-1 0 0,-8-37 1 0 0,8 28 8 0 0,5 39 128 0 0,0-1 0 0 0,0 1 0 0 0,-1 0 0 0 0,-1 0 0 0 0,1-1 1 0 0,-5-10-1 0 0,-8-33-181 0 0,11 42 186 0 0,1 1 0 0 0,0 0 0 0 0,1-1 0 0 0,0 1 0 0 0,0-1 0 0 0,1 1 0 0 0,0-1 0 0 0,0 0 0 0 0,1 1-1 0 0,0-1 1 0 0,3-8 0 0 0,-4 16 36 0 0,0 0-1 0 0,0 1 1 0 0,0-1-1 0 0,1 1 1 0 0,-1-1-1 0 0,0 1 1 0 0,0-1 0 0 0,1 0-1 0 0,-1 1 1 0 0,0-1-1 0 0,1 1 1 0 0,-1-1-1 0 0,1 1 1 0 0,-1 0-1 0 0,0-1 1 0 0,1 1-1 0 0,-1-1 1 0 0,1 1-1 0 0,-1 0 1 0 0,1-1-1 0 0,-1 1 1 0 0,1 0 0 0 0,0 0-1 0 0,-1-1 1 0 0,1 1-1 0 0,-1 0 1 0 0,1 0-1 0 0,0 0 1 0 0,-1 0-1 0 0,1 0 1 0 0,-1 0-1 0 0,1 0 1 0 0,0 0-1 0 0,21 10-57 0 0,-18-8 57 0 0,11 7 126 0 0,1-2 1 0 0,-1 0-1 0 0,21 7 0 0 0,-29-12-110 0 0,10 4 97 0 0,1 0 0 0 0,0-2 0 0 0,19 3 0 0 0,-23-4-22 0 0,-1 0 0 0 0,1 1 1 0 0,24 11-1 0 0,-17-6-11 0 0,120 54 759 0 0,-119-48-712 0 0,0 0 0 0 0,-1 2 1 0 0,0 0-1 0 0,17 21 0 0 0,5 2 182 0 0,144 134 1105 0 0,-146-142-1211 0 0,-30-24-122 0 0,0 1 0 0 0,0-1 0 0 0,-1 1 0 0 0,13 16 0 0 0,-23-25-78 0 0,0 0-1 0 0,1 0 0 0 0,-1 0 0 0 0,0 0 1 0 0,0 1-1 0 0,0-1 0 0 0,0 0 1 0 0,0 0-1 0 0,0 0 0 0 0,0 0 1 0 0,0 0-1 0 0,0 0 0 0 0,1 0 1 0 0,-1 0-1 0 0,0 0 0 0 0,0 0 1 0 0,0 1-1 0 0,0-1 0 0 0,0 0 1 0 0,0 0-1 0 0,0 0 0 0 0,0 0 1 0 0,0 0-1 0 0,0 0 0 0 0,0 1 1 0 0,0-1-1 0 0,0 0 0 0 0,0 0 1 0 0,0 0-1 0 0,0 0 0 0 0,0 0 1 0 0,0 0-1 0 0,0 1 0 0 0,0-1 1 0 0,0 0-1 0 0,0 0 0 0 0,0 0 1 0 0,0 0-1 0 0,0 0 0 0 0,0 0 1 0 0,0 0-1 0 0,0 1 0 0 0,0-1 1 0 0,0 0-1 0 0,-1 0 0 0 0,1 0 1 0 0,0 0-1 0 0,0 0 0 0 0,0 0 1 0 0,0 0-1 0 0,0 0 0 0 0,0 0 0 0 0,0 0 1 0 0,0 1-1 0 0,-1-1 0 0 0,1 0 1 0 0,0 0-1 0 0,0 0 0 0 0,0 0 1 0 0,0 0-1 0 0,0 0 0 0 0,0 0 1 0 0,-1 0-1 0 0,-12-3 52 0 0,-24-11 84 0 0,31 12-106 0 0,-21-11 239 0 0,-50-30 0 0 0,50 26-2 0 0,-47-21 1 0 0,25 18-35 0 0,-190-75 955 0 0,213 85-1034 0 0,1 0 0 0 0,1-2 0 0 0,-35-21 0 0 0,-10-4 296 0 0,48 27-255 0 0,1-1-1 0 0,-28-18 1 0 0,43 25-161 0 0,0 0-1 0 0,0 1 0 0 0,0-1 1 0 0,-1 2-1 0 0,1-1 1 0 0,-1 0-1 0 0,0 1 1 0 0,1 0-1 0 0,-11-1 1 0 0,12 2-9 0 0,0 1 1 0 0,-1 0-1 0 0,1 0 0 0 0,0 0 1 0 0,0 1-1 0 0,-1 0 1 0 0,1-1-1 0 0,0 1 0 0 0,0 1 1 0 0,0-1-1 0 0,0 1 1 0 0,0-1-1 0 0,1 1 1 0 0,-8 5-1 0 0,2 0 62 0 0,-1 1 1 0 0,-13 13-1 0 0,19-15-43 0 0,-1-1-1 0 0,0 0 1 0 0,-1 0-1 0 0,1 0 1 0 0,-1-1 0 0 0,0 0-1 0 0,0 0 1 0 0,0-1-1 0 0,0 1 1 0 0,-1-1 0 0 0,-9 3-1 0 0,16-6-36 0 0,-1 0-1 0 0,0 0 0 0 0,1 0 0 0 0,-1 0 1 0 0,1 0-1 0 0,-1 0 0 0 0,0 0 0 0 0,1 0 1 0 0,-1 0-1 0 0,0 0 0 0 0,1-1 0 0 0,-1 1 1 0 0,0 0-1 0 0,1 0 0 0 0,-1-1 1 0 0,1 1-1 0 0,-1 0 0 0 0,1-1 0 0 0,-1 1 1 0 0,1 0-1 0 0,-1-1 0 0 0,1 1 0 0 0,-1-1 1 0 0,0 0-1 0 0,-7-19 110 0 0,6-27-153 0 0,2 40-45 0 0,6-92-443 0 0,-6 86 397 0 0,1 1 1 0 0,1 0-1 0 0,0-1 1 0 0,0 1-1 0 0,6-14 1 0 0,-6 19 67 0 0,1-1 0 0 0,0 1 0 0 0,1 0-1 0 0,-1 0 1 0 0,1 1 0 0 0,0-1 0 0 0,1 1 0 0 0,0 0 0 0 0,7-8 0 0 0,-9 12 64 0 0,1-1 0 0 0,-1 1 1 0 0,1 0-1 0 0,0 0 1 0 0,0 1-1 0 0,-1-1 1 0 0,1 1-1 0 0,0 0 1 0 0,0 0-1 0 0,1 0 1 0 0,-1 1-1 0 0,0-1 1 0 0,0 1-1 0 0,6 0 1 0 0,10 1 24 0 0,35 6 1 0 0,-31-4-4 0 0,26 3 19 0 0,-9-2 15 0 0,-1 2 1 0 0,64 18 0 0 0,-92-20-47 0 0,0 0-1 0 0,-1 1 1 0 0,0 0 0 0 0,0 0-1 0 0,0 2 1 0 0,0-1 0 0 0,-1 1-1 0 0,0 1 1 0 0,-1 0 0 0 0,0 0-1 0 0,0 1 1 0 0,15 19 0 0 0,-19-20-7 0 0,39 53 121 0 0,65 71 1 0 0,-75-99-64 0 0,1-1 1 0 0,2-1 0 0 0,47 28 0 0 0,129 68 181 0 0,-162-98-185 0 0,21 11 8 0 0,11 6 65 0 0,-1 3 0 0 0,80 65 1 0 0,-129-87-82 0 0,99 86 101 0 0,-108-90-109 0 0,-1 1 1 0 0,-1 1-1 0 0,22 33 1 0 0,59 74 132 0 0,-102-131-179 0 0,326 530 174 0 0,-202-246-174 0 0,-78-169 0 0 0,-27-63 0 0 0,25 109 0 0 0,-28-74 0 0 0,-16-85 0 0 0,-1-2 0 0 0,1 1 0 0 0,-1 0 0 0 0,0-1 0 0 0,0 1 0 0 0,1-1 0 0 0,-1 1 0 0 0,0 0 0 0 0,0-1 0 0 0,-1 1 0 0 0,1-1 0 0 0,0 1 0 0 0,-1-1 0 0 0,0 4 0 0 0,1-5 0 0 0,-1 0 0 0 0,1 0 0 0 0,-1 0 0 0 0,1 0 0 0 0,0 0 0 0 0,-1 0 0 0 0,1 0 0 0 0,-1 0 0 0 0,1 0 0 0 0,-1-1 0 0 0,1 1 0 0 0,0 0 0 0 0,-1 0 0 0 0,1 0 0 0 0,-1 0 0 0 0,1-1 0 0 0,0 1 0 0 0,-1 0 0 0 0,1 0 0 0 0,0-1 0 0 0,-1 1 0 0 0,1 0 0 0 0,0-1 0 0 0,0 1 0 0 0,-1 0 0 0 0,1-1 0 0 0,0 1 0 0 0,0 0 0 0 0,-1-1 0 0 0,-10-13 0 0 0,10 14 0 0 0,-69-86-415 0 0,-82-111-1133 0 0,-157-311-2084 0 0,301 492 3514 0 0,-42-79-807 0 0,-5 2-1 0 0,-68-89 1 0 0,85 134 596 0 0,-8-12-490 0 0,-106-105 0 0 0,130 147 941 0 0,-2 0 1 0 0,0 1-1 0 0,-1 1 0 0 0,-1 2 1 0 0,0 0-1 0 0,-53-18 0 0 0,-176-37 919 0 0,137 41-636 0 0,-36-11 223 0 0,104 30-352 0 0,34 7-205 0 0,-1-1-1 0 0,1-1 0 0 0,0 0 1 0 0,-18-7-1 0 0,1-3 132 0 0,18 8-89 0 0,0 0 0 0 0,-28-18-1 0 0,21 12-7 0 0,17 7-86 0 0,1 0 1 0 0,0 0-1 0 0,0-1 1 0 0,0 0-1 0 0,1 1 0 0 0,0-1 1 0 0,0 0-1 0 0,0 0 0 0 0,1-1 1 0 0,-2-7-1 0 0,-3-5-15 0 0,6 12-87 0 0,6 6 98 0 0,-5 1-10 0 0,1 1 0 0 0,0-1 1 0 0,0 1-1 0 0,0 0 0 0 0,-1-1 1 0 0,1 1-1 0 0,0-1 1 0 0,-1 1-1 0 0,1 0 0 0 0,-1 0 1 0 0,1-1-1 0 0,0 1 0 0 0,-1 0 1 0 0,1 1-1 0 0,27 67 192 0 0,-12-30-61 0 0,17 58 1 0 0,2 28 287 0 0,5-2 1 0 0,80 167-1 0 0,38 10 350 0 0,-70-140-419 0 0,-51-96-49 0 0,71 93 1 0 0,72 79 434 0 0,-97-129-472 0 0,57 82 257 0 0,39 50 270 0 0,-101-141-589 0 0,-60-77-207 0 0,-10-12 0 0 0,-1 0 0 0 0,11 16 0 0 0,-18-25 0 0 0,0 0 0 0 0,0 0 0 0 0,0 1 0 0 0,0-1 0 0 0,0 0 0 0 0,1 0 0 0 0,-1 0 0 0 0,0 0 0 0 0,0 0 0 0 0,0 0 0 0 0,0 0 0 0 0,0 0 0 0 0,0 0 0 0 0,0 1 0 0 0,0-1 0 0 0,0 0 0 0 0,0 0 0 0 0,0 0 0 0 0,0 0 0 0 0,0 0 0 0 0,0 0 0 0 0,0 0 0 0 0,0 1 0 0 0,0-1 0 0 0,0 0 0 0 0,0 0 0 0 0,0 0 0 0 0,0 0 0 0 0,0 0 0 0 0,0 0 0 0 0,0 1 0 0 0,0-1 0 0 0,0 0 0 0 0,0 0 0 0 0,0 0 0 0 0,0 0 0 0 0,0 0 0 0 0,0 0 0 0 0,0 0 0 0 0,0 0 0 0 0,0 1 0 0 0,-1-1 0 0 0,1 0 0 0 0,0 0 0 0 0,0 0 0 0 0,0 0 0 0 0,0 0 0 0 0,0 0 0 0 0,0 0 0 0 0,0 0 0 0 0,0 0 0 0 0,-1 0 0 0 0,1 0 0 0 0,0 0 0 0 0,-9-2 0 0 0,-9-7 0 0 0,2-2-69 0 0,1 0 0 0 0,-23-24 0 0 0,15 13-6 0 0,-59-56-796 0 0,4-4 1 0 0,-75-101 0 0 0,-113-199-1819 0 0,-54-140-836 0 0,247 384 2491 0 0,34 61 460 0 0,-12-8 128 0 0,-7-14 122 0 0,54 89 286 0 0,-1 0 1 0 0,1 0 0 0 0,1-1 0 0 0,0 1 0 0 0,0-1 0 0 0,1 0-1 0 0,1 0 1 0 0,0 0 0 0 0,0 0 0 0 0,1 0 0 0 0,1 0 0 0 0,2-20 0 0 0,0-3-69 0 0,-3 26 90 0 0,1 1-1 0 0,-1 0 1 0 0,1 0 0 0 0,1-1 0 0 0,-1 1 0 0 0,5-10 0 0 0,-3 10 0 0 0,-3 5 15 0 0,1 1 1 0 0,-1-1-1 0 0,1 0 0 0 0,-1 0 1 0 0,1 0-1 0 0,0 1 1 0 0,0-1-1 0 0,0 0 0 0 0,0 1 1 0 0,0-1-1 0 0,0 0 1 0 0,1 1-1 0 0,-1 0 0 0 0,0-1 1 0 0,1 1-1 0 0,-1 0 0 0 0,1 0 1 0 0,0 0-1 0 0,-1 0 1 0 0,1 0-1 0 0,0 0 0 0 0,-1 0 1 0 0,1 0-1 0 0,0 1 1 0 0,0-1-1 0 0,0 1 0 0 0,0-1 1 0 0,0 1-1 0 0,0 0 1 0 0,2 0-1 0 0,7 0 55 0 0,1 2 0 0 0,-1-1 1 0 0,0 1-1 0 0,0 1 0 0 0,0 0 0 0 0,0 1 1 0 0,12 6-1 0 0,74 41 510 0 0,-75-39-424 0 0,49 33 397 0 0,-2 2 0 0 0,73 68 0 0 0,-92-78 16 0 0,95 55 0 0 0,-97-64-325 0 0,45 20 374 0 0,-68-37-431 0 0,-1 1 0 0 0,0 1 0 0 0,-1 2 1 0 0,37 28-1 0 0,-3 12 247 0 0,-1 3 1 0 0,-4 1-1 0 0,-1 3 1 0 0,-4 3-1 0 0,-3 1 0 0 0,49 96 1 0 0,118 207 1566 0 0,-202-358-1959 0 0,-7-12-28 0 0,-4-6-1 0 0,-18-32-190 0 0,-2 0 1 0 0,-32-41-1 0 0,-2-4-134 0 0,38 54 120 0 0,-263-415-2828 0 0,-37 24 35 0 0,286 383 2709 0 0,13 13 266 0 0,-2 2 0 0 0,0 0 0 0 0,-2 1 1 0 0,-43-32-1 0 0,62 52 38 0 0,1 0 0 0 0,-1 0 0 0 0,1 1 0 0 0,-1 0 0 0 0,0-1 0 0 0,0 1 1 0 0,1 1-1 0 0,-1-1 0 0 0,0 0 0 0 0,0 1 0 0 0,0 0 0 0 0,-8 1 0 0 0,-20-3 110 0 0,11-2-77 0 0,8 1 42 0 0,0 1 0 0 0,-23-1 0 0 0,2 10 108 0 0,33-7-189 0 0,0 0 1 0 0,-1 0-1 0 0,1 0 1 0 0,0 0-1 0 0,-1 0 1 0 0,1 0-1 0 0,0 0 1 0 0,-1 1-1 0 0,1-1 1 0 0,0 0-1 0 0,-1 1 1 0 0,1-1-1 0 0,0 1 1 0 0,0-1 0 0 0,0 1-1 0 0,-1 0 1 0 0,1-1-1 0 0,0 1 1 0 0,0 0-1 0 0,0 0 1 0 0,0 0-1 0 0,0 0 1 0 0,0 0-1 0 0,1 0 1 0 0,-2 1-1 0 0,2 0 3 0 0,-1 0 0 0 0,1 0 0 0 0,0-1-1 0 0,0 1 1 0 0,0 0 0 0 0,0-1 0 0 0,0 1 0 0 0,0 0-1 0 0,0 0 1 0 0,1-1 0 0 0,-1 1 0 0 0,1 0-1 0 0,-1-1 1 0 0,1 1 0 0 0,0 0 0 0 0,-1-1 0 0 0,1 1-1 0 0,0-1 1 0 0,2 3 0 0 0,13 24 188 0 0,18 46 1 0 0,-15-30-19 0 0,199 341 1294 0 0,-174-313-1210 0 0,254 365 1515 0 0,-258-387-1429 0 0,1-1-1 0 0,72 63 1 0 0,-104-104-302 0 0,-6-6-27 0 0,0 1-1 0 0,0-1 1 0 0,0 1-1 0 0,-1 0 1 0 0,1 0-1 0 0,-1 0 1 0 0,4 6-1 0 0,-4-7-20 0 0,-16-6 0 0 0,-16-15 87 0 0,1 2 183 0 0,-34-17 0 0 0,28 17-109 0 0,2-1 0 0 0,0-2-1 0 0,-41-33 1 0 0,-82-81-1196 0 0,150 129 971 0 0,-36-35-490 0 0,2-2 1 0 0,-68-94-1 0 0,-50-108-1112 0 0,103 154 1038 0 0,3 7-322 0 0,-3 3 0 0 0,-130-143 0 0 0,176 214 1018 0 0,3 2-8 0 0,-2-1 0 0 0,1 1 0 0 0,-1 1 0 0 0,0-1 0 0 0,-14-8 1 0 0,21 15-61 0 0,1 0 0 0 0,0 0 1 0 0,-1 0-1 0 0,1-1 0 0 0,0 1 1 0 0,-1 0-1 0 0,1 0 0 0 0,0 0 1 0 0,-1 0-1 0 0,1 0 1 0 0,0 0-1 0 0,-1 0 0 0 0,1 0 1 0 0,0 0-1 0 0,-1 0 0 0 0,1 0 1 0 0,-1 0-1 0 0,1 0 1 0 0,0 0-1 0 0,-1 0 0 0 0,1 0 1 0 0,0 0-1 0 0,-1 0 0 0 0,1 0 1 0 0,0 1-1 0 0,-1-1 1 0 0,1 0-1 0 0,0 0 0 0 0,-1 0 1 0 0,1 1-1 0 0,0-1 0 0 0,0 0 1 0 0,-1 0-1 0 0,1 1 1 0 0,-3 14 61 0 0,9 19 51 0 0,-6-33-113 0 0,8 21 103 0 0,0-1 0 0 0,2 0 0 0 0,0 0 0 0 0,1-1 0 0 0,15 20 0 0 0,-12-18-8 0 0,322 455 1779 0 0,-142-246-883 0 0,-28-35-216 0 0,17 15 166 0 0,-56-77-137 0 0,-28-39-159 0 0,-98-95-642 0 0,-1 1 1 0 0,1 0 0 0 0,0-1 0 0 0,0 1-1 0 0,0 0 1 0 0,-1-1 0 0 0,1 1-1 0 0,0-1 1 0 0,0 1 0 0 0,0-1-1 0 0,0 0 1 0 0,0 1 0 0 0,0-1 0 0 0,0 0-1 0 0,0 0 1 0 0,0 0 0 0 0,0 0-1 0 0,0 0 1 0 0,0 0 0 0 0,0 0-1 0 0,0 0 1 0 0,0 0 0 0 0,0 0 0 0 0,0 0-1 0 0,0-1 1 0 0,0 1 0 0 0,0 0-1 0 0,0-1 1 0 0,0 1 0 0 0,-1-1-1 0 0,1 1 1 0 0,0-1 0 0 0,0 1 0 0 0,0-1-1 0 0,0 0 1 0 0,-1 1 0 0 0,1-1-1 0 0,0 0 1 0 0,-1 1 0 0 0,1-1 0 0 0,-1 0-1 0 0,1 0 1 0 0,-1 0 0 0 0,1 0-1 0 0,-1 0 1 0 0,1 0 0 0 0,-1 0-1 0 0,0 1 1 0 0,1-1 0 0 0,-1-2 0 0 0,12-44 77 0 0,-7 23-297 0 0,2 0-1 0 0,11-30 0 0 0,-16 48 181 0 0,-1 0-1 0 0,0 1 1 0 0,-1-1 0 0 0,1 0-1 0 0,-1 0 1 0 0,0 0 0 0 0,0 0-1 0 0,-1 0 1 0 0,0 1-1 0 0,0-1 1 0 0,-4-10 0 0 0,-1-15-179 0 0,2 8 51 0 0,-2 0 0 0 0,-1 0 0 0 0,-10-23 0 0 0,12 31 90 0 0,-2-3-19 0 0,-1 0-1 0 0,-1 0 1 0 0,0 1 0 0 0,-1 0 0 0 0,-1 1 0 0 0,0 0 0 0 0,-2 0 0 0 0,-24-24-1 0 0,-31-29-280 0 0,39 43 241 0 0,-46-54-1 0 0,64 66 28 0 0,1 0 0 0 0,1-1-1 0 0,0-1 1 0 0,1 1 0 0 0,0-1 0 0 0,-7-24 0 0 0,9 25 5 0 0,-5-23-188 0 0,10 36 281 0 0,1 0 0 0 0,-1 0 0 0 0,1 0 0 0 0,0-1 0 0 0,0 1 0 0 0,0 0 0 0 0,0 0 0 0 0,0 0 0 0 0,1-1 0 0 0,-1 1 0 0 0,1 0 0 0 0,-1 0-1 0 0,2-4 1 0 0,-1 5 11 0 0,0 0 0 0 0,-1 1 0 0 0,1-1 0 0 0,0 0-1 0 0,-1 0 1 0 0,1 1 0 0 0,0-1 0 0 0,0 0 0 0 0,0 1-1 0 0,0-1 1 0 0,-1 1 0 0 0,1-1 0 0 0,0 1 0 0 0,0 0-1 0 0,0-1 1 0 0,0 1 0 0 0,0 0 0 0 0,0 0 0 0 0,0-1-1 0 0,0 1 1 0 0,0 0 0 0 0,0 0 0 0 0,0 0-1 0 0,0 0 1 0 0,0 1 0 0 0,0-1 0 0 0,0 0 0 0 0,0 0-1 0 0,0 0 1 0 0,2 1 0 0 0,32 15 57 0 0,-25-11-22 0 0,13 6 40 0 0,0 2-1 0 0,0 0 1 0 0,-1 1-1 0 0,-1 2 0 0 0,0 0 1 0 0,-1 1-1 0 0,-1 1 1 0 0,-1 0-1 0 0,21 28 0 0 0,-19-19 27 0 0,-1 2 0 0 0,-2 0 0 0 0,0 1-1 0 0,-3 1 1 0 0,0 0 0 0 0,16 55-1 0 0,32 130 451 0 0,-55-194-474 0 0,-1 1 1 0 0,-1-1-1 0 0,-1 1 1 0 0,2 42-1 0 0,-6-58-60 0 0,0 1 1 0 0,-1-1-1 0 0,0 0 0 0 0,0 1 0 0 0,-1-1 0 0 0,0 0 1 0 0,0 0-1 0 0,-1 0 0 0 0,0 0 0 0 0,-7 13 0 0 0,8-17-6 0 0,0 0 0 0 0,-1 1 0 0 0,1-1 0 0 0,-1 0 0 0 0,0-1 0 0 0,0 1-1 0 0,0 0 1 0 0,0-1 0 0 0,0 0 0 0 0,-1 0 0 0 0,1 0 0 0 0,-1 0 0 0 0,0 0-1 0 0,1-1 1 0 0,-1 1 0 0 0,0-1 0 0 0,0 0 0 0 0,0 0 0 0 0,0-1 0 0 0,0 1-1 0 0,-7-1 1 0 0,-4 0 29 0 0,-1-2 1 0 0,1 0-1 0 0,-1-1 0 0 0,1-1 0 0 0,0 0 0 0 0,0-1 0 0 0,0 0 0 0 0,1-2 0 0 0,0 1 0 0 0,0-2 1 0 0,-13-9-1 0 0,-12-10-206 0 0,1-3-1 0 0,-45-43 1 0 0,39 31-221 0 0,2-1 0 0 0,2-2 0 0 0,2-2-1 0 0,-43-68 1 0 0,50 62-105 0 0,4 0-1 0 0,1-2 1 0 0,-34-108 0 0 0,55 145 327 0 0,1 4 55 0 0,0 1 1 0 0,0-1-1 0 0,-1 1 1 0 0,-13-23 0 0 0,17 35 104 0 0,1 1 0 0 0,-1-1 0 0 0,1 0 0 0 0,-1 1 1 0 0,1-1-1 0 0,-1 0 0 0 0,0 1 0 0 0,1-1 1 0 0,-1 1-1 0 0,0-1 0 0 0,1 1 0 0 0,-1 0 1 0 0,0-1-1 0 0,0 1 0 0 0,0 0 0 0 0,1-1 0 0 0,-1 1 1 0 0,0 0-1 0 0,0 0 0 0 0,-1 0 0 0 0,2 0 2 0 0,-1 0-1 0 0,1 0 0 0 0,-1 0 1 0 0,1 0-1 0 0,0 0 0 0 0,-1 0 1 0 0,1 0-1 0 0,-1 0 0 0 0,1 1 1 0 0,0-1-1 0 0,-1 0 0 0 0,1 0 1 0 0,0 1-1 0 0,-1-1 0 0 0,1 0 1 0 0,0 0-1 0 0,-1 1 0 0 0,1-1 1 0 0,0 0-1 0 0,-1 1 0 0 0,1-1 1 0 0,0 0-1 0 0,0 1 0 0 0,0-1 1 0 0,-1 1-1 0 0,1-1 0 0 0,0 0 1 0 0,0 1-1 0 0,0-1 0 0 0,0 1 1 0 0,0-1-1 0 0,0 1 0 0 0,0-1 1 0 0,0 0-1 0 0,0 1 0 0 0,0 0 1 0 0,1 13 14 0 0,0-1 1 0 0,2 1-1 0 0,0-1 1 0 0,6 18-1 0 0,3 14 137 0 0,47 183 456 0 0,31 213 641 0 0,-31-140-419 0 0,-53-271-718 0 0,2 0 1 0 0,2-1 0 0 0,0 1 0 0 0,21 39 0 0 0,-20-51-24 0 0,0 0 0 0 0,0 0-1 0 0,2-1 1 0 0,0-1 0 0 0,1 0-1 0 0,1-1 1 0 0,23 19 0 0 0,-30-27-66 0 0,-5-4-9 0 0,-1-1 0 0 0,1 1-1 0 0,0-1 1 0 0,0 0 0 0 0,1 1 0 0 0,-1-1-1 0 0,0-1 1 0 0,1 1 0 0 0,-1 0-1 0 0,1-1 1 0 0,4 2 0 0 0,-8-5-12 0 0,0 1 0 0 0,-1-1 0 0 0,1 1 0 0 0,-1-1 1 0 0,1 1-1 0 0,-1 0 0 0 0,0-1 0 0 0,0 1 0 0 0,1 0 0 0 0,-1 0 0 0 0,-1-2 0 0 0,-111-151-529 0 0,60 77-191 0 0,-64-70-1 0 0,-138-105-1052 0 0,96 98 704 0 0,-55-95-550 0 0,168 193 1578 0 0,38 45 82 0 0,0 1 0 0 0,-1 1 1 0 0,0-1-1 0 0,-20-14 0 0 0,22 23 32 0 0,9 9-30 0 0,6 8 46 0 0,102 138 670 0 0,-20-24-158 0 0,135 136 578 0 0,-118-144-659 0 0,-34-36-139 0 0,133 149 748 0 0,-157-181-727 0 0,-42-49-373 0 0,-6-5-26 0 0,0 0-1 0 0,-1 1 1 0 0,1-1-1 0 0,-1 0 1 0 0,1 0 0 0 0,-1 1-1 0 0,1-1 1 0 0,-1 1-1 0 0,1-1 1 0 0,-1 0-1 0 0,1 1 1 0 0,-1-1-1 0 0,1 1 1 0 0,-1-1 0 0 0,0 1-1 0 0,1-1 1 0 0,-1 1-1 0 0,0-1 1 0 0,1 2-1 0 0,-25-8 115 0 0,7 0-47 0 0,0-2 1 0 0,0 0-1 0 0,-30-21 0 0 0,-46-40-360 0 0,50 36 63 0 0,-207-171-1287 0 0,216 171 1223 0 0,1-1-1 0 0,2-1 0 0 0,1-2 0 0 0,-45-73 0 0 0,53 70 13 0 0,2 0 1 0 0,2-1-1 0 0,2-1 1 0 0,-15-58-1 0 0,23 68 95 0 0,2 0-1 0 0,1 0 0 0 0,2 0 0 0 0,1-1 1 0 0,1 1-1 0 0,7-57 0 0 0,-1 52-41 0 0,2 1-1 0 0,2 0 0 0 0,1 0 1 0 0,22-51-1 0 0,-25 71 124 0 0,1 1 1 0 0,0 0-1 0 0,1 0 1 0 0,1 1-1 0 0,0 0 1 0 0,1 0-1 0 0,0 1 1 0 0,1 1-1 0 0,0 0 1 0 0,1 0-1 0 0,27-17 1 0 0,-29 23 154 0 0,-1 0-1 0 0,1 2 1 0 0,0-1 0 0 0,1 1-1 0 0,-1 0 1 0 0,1 1 0 0 0,-1 1 0 0 0,1 0-1 0 0,13-1 1 0 0,-7 3 46 0 0,1 0 0 0 0,-1 2 0 0 0,0-1 0 0 0,0 2 0 0 0,23 6 0 0 0,11 8 283 0 0,-1 3-1 0 0,94 49 1 0 0,-131-62-320 0 0,406 232 2028 0 0,-383-212-1764 0 0,0 1-1 0 0,-2 2 1 0 0,50 54 0 0 0,-84-83-314 0 0,1 1 1 0 0,-1-1-1 0 0,0 0 0 0 0,1 0 1 0 0,-1 0-1 0 0,1 0 0 0 0,-1 0 0 0 0,1 0 1 0 0,0 0-1 0 0,3 1 0 0 0,1-5-25 0 0,-7-10 40 0 0,-7-10-79 0 0,-2 1-1 0 0,0 0 1 0 0,-2 0 0 0 0,0 1 0 0 0,-17-22 0 0 0,-9-15-180 0 0,-214-403-1766 0 0,130 230 1010 0 0,121 228 973 0 0,-38-69-556 0 0,-58-82 0 0 0,87 138 514 0 0,10 15 55 0 0,0 1 1 0 0,0 0-1 0 0,0 0 1 0 0,0 0-1 0 0,-1 0 1 0 0,1-1-1 0 0,0 1 1 0 0,0 0-1 0 0,0 0 1 0 0,0-1-1 0 0,0 1 1 0 0,-1 0-1 0 0,1 0 1 0 0,0 0-1 0 0,0-1 1 0 0,0 1-1 0 0,0 0 1 0 0,0 0 0 0 0,0-1-1 0 0,0 1 1 0 0,0 0-1 0 0,0-1 1 0 0,0 1-1 0 0,0 0 1 0 0,0 0-1 0 0,0-1 1 0 0,0 1-1 0 0,0 0 1 0 0,1 0-1 0 0,-1-1 1 0 0,0 1-1 0 0,0 0 1 0 0,0 0-1 0 0,0 0 1 0 0,0-1-1 0 0,0 1 1 0 0,1 0-1 0 0,-1 0 1 0 0,0 0-1 0 0,0-1 1 0 0,0 1-1 0 0,1 0 1 0 0,-1 0 0 0 0,0 0-1 0 0,0 0 1 0 0,0 0-1 0 0,1-1 1 0 0,-1 1-1 0 0,0 0 1 0 0,0 0-1 0 0,1 0 1 0 0,-1 0-1 0 0,0 0 1 0 0,0 0-1 0 0,1 0 1 0 0,-1 0-1 0 0,0 0 1 0 0,0 0-1 0 0,1 0 1 0 0,-1 0-1 0 0,0 0 1 0 0,0 0-1 0 0,1 0 1 0 0,-1 0-1 0 0,0 0 1 0 0,0 0-1 0 0,1 1 1 0 0,-1-1-1 0 0,0 0 1 0 0,5 3 19 0 0,0 0 1 0 0,0 0-1 0 0,0 0 1 0 0,-1 1-1 0 0,1-1 1 0 0,-1 1-1 0 0,0 0 0 0 0,0 1 1 0 0,-1-1-1 0 0,7 10 1 0 0,5 5 105 0 0,119 139 1095 0 0,114 178 1 0 0,-176-229-694 0 0,240 335 1633 0 0,-28-79-250 0 0,-277-355-1803 0 0,-5-4-82 0 0,0-1 1 0 0,1 1-1 0 0,-1-1 0 0 0,1 0 1 0 0,0 0-1 0 0,0 0 0 0 0,0 0 1 0 0,1-1-1 0 0,-1 1 0 0 0,5 2 1 0 0,-7-5-22 0 0,-1 0 0 0 0,0 0 0 0 0,1 0 0 0 0,-1 0 0 0 0,0 0 0 0 0,1 0 0 0 0,-1 0 0 0 0,1 0 0 0 0,-1 0 0 0 0,0-1 0 0 0,1 1 0 0 0,-1 0 0 0 0,0 0 0 0 0,1 0 0 0 0,-1 0 1 0 0,0-1-1 0 0,1 1 0 0 0,-1 0 0 0 0,0 0 0 0 0,0-1 0 0 0,1 1 0 0 0,-1 0 0 0 0,0 0 0 0 0,0-1 0 0 0,1 1 0 0 0,-1 0 0 0 0,0-1 0 0 0,0 1 0 0 0,0 0 0 0 0,0-1 0 0 0,1 1 0 0 0,-1 0 0 0 0,0-1 0 0 0,0 1 0 0 0,0 0 0 0 0,0-1 1 0 0,0 1-1 0 0,0-1 0 0 0,0 1 0 0 0,0 0 0 0 0,0-1 0 0 0,0 1 0 0 0,0 0 0 0 0,0-1 0 0 0,0 1 0 0 0,-1-1 0 0 0,-1-20 73 0 0,1 20-60 0 0,-4-17-121 0 0,-1 0 0 0 0,-1 1 0 0 0,-1-1-1 0 0,-1 1 1 0 0,0 1 0 0 0,-12-17 0 0 0,-5-10-140 0 0,-178-339-1893 0 0,-66-210-1083 0 0,257 562 3050 0 0,-106-234-1235 0 0,80 189 662 0 0,-67-101 0 0 0,54 90 194 0 0,41 70 516 0 0,25 51 6 0 0,22 37 744 0 0,60 88 1 0 0,-51-88-369 0 0,48 85 1170 0 0,105 246 0 0 0,-195-397-1496 0 0,5 11 94 0 0,-1 0 0 0 0,0 1-1 0 0,-2-1 1 0 0,0 1 0 0 0,-1 1 0 0 0,3 28 0 0 0,-7-47-115 0 0,0 1 0 0 0,1-1 0 0 0,-1 0 0 0 0,0 0 0 0 0,0 1 0 0 0,0-1 0 0 0,0 0 0 0 0,0 0 0 0 0,0 1 0 0 0,0-1 0 0 0,0 0 0 0 0,0 0 0 0 0,-1 1 0 0 0,1-1 0 0 0,0 0 0 0 0,0 0 0 0 0,0 1 0 0 0,0-1 0 0 0,0 0 0 0 0,0 0 0 0 0,0 1 0 0 0,-1-1 0 0 0,1 0 0 0 0,0 0 0 0 0,0 0 0 0 0,0 0 0 0 0,0 1 0 0 0,-1-1 0 0 0,1 0 0 0 0,0 0 0 0 0,0 0 0 0 0,0 0 0 0 0,-1 0 0 0 0,1 0 0 0 0,0 1 0 0 0,0-1 0 0 0,-1 0 0 0 0,1 0 0 0 0,0 0 0 0 0,0 0 0 0 0,-1 0 0 0 0,1 0 0 0 0,0 0 0 0 0,0 0 0 0 0,-1 0 0 0 0,1 0 0 0 0,0 0 0 0 0,-16-9 109 0 0,-13-18 98 0 0,29 27-208 0 0,-116-134-323 0 0,9 11-311 0 0,42 56 249 0 0,-3 3-1 0 0,-3 4 0 0 0,-3 2 0 0 0,-2 4 1 0 0,-2 3-1 0 0,-104-50 0 0 0,-132-48 468 0 0,195 87 564 0 0,69 35-221 0 0,-56-22 0 0 0,91 44-330 0 0,1 1 1 0 0,-1 0 0 0 0,0 1 0 0 0,0 1 0 0 0,-21-1 0 0 0,5 3 138 0 0,-51 6 1 0 0,45 0 26 0 0,0 3 0 0 0,-64 24 0 0 0,48-15 69 0 0,40-14-252 0 0,-1 1 1 0 0,-16 9 0 0 0,29-13-71 0 0,0 0 1 0 0,1 0-1 0 0,-1 0 0 0 0,0 0 0 0 0,0 1 1 0 0,1-1-1 0 0,-1 0 0 0 0,1 0 1 0 0,-1 1-1 0 0,1-1 0 0 0,0 0 0 0 0,-1 1 1 0 0,1-1-1 0 0,0 0 0 0 0,0 1 1 0 0,0-1-1 0 0,0 3 0 0 0,2 29 70 0 0,-2-26-49 0 0,32 339 1398 0 0,-26-300-1160 0 0,2 0 0 0 0,2-1 1 0 0,28 77-1 0 0,-7-46 299 0 0,49 90-1 0 0,-39-98-160 0 0,3-1-1 0 0,3-3 1 0 0,2-1 0 0 0,3-3-1 0 0,104 92 1 0 0,-62-60 158 0 0,-92-90-505 0 0,-1-1-50 0 0,-1 0 0 0 0,1-1 1 0 0,-1 1-1 0 0,1 0 0 0 0,0-1 1 0 0,-1 1-1 0 0,1-1 0 0 0,0 0 1 0 0,0 1-1 0 0,-1-1 1 0 0,1 1-1 0 0,0-1 0 0 0,0 0 1 0 0,0 0-1 0 0,-1 1 0 0 0,1-1 1 0 0,0 0-1 0 0,1 0 0 0 0,-1 0-4 0 0,0-1 0 0 0,-1 1 0 0 0,1-1 0 0 0,0 1 0 0 0,-1 0 0 0 0,1-1 0 0 0,-1 0 0 0 0,1 1 0 0 0,0-1 0 0 0,-1 1 0 0 0,1-1 0 0 0,-1 0 0 0 0,0 1 0 0 0,1-1 0 0 0,-1 0 0 0 0,1 0 0 0 0,-1 1 0 0 0,0-1 0 0 0,0 0 0 0 0,0 0 0 0 0,1 1 0 0 0,-1-1 0 0 0,0 0 0 0 0,0 0 0 0 0,0-1 0 0 0,1 0 10 0 0,-2 1-14 0 0,1 0 0 0 0,-1 1 0 0 0,1-1 0 0 0,-1 0 0 0 0,0 1 0 0 0,1-1 0 0 0,-1 0 0 0 0,0 1 0 0 0,0-1 0 0 0,1 1 0 0 0,-1-1 0 0 0,0 1 0 0 0,0 0 0 0 0,0-1 0 0 0,1 1 0 0 0,-1 0 0 0 0,0-1 0 0 0,0 1 0 0 0,0 0 0 0 0,-1 0 0 0 0,-1 0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2T16:41:07.441"/>
    </inkml:context>
    <inkml:brush xml:id="br0">
      <inkml:brushProperty name="width" value="0.35" units="cm"/>
      <inkml:brushProperty name="height" value="0.35" units="cm"/>
      <inkml:brushProperty name="color" value="#10B981"/>
    </inkml:brush>
  </inkml:definitions>
  <inkml:trace contextRef="#ctx0" brushRef="#br0">1775 2347 4915 0 0,'0'0'5'0'0,"0"0"0"0"0,0 0 0 0 0,0 0 0 0 0,0 0 0 0 0,0 0 0 0 0,0 0 0 0 0,0 0 0 0 0,0 0 1 0 0,0 0-1 0 0,0 0 0 0 0,0 0 0 0 0,0 0 0 0 0,0 0 0 0 0,0 0 0 0 0,0-1 0 0 0,0 1 0 0 0,0 0 0 0 0,0 0 0 0 0,0 0 0 0 0,0 0 0 0 0,0 0 0 0 0,0 0 0 0 0,0 0 0 0 0,0 0 0 0 0,0 0 0 0 0,0 0 1 0 0,0 0-1 0 0,0 0 0 0 0,0 0 0 0 0,0 0 0 0 0,0 0 0 0 0,0 0 0 0 0,0 0 0 0 0,0-1 0 0 0,0 1 0 0 0,0 0 0 0 0,0 0 0 0 0,0 0 0 0 0,0 0 0 0 0,0 0 0 0 0,0 0 0 0 0,0 0 0 0 0,0 0 0 0 0,1 0 1 0 0,-1 0-1 0 0,0 0 0 0 0,0 0 0 0 0,0 0 0 0 0,0 0 0 0 0,0 0 0 0 0,0 0 0 0 0,0 0 0 0 0,0 0 0 0 0,0 0 0 0 0,0 0 0 0 0,0 0 0 0 0,0 0 0 0 0,0 0 0 0 0,0 0 0 0 0,0 0 0 0 0,1 0 0 0 0,-1 0 1 0 0,-7-5 39 0 0,0 0-49 0 0,1 4 51 0 0,-5 7 72 0 0,9-5-104 0 0,-136 86 1258 0 0,105-66-871 0 0,26-15-296 0 0,-1-1 1 0 0,-1 0-1 0 0,1 0 0 0 0,-16 5 0 0 0,23-13-114 0 0,6-6 49 0 0,5-6 138 0 0,25-33-40 0 0,102-143-404 0 0,-92 126 147 0 0,-24 36 40 0 0,0-1 0 0 0,25-53 0 0 0,-34 64 73 0 0,-33 46-33 0 0,-57 104 1107 0 0,43-76-678 0 0,25-36-169 0 0,10-15-63 0 0,8-12-73 0 0,15-25-49 0 0,-1-1-1 0 0,17-36 1 0 0,-18 31-97 0 0,80-155-381 0 0,-95 183 410 0 0,-4 7 19 0 0,0 0-1 0 0,0 0 1 0 0,0 0 0 0 0,0 0 0 0 0,-1 0 0 0 0,1 0-1 0 0,-1 0 1 0 0,1-6 0 0 0,-2 10 13 0 0,0 0-1 0 0,0 0 1 0 0,0 0-1 0 0,0-1 1 0 0,0 1-1 0 0,0 0 1 0 0,0 0-1 0 0,0 0 1 0 0,0 0-1 0 0,0 0 1 0 0,0 0-1 0 0,0 0 1 0 0,0 0-1 0 0,0 0 1 0 0,0 0-1 0 0,-1 0 1 0 0,1 0-1 0 0,0 0 1 0 0,0 0-1 0 0,0 0 1 0 0,0 0-1 0 0,0-1 1 0 0,0 1-1 0 0,0 0 1 0 0,0 0-1 0 0,0 0 1 0 0,0 0-1 0 0,0 0 1 0 0,0 0-1 0 0,0 0 1 0 0,0 0-1 0 0,0 0 1 0 0,0 0 0 0 0,0 0-1 0 0,0 0 1 0 0,-1 0-1 0 0,1 0 1 0 0,0 0-1 0 0,0 0 1 0 0,0 0-1 0 0,0 0 1 0 0,0 0-1 0 0,0 0 1 0 0,0 0-1 0 0,0 0 1 0 0,0 0-1 0 0,0 0 1 0 0,0 0-1 0 0,0 0 1 0 0,0 0-1 0 0,0 0 1 0 0,0 0-1 0 0,-1 0 1 0 0,1 0-1 0 0,0 1 1 0 0,0-1-1 0 0,0 0 1 0 0,0 0-1 0 0,0 0 1 0 0,0 0-1 0 0,0 0 1 0 0,0 0-1 0 0,0 0 1 0 0,0 0-1 0 0,0 0 1 0 0,-6 6 77 0 0,-7 11 70 0 0,-14 27 297 0 0,2 2 0 0 0,-22 57 0 0 0,44-97-378 0 0,0 1 0 0 0,1 0 0 0 0,0 0 0 0 0,0 0 0 0 0,-1 12 0 0 0,3-19-66 0 0,0 0-1 0 0,0 0 1 0 0,0 0 0 0 0,0 0-1 0 0,0 1 1 0 0,0-1-1 0 0,0 0 1 0 0,0 0 0 0 0,0 0-1 0 0,0 1 1 0 0,0-1-1 0 0,0 0 1 0 0,0 0 0 0 0,0 0-1 0 0,0 1 1 0 0,0-1-1 0 0,0 0 1 0 0,1 0 0 0 0,-1 0-1 0 0,0 0 1 0 0,0 1-1 0 0,0-1 1 0 0,0 0 0 0 0,0 0-1 0 0,0 0 1 0 0,1 0-1 0 0,-1 0 1 0 0,0 1 0 0 0,0-1-1 0 0,0 0 1 0 0,0 0-1 0 0,1 0 1 0 0,-1 0-1 0 0,0 0 1 0 0,0 0 0 0 0,0 0-1 0 0,0 0 1 0 0,1 0-1 0 0,-1 0 1 0 0,0 0 0 0 0,0 0-1 0 0,0 0 1 0 0,1 0-1 0 0,-1 0 1 0 0,0 0 0 0 0,0 0-1 0 0,0 0 1 0 0,1 0-1 0 0,-1 0 1 0 0,0 0 0 0 0,0 0-1 0 0,0 0 1 0 0,0 0-1 0 0,1 0 1 0 0,-1 0 0 0 0,0-1-1 0 0,0 1 1 0 0,0 0-1 0 0,0 0 1 0 0,1 0 0 0 0,-1 0-1 0 0,0 0 1 0 0,0 0-1 0 0,0-1 1 0 0,11-8 126 0 0,13-22-172 0 0,-2-1 0 0 0,0-1-1 0 0,20-43 1 0 0,-19 32-57 0 0,207-399-1194 0 0,-226 434 1257 0 0,0 1 0 0 0,0-1 0 0 0,3-14 0 0 0,-7 21 26 0 0,-3 5-11 0 0,-1 4 21 0 0,-34 78 767 0 0,4 1-1 0 0,-25 99 1 0 0,58-179-756 0 0,-2 6 76 0 0,0 0 1 0 0,1 1-1 0 0,-1 14 1 0 0,3-26-78 0 0,0 0 1 0 0,0 0-1 0 0,0 0 1 0 0,0 0 0 0 0,0 0-1 0 0,0 0 1 0 0,0 0-1 0 0,0 0 1 0 0,1 0-1 0 0,-1 0 1 0 0,0 0 0 0 0,1 0-1 0 0,0 1 1 0 0,-1-2-8 0 0,0 0 1 0 0,0 0 0 0 0,1 0-1 0 0,-1 0 1 0 0,0 0-1 0 0,0 0 1 0 0,0 0 0 0 0,1 0-1 0 0,-1 0 1 0 0,0 0-1 0 0,0 0 1 0 0,0 0 0 0 0,1 0-1 0 0,-1 0 1 0 0,0 0-1 0 0,0 0 1 0 0,1 0 0 0 0,-1 0-1 0 0,0 0 1 0 0,0 0-1 0 0,0 0 1 0 0,1 0 0 0 0,-1 0-1 0 0,0 0 1 0 0,0 0-1 0 0,0-1 1 0 0,0 1 0 0 0,1 0-1 0 0,-1 0 1 0 0,0 0-1 0 0,0 0 1 0 0,0-1 0 0 0,0 1-1 0 0,1 0 1 0 0,12-23 173 0 0,-4 0-226 0 0,-1 0 0 0 0,8-49-1 0 0,-5 21-104 0 0,3-10-33 0 0,97-446-1421 0 0,-109 500 1587 0 0,-1 1 0 0 0,-1-1-1 0 0,1 0 1 0 0,-1 0 0 0 0,-1-10-1 0 0,1 17 25 0 0,0 0-1 0 0,0 0 1 0 0,0 0-1 0 0,0 0 1 0 0,0 1-1 0 0,0-1 1 0 0,0 0-1 0 0,0 0 1 0 0,-1 0-1 0 0,1 0 1 0 0,0 0-1 0 0,0 0 1 0 0,0 0-1 0 0,0 1 1 0 0,0-1 0 0 0,0 0-1 0 0,0 0 1 0 0,0 0-1 0 0,0 0 1 0 0,0 0-1 0 0,0 0 1 0 0,-1 0-1 0 0,1 0 1 0 0,0 0-1 0 0,0 0 1 0 0,0 0-1 0 0,0 0 1 0 0,0 0-1 0 0,0 1 1 0 0,0-1-1 0 0,-1 0 1 0 0,1 0-1 0 0,0 0 1 0 0,0 0-1 0 0,0 0 1 0 0,0 0 0 0 0,0 0-1 0 0,0 0 1 0 0,-1 0-1 0 0,1 0 1 0 0,0 0-1 0 0,0-1 1 0 0,0 1-1 0 0,0 0 1 0 0,0 0-1 0 0,0 0 1 0 0,0 0-1 0 0,-1 0 1 0 0,1 0-1 0 0,0 0 1 0 0,0 0-1 0 0,0 0 1 0 0,0 0-1 0 0,0 0 1 0 0,0 0-1 0 0,0-1 1 0 0,0 1 0 0 0,0 0-1 0 0,-1 0 1 0 0,1 0-1 0 0,0 0 1 0 0,0 0-1 0 0,0 0 1 0 0,0 0-1 0 0,0-1 1 0 0,-4 9-42 0 0,-7 17 256 0 0,2 2 0 0 0,-10 38-1 0 0,2-6 155 0 0,-46 159 888 0 0,60-196-1124 0 0,5-16-32 0 0,4-15 42 0 0,19-58-339 0 0,-3-1 1 0 0,15-71-1 0 0,-11 35-114 0 0,46-180-610 0 0,-70 275 890 0 0,0 5 17 0 0,-1 0 0 0 0,0 0 1 0 0,-1 1-1 0 0,1-1 0 0 0,-1 0 0 0 0,1 0 0 0 0,-1-5 0 0 0,-4 14 24 0 0,1-1 0 0 0,0 1-1 0 0,1 0 1 0 0,-5 10 0 0 0,-2 17 266 0 0,1 2 1 0 0,-5 49-1 0 0,13-81-260 0 0,0 0-1 0 0,0 0 1 0 0,0 0 0 0 0,0 0-1 0 0,1 0 1 0 0,-1 0 0 0 0,1 0-1 0 0,-1 1 1 0 0,1-2 0 0 0,0 1-1 0 0,2 4 1 0 0,-3-6-11 0 0,0 0 0 0 0,0 1 1 0 0,0-1-1 0 0,1 0 0 0 0,-1 0 0 0 0,0 1 1 0 0,0-1-1 0 0,0 0 0 0 0,1 0 0 0 0,-1 0 1 0 0,0 1-1 0 0,0-1 0 0 0,1 0 0 0 0,-1 0 1 0 0,0 0-1 0 0,0 0 0 0 0,1 0 1 0 0,-1 1-1 0 0,0-1 0 0 0,0 0 0 0 0,1 0 1 0 0,-1 0-1 0 0,0 0 0 0 0,1 0 0 0 0,-1 0 1 0 0,0 0-1 0 0,0 0 0 0 0,1 0 0 0 0,0 0 1 0 0,-1-1-1 0 0,1 1 0 0 0,0-1 0 0 0,-1 0 1 0 0,1 1-1 0 0,-1-1 0 0 0,1 1 1 0 0,-1-1-1 0 0,1 0 0 0 0,-1 0 0 0 0,1 1 1 0 0,-1-1-1 0 0,1 0 0 0 0,-1 0 1 0 0,0 0-1 0 0,1-1 0 0 0,8-29-95 0 0,-1-1-1 0 0,-1 0 1 0 0,4-49-1 0 0,-9 26-173 0 0,-4-71-1 0 0,-2 81 122 0 0,-1-24-48 0 0,5 67 182 0 0,1 0 1 0 0,-1 0-1 0 0,0 0 1 0 0,1 0-1 0 0,0 0 0 0 0,-1 0 1 0 0,1 0-1 0 0,0 1 1 0 0,1-3-1 0 0,5-12-55 0 0,14-57-201 0 0,-20 66 234 0 0,-1 0 0 0 0,1 0-1 0 0,-1 0 1 0 0,0 0 0 0 0,0 0-1 0 0,-2-8 1 0 0,2 14 31 0 0,0 1-1 0 0,0 0 1 0 0,0 0-1 0 0,0-1 0 0 0,0 1 1 0 0,0 0-1 0 0,0 0 1 0 0,0-1-1 0 0,0 1 1 0 0,-1 0-1 0 0,1 0 1 0 0,0-1-1 0 0,0 1 1 0 0,0 0-1 0 0,0 0 0 0 0,0 0 1 0 0,-1-1-1 0 0,1 1 1 0 0,0 0-1 0 0,0 0 1 0 0,0 0-1 0 0,0-1 1 0 0,-1 1-1 0 0,1 0 0 0 0,0 0 1 0 0,0 0-1 0 0,-1 0 1 0 0,1 0-1 0 0,0 0 1 0 0,0 0-1 0 0,-1-1 1 0 0,1 1-1 0 0,0 0 1 0 0,0 0-1 0 0,-1 0 0 0 0,1 0 1 0 0,0 0-1 0 0,0 0 1 0 0,-1 0-1 0 0,1 0 1 0 0,0 0-1 0 0,0 0 1 0 0,-1 0-1 0 0,1 1 0 0 0,0-1 1 0 0,0 0-1 0 0,-1 0 1 0 0,1 0-1 0 0,0 0 1 0 0,0 0-1 0 0,-1 0 1 0 0,1 1-1 0 0,0-1 1 0 0,0 0-1 0 0,0 0 0 0 0,-1 0 1 0 0,1 0-1 0 0,0 1 1 0 0,0-1-1 0 0,0 0 1 0 0,0 0-1 0 0,0 1 1 0 0,-1-1-1 0 0,1 0 0 0 0,-8 16 126 0 0,7-14-118 0 0,-16 35 453 0 0,-20 68 0 0 0,-3 42 418 0 0,33-120-733 0 0,1 0 69 0 0,1 1 0 0 0,1-1-1 0 0,0 48 1 0 0,6-67-206 0 0,2-12 17 0 0,2-11 73 0 0,1-11-105 0 0,-2 0-1 0 0,3-50 0 0 0,-6-55-454 0 0,-3 78 304 0 0,1 47 135 0 0,0 0-1 0 0,0 1 1 0 0,-1-1 0 0 0,0 1-1 0 0,0-1 1 0 0,0 0 0 0 0,-1 1-1 0 0,0 0 1 0 0,-2-6 0 0 0,4 10 20 0 0,0 1 0 0 0,0 0 0 0 0,-1-1 0 0 0,1 1 0 0 0,0-1 1 0 0,0 1-1 0 0,0 0 0 0 0,-1-1 0 0 0,1 1 0 0 0,0 0 0 0 0,-1-1 1 0 0,1 1-1 0 0,0 0 0 0 0,-1 0 0 0 0,1-1 0 0 0,0 1 1 0 0,-1 0-1 0 0,1 0 0 0 0,0-1 0 0 0,-1 1 0 0 0,1 0 0 0 0,-1 0 1 0 0,1 0-1 0 0,0 0 0 0 0,-1 0 0 0 0,1 0 0 0 0,-1 0 0 0 0,1 0 1 0 0,0 0-1 0 0,-1 0 0 0 0,0 0 0 0 0,0 0 9 0 0,1 1-1 0 0,-1-1 1 0 0,0 1 0 0 0,0-1-1 0 0,0 1 1 0 0,1-1 0 0 0,-1 1-1 0 0,0 0 1 0 0,1-1 0 0 0,-1 1-1 0 0,1 0 1 0 0,-1 0 0 0 0,0 1-1 0 0,-11 26 223 0 0,5 5-133 0 0,-2 2 210 0 0,-5 57 0 0 0,9 104 566 0 0,5-193-860 0 0,1 2-15 0 0,2-10 17 0 0,2-12 70 0 0,-3-34-258 0 0,-3 0 0 0 0,-2-1 1 0 0,-11-61-1 0 0,12 102 128 0 0,1 3 4 0 0,0 0 0 0 0,0 0 0 0 0,-1 0 0 0 0,0 0 0 0 0,-5-11 0 0 0,7 19 43 0 0,-1 0 0 0 0,1-1 0 0 0,0 1 0 0 0,0 0 1 0 0,0 0-1 0 0,0 0 0 0 0,0 0 0 0 0,0 0 0 0 0,-1 0 0 0 0,1 0 0 0 0,0 0 0 0 0,0-1 0 0 0,0 1 0 0 0,0 0 1 0 0,0 0-1 0 0,-1 0 0 0 0,1 0 0 0 0,0 0 0 0 0,0 0 0 0 0,0 0 0 0 0,0 0 0 0 0,0 0 0 0 0,-1 0 0 0 0,1 0 1 0 0,0 0-1 0 0,0 0 0 0 0,0 0 0 0 0,0 0 0 0 0,-1 0 0 0 0,1 0 0 0 0,0 0 0 0 0,0 1 0 0 0,0-1 0 0 0,0 0 1 0 0,0 0-1 0 0,-1 0 0 0 0,1 0 0 0 0,0 0 0 0 0,0 0 0 0 0,0 0 0 0 0,0 0 0 0 0,0 1 0 0 0,0-1 0 0 0,0 0 1 0 0,0 0-1 0 0,-1 0 0 0 0,1 0 0 0 0,0 0 0 0 0,0 1 0 0 0,0-1 0 0 0,0 0 0 0 0,0 0 0 0 0,0 0 0 0 0,-5 10-26 0 0,-38 202 746 0 0,32-148-456 0 0,-9 68 334 0 0,18-106-428 0 0,1 1 0 0 0,5 52 0 0 0,-1-68-128 0 0,1-19 52 0 0,0-21 41 0 0,-2-17-410 0 0,-2 0 0 0 0,-10-67-1 0 0,-28-89-590 0 0,36 194 834 0 0,1 2-4 0 0,-1-1 1 0 0,0 1-1 0 0,0-1 0 0 0,0 1 0 0 0,0 0 1 0 0,-1 0-1 0 0,0 0 0 0 0,-4-5 0 0 0,7 11 36 0 0,0-1 0 0 0,0 1 0 0 0,0 0-1 0 0,-1 0 1 0 0,1 0 0 0 0,0 0 0 0 0,0 0-1 0 0,0 0 1 0 0,0-1 0 0 0,0 1 0 0 0,0 0 0 0 0,0 0-1 0 0,-1 0 1 0 0,1 0 0 0 0,0 0 0 0 0,0 0-1 0 0,0 0 1 0 0,0 0 0 0 0,-1 0 0 0 0,1 0-1 0 0,0-1 1 0 0,0 1 0 0 0,0 0 0 0 0,0 0-1 0 0,0 0 1 0 0,-1 0 0 0 0,1 0 0 0 0,0 0 0 0 0,0 0-1 0 0,0 0 1 0 0,0 0 0 0 0,-1 0 0 0 0,1 1-1 0 0,0-1 1 0 0,0 0 0 0 0,0 0 0 0 0,0 0-1 0 0,-1 0 1 0 0,1 0 0 0 0,0 0 0 0 0,0 0 0 0 0,0 0-1 0 0,0 0 1 0 0,0 0 0 0 0,-1 1 0 0 0,-2 9-24 0 0,1 12-12 0 0,5 68 737 0 0,27 174-1 0 0,-25-239-605 0 0,-3-9-11 0 0,0-1 1 0 0,2 1-1 0 0,0 0 0 0 0,8 17 1 0 0,-12-33-85 0 0,0 0 1 0 0,0 1 0 0 0,0-1-1 0 0,0 0 1 0 0,0 0-1 0 0,0 1 1 0 0,0-1 0 0 0,0 0-1 0 0,1 0 1 0 0,-1 1 0 0 0,0-1-1 0 0,0 0 1 0 0,0 0-1 0 0,0 1 1 0 0,1-1 0 0 0,-1 0-1 0 0,0 0 1 0 0,0 0-1 0 0,1 0 1 0 0,-1 1 0 0 0,0-1-1 0 0,0 0 1 0 0,1 0-1 0 0,-1 0 1 0 0,0 0 0 0 0,1 0-1 0 0,-1 0 1 0 0,0 0-1 0 0,0 0 1 0 0,1 1 0 0 0,-1-1-1 0 0,1 0 1 0 0,5-8 48 0 0,1-17 71 0 0,-7 24-112 0 0,7-39-188 0 0,-2 0 1 0 0,-1-1-1 0 0,-3 1 1 0 0,-1-1 0 0 0,-7-54-1 0 0,-10-15-271 0 0,14 95 362 0 0,-1 1 0 0 0,0-1 0 0 0,-1 1 0 0 0,-1 0 1 0 0,-9-17-1 0 0,14 30 88 0 0,0-1 1 0 0,1 1-1 0 0,-1 0 0 0 0,0 0 1 0 0,0 0-1 0 0,1-1 1 0 0,-1 1-1 0 0,0 0 1 0 0,0 0-1 0 0,0 0 1 0 0,-1 0-1 0 0,1 0 1 0 0,0 1-1 0 0,0-1 1 0 0,0 0-1 0 0,-1 1 1 0 0,1-1-1 0 0,0 0 1 0 0,-1 1-1 0 0,1 0 0 0 0,-1-1 1 0 0,1 1-1 0 0,0 0 1 0 0,-1-1-1 0 0,-1 1 1 0 0,1 1 9 0 0,1-1 0 0 0,-1 1 0 0 0,1 0 0 0 0,-1-1-1 0 0,1 1 1 0 0,0 0 0 0 0,-1 0 0 0 0,1 0 0 0 0,0 0 0 0 0,0 0 0 0 0,0 0 0 0 0,0 0 0 0 0,0 0 0 0 0,0 0 0 0 0,0 1 0 0 0,0-1 0 0 0,0 0-1 0 0,0 1 1 0 0,1-1 0 0 0,-1 1 0 0 0,0-1 0 0 0,0 3 0 0 0,-4 15 100 0 0,0 0 1 0 0,1 0-1 0 0,-3 28 1 0 0,2 62 346 0 0,3-52-225 0 0,1 88 298 0 0,2-119-376 0 0,2 0 0 0 0,1 0 1 0 0,11 38-1 0 0,-15-63-148 0 0,0 0 0 0 0,0-1 0 0 0,0 1 0 0 0,0 0 0 0 0,1 0 0 0 0,-1 0 0 0 0,0-1 0 0 0,1 1 0 0 0,-1 0 0 0 0,0-1 0 0 0,1 1 0 0 0,-1 0 0 0 0,1-1 0 0 0,-1 1 0 0 0,1 0 0 0 0,0 0 0 0 0,0-1-2 0 0,-1 0 0 0 0,0-1-1 0 0,1 1 1 0 0,-1 0 0 0 0,0 0 0 0 0,0-1-1 0 0,1 1 1 0 0,-1 0 0 0 0,0 0 0 0 0,0-1-1 0 0,0 1 1 0 0,1 0 0 0 0,-1-1-1 0 0,0 1 1 0 0,0 0 0 0 0,0-1 0 0 0,0 1-1 0 0,0 0 1 0 0,0-1 0 0 0,0 1-1 0 0,1 0 1 0 0,-1-1 0 0 0,0 0 0 0 0,2-29 90 0 0,-2 11-200 0 0,-2-1 0 0 0,0 1 0 0 0,-9-30-1 0 0,-21-56-420 0 0,25 83 458 0 0,-1 0-90 0 0,-1 1-1 0 0,-2 0 1 0 0,-20-32-1 0 0,31 51 150 0 0,-1 0 0 0 0,0 1 0 0 0,0 0 0 0 0,-1-1 0 0 0,1 1 0 0 0,0-1 0 0 0,0 1 0 0 0,-1 0 0 0 0,1 0 0 0 0,0 0 0 0 0,-1 0 0 0 0,1 0 0 0 0,-1 0 0 0 0,0 0 0 0 0,1 0 0 0 0,-4 0 0 0 0,4 1 16 0 0,0 0-1 0 0,0 0 0 0 0,1 0 0 0 0,-1 0 0 0 0,0 0 0 0 0,0 1 1 0 0,0-1-1 0 0,1 0 0 0 0,-1 1 0 0 0,0-1 0 0 0,0 0 0 0 0,1 1 1 0 0,-1-1-1 0 0,0 1 0 0 0,1-1 0 0 0,-1 1 0 0 0,0 0 0 0 0,1-1 1 0 0,-1 1-1 0 0,1-1 0 0 0,-1 1 0 0 0,1 0 0 0 0,-1 0 0 0 0,1-1 1 0 0,0 1-1 0 0,-1 0 0 0 0,1 0 0 0 0,0 0 0 0 0,0-1 0 0 0,-1 1 1 0 0,1 0-1 0 0,0 0 0 0 0,0 0 0 0 0,0 1 0 0 0,-7 43 316 0 0,-2 77 0 0 0,6-49-29 0 0,-2-15-80 0 0,0-16-13 0 0,3 1 0 0 0,3 55 0 0 0,4-69-81 0 0,-5-27-109 0 0,0-1 0 0 0,0 1 1 0 0,1-1-1 0 0,-1 1 1 0 0,1-1-1 0 0,-1 0 0 0 0,1 1 1 0 0,-1-1-1 0 0,1 0 1 0 0,0 0-1 0 0,0 0 0 0 0,0 1 1 0 0,0-1-1 0 0,0 0 1 0 0,0 0-1 0 0,0 0 0 0 0,1 1 1 0 0,-1-2-4 0 0,-1 0 0 0 0,1 0 1 0 0,-1 0-1 0 0,1 0 0 0 0,-1 0 0 0 0,1 0 1 0 0,0 0-1 0 0,-1 0 0 0 0,1 0 0 0 0,-1 0 0 0 0,1-1 1 0 0,-1 1-1 0 0,0 0 0 0 0,1 0 0 0 0,-1-1 1 0 0,1 1-1 0 0,-1 0 0 0 0,1-1 0 0 0,-1 1 1 0 0,0 0-1 0 0,1-1 0 0 0,-1 1 0 0 0,1 0 0 0 0,-1-1 1 0 0,0 1-1 0 0,0-1 0 0 0,1 1 0 0 0,-1-1 1 0 0,0 1-1 0 0,0-1 0 0 0,1 1 0 0 0,-1-1 1 0 0,0 1-1 0 0,0-1 0 0 0,6-21 34 0 0,-5 18-27 0 0,2-13-120 0 0,0-1 0 0 0,-1-1-1 0 0,-1 1 1 0 0,-1 0 0 0 0,-1 0 0 0 0,-4-28 0 0 0,-4-1-260 0 0,-18-58 1 0 0,20 83 190 0 0,-2 1 0 0 0,-14-26 0 0 0,3 8 28 0 0,16 31 80 0 0,0 0 0 0 0,-1 0 0 0 0,0 0 1 0 0,0 1-1 0 0,-1 0 0 0 0,-7-8 0 0 0,13 17 79 0 0,-1-1 0 0 0,1 1-1 0 0,0 0 1 0 0,0 0 0 0 0,0-1-1 0 0,0 1 1 0 0,0 0 0 0 0,0 0 0 0 0,0-1-1 0 0,1 4 1 0 0,9 55 169 0 0,-2-7 202 0 0,19 69 0 0 0,-26-120-366 0 0,-1 0 0 0 0,1 1 0 0 0,0-1 0 0 0,0 0 1 0 0,0 0-1 0 0,0 0 0 0 0,1 0 0 0 0,-1 0 1 0 0,1 0-1 0 0,-1 0 0 0 0,1-1 0 0 0,1 3 1 0 0,-2-4-12 0 0,-1 1 0 0 0,1-1 0 0 0,-1 0 0 0 0,1 0 0 0 0,-1 0 0 0 0,1 1 0 0 0,-1-1 0 0 0,1 0 0 0 0,-1 0 0 0 0,1 0 0 0 0,-1 0 0 0 0,1 0 0 0 0,-1 0 0 0 0,1 0 0 0 0,-1 0 0 0 0,1 0 0 0 0,-1 0 1 0 0,1 0-1 0 0,-1 0 0 0 0,1 0 0 0 0,-1 0 0 0 0,1-1 0 0 0,1 0 2 0 0,-1 1 0 0 0,0-1 1 0 0,0 0-1 0 0,0 0 0 0 0,0 0 1 0 0,0 0-1 0 0,0 0 0 0 0,-1 0 1 0 0,1 0-1 0 0,0 0 0 0 0,0-1 1 0 0,0-1-1 0 0,4-7-25 0 0,-1 0 1 0 0,-1-1 0 0 0,0 1-1 0 0,0-1 1 0 0,-1 0-1 0 0,0 0 1 0 0,0-11-1 0 0,-2-82-464 0 0,-1 85 424 0 0,0-18-96 0 0,-4-223-937 0 0,4 258 1082 0 0,1 0-1 0 0,0-1 1 0 0,1 1 0 0 0,-1 0 0 0 0,0 0 0 0 0,0 0-1 0 0,1 0 1 0 0,0 0 0 0 0,-1 0 0 0 0,1 0-1 0 0,0 0 1 0 0,1-3 0 0 0,-2 5 7 0 0,1 0 0 0 0,-1 0-1 0 0,0-1 1 0 0,1 1 0 0 0,-1 0 0 0 0,0-1-1 0 0,1 1 1 0 0,-1 0 0 0 0,0 0 0 0 0,1 0-1 0 0,-1 0 1 0 0,1-1 0 0 0,-1 1 0 0 0,0 0-1 0 0,1 0 1 0 0,-1 0 0 0 0,1 0 0 0 0,-1 0-1 0 0,0 0 1 0 0,1 0 0 0 0,-1 0 0 0 0,1 0 0 0 0,0 0-1 0 0,0 1 5 0 0,0-1 0 0 0,1 0 0 0 0,-1 1-1 0 0,0 0 1 0 0,1-1 0 0 0,-1 1 0 0 0,0 0 0 0 0,0 0 0 0 0,0 0-1 0 0,2 1 1 0 0,8 10 120 0 0,1 0 0 0 0,9 15 1 0 0,16 17 226 0 0,-29-36-323 0 0,1 1 87 0 0,0 0 0 0 0,18 12-1 0 0,-24-18-88 0 0,1-1 0 0 0,0 0 0 0 0,-1 0 0 0 0,1 0 0 0 0,0-1 0 0 0,0 1 0 0 0,0-1 0 0 0,1 0 0 0 0,-1 0 0 0 0,0 0 0 0 0,9-1 0 0 0,-12 1-18 0 0,0-1 0 0 0,0 0 0 0 0,-1 1 0 0 0,1-1 0 0 0,0 0 0 0 0,0 1 0 0 0,0-1 1 0 0,0 1-1 0 0,0-1 0 0 0,0 1 0 0 0,-1 0 0 0 0,1-1 0 0 0,0 1 0 0 0,0 0 0 0 0,-1 0 0 0 0,1-1 0 0 0,-1 1 0 0 0,1 0 0 0 0,-1 0 0 0 0,1 0 0 0 0,-1 0 0 0 0,1 0 0 0 0,-1 0 0 0 0,0 0 0 0 0,1-1 0 0 0,-1 1 0 0 0,0 0 0 0 0,0 0 0 0 0,0 0 0 0 0,0 0 0 0 0,0 2 0 0 0,0 34 148 0 0,-3-6 24 0 0,-4 19 183 0 0,3 1 0 0 0,4 99 0 0 0,6-97 67 0 0,26 105 0 0 0,-23-126-240 0 0,2-1 0 0 0,2 0 1 0 0,0 0-1 0 0,26 40 1 0 0,-30-56-114 0 0,0 0 67 0 0,0 0-1 0 0,13 14 1 0 0,-22-29-142 0 0,0 0 1 0 0,0 1 0 0 0,1-1-1 0 0,-1 0 1 0 0,0 0 0 0 0,0 1-1 0 0,0-1 1 0 0,0 0 0 0 0,1 0 0 0 0,-1 0-1 0 0,0 1 1 0 0,0-1 0 0 0,0 0-1 0 0,1 0 1 0 0,-1 0 0 0 0,0 0-1 0 0,0 0 1 0 0,1 1 0 0 0,-1-1-1 0 0,0 0 1 0 0,1 0 0 0 0,-1 0-1 0 0,0 0 1 0 0,0 0 0 0 0,1 0-1 0 0,-1 0 1 0 0,0 0 0 0 0,1 0-1 0 0,-1 0 1 0 0,0 0 0 0 0,0 0 0 0 0,1 0-1 0 0,-1 0 1 0 0,1 0 0 0 0,2-10 100 0 0,-4-12 67 0 0,1 19-165 0 0,-1 0-1 0 0,1 1 1 0 0,-1-1 0 0 0,0 1 0 0 0,0-1 0 0 0,0 1 0 0 0,0 0 0 0 0,-1-1 0 0 0,1 1 0 0 0,-1 0-1 0 0,1 0 1 0 0,-1 0 0 0 0,0 0 0 0 0,0 0 0 0 0,-2-2 0 0 0,3 3-2 0 0,0 0 0 0 0,-1 1 0 0 0,1-1 1 0 0,0 0-1 0 0,0 0 0 0 0,0 1 0 0 0,-1-1 0 0 0,1 1 1 0 0,0-1-1 0 0,-1 1 0 0 0,1 0 0 0 0,0-1 0 0 0,-1 1 0 0 0,1 0 1 0 0,0 0-1 0 0,-1 0 0 0 0,1 0 0 0 0,-1 0 0 0 0,1 0 0 0 0,0 0 1 0 0,-1 1-1 0 0,1-1 0 0 0,0 1 0 0 0,-1-1 0 0 0,1 0 1 0 0,0 1-1 0 0,0 0 0 0 0,-1-1 0 0 0,1 1 0 0 0,-1 1 0 0 0,-3 2 12 0 0,1 0-1 0 0,-1 1 1 0 0,1-1-1 0 0,1 1 1 0 0,-1 0 0 0 0,0 0-1 0 0,-2 7 1 0 0,-19 42 134 0 0,19-40-122 0 0,-104 268 539 0 0,89-224-458 0 0,16-45-69 0 0,-4 10 26 0 0,1 0 0 0 0,1 0 0 0 0,-4 27 1 0 0,12-44-50 0 0,3-10 18 0 0,3-13 22 0 0,26-97-1074 0 0,18-125 1 0 0,-43 197 735 0 0,-2 12 29 0 0,-2-1 0 0 0,2-36-1 0 0,-8 55 184 0 0,2 12 70 0 0,0 0 0 0 0,-1 0 0 0 0,1 0-1 0 0,0 0 1 0 0,0 0 0 0 0,0 0-1 0 0,0 0 1 0 0,0 0 0 0 0,0 0-1 0 0,-1 0 1 0 0,1 0 0 0 0,0 0-1 0 0,0 0 1 0 0,0 0 0 0 0,0 0-1 0 0,0 0 1 0 0,-1 0 0 0 0,1 0-1 0 0,0 0 1 0 0,0 0 0 0 0,0 0-1 0 0,0 0 1 0 0,0 0 0 0 0,0 0-1 0 0,0 0 1 0 0,-1 0 0 0 0,1 1-1 0 0,0-1 1 0 0,0 0 0 0 0,0 0-1 0 0,0 0 1 0 0,0 0 0 0 0,0 0-1 0 0,0 0 1 0 0,0 0 0 0 0,0 0-1 0 0,0 1 1 0 0,-1-1 0 0 0,1 0 0 0 0,0 0-1 0 0,0 0 1 0 0,-9 22-94 0 0,-47 184 703 0 0,7-18-83 0 0,-125 285 841 0 0,250-683-2277 0 0,-71 198 801 0 0,-2 5 63 0 0,0 0 1 0 0,-1 0-1 0 0,0 0 0 0 0,0 0 1 0 0,0-1-1 0 0,0-7 0 0 0,-2 15 48 0 0,0 0 0 0 0,1-1-1 0 0,-1 1 1 0 0,0 0-1 0 0,0-1 1 0 0,0 1 0 0 0,0 0-1 0 0,0-1 1 0 0,0 1-1 0 0,0 0 1 0 0,0-1 0 0 0,0 1-1 0 0,0 0 1 0 0,0-1-1 0 0,0 1 1 0 0,0 0-1 0 0,0-1 1 0 0,-1 1 0 0 0,1 0-1 0 0,0-1 1 0 0,0 1-1 0 0,0 0 1 0 0,0-1 0 0 0,-1 1-1 0 0,1 0 1 0 0,0 0-1 0 0,0-1 1 0 0,-1 1 0 0 0,1 0-1 0 0,0 0 1 0 0,0 0-1 0 0,-1-1 1 0 0,1 1 0 0 0,0 0-1 0 0,0 0 1 0 0,-1 0-1 0 0,1 0 1 0 0,0-1 0 0 0,-1 1-1 0 0,1 0 1 0 0,0 0-1 0 0,-1 0 1 0 0,1 0 0 0 0,0 0-1 0 0,-1 0 1 0 0,1 0-1 0 0,0 0 1 0 0,-1 0 0 0 0,1 0-1 0 0,0 0 1 0 0,-1 0-1 0 0,1 0 1 0 0,0 0 0 0 0,-1 1-1 0 0,1-1 1 0 0,0 0-1 0 0,-1 0 1 0 0,1 0 0 0 0,0 0-1 0 0,-1 1 1 0 0,1-1-1 0 0,0 0 1 0 0,-1 1 0 0 0,-18 16-63 0 0,-14 26 254 0 0,1 2-1 0 0,-37 69 0 0 0,32-51-31 0 0,19-33-75 0 0,-56 101 290 0 0,73-130-372 0 0,-1 4 15 0 0,-1 0 1 0 0,1 1-1 0 0,-1-1 0 0 0,1 0 0 0 0,1 1 0 0 0,-3 10 0 0 0,4-16-15 0 0,0 0-1 0 0,0 0 1 0 0,0 0-1 0 0,0 1 1 0 0,0-1-1 0 0,0 0 0 0 0,0 0 1 0 0,0 0-1 0 0,0 0 1 0 0,0 0-1 0 0,0 0 1 0 0,0 1-1 0 0,0-1 1 0 0,0 0-1 0 0,0 0 1 0 0,1 0-1 0 0,-1 0 1 0 0,0 0-1 0 0,0 0 1 0 0,0 0-1 0 0,0 1 1 0 0,0-1-1 0 0,0 0 1 0 0,0 0-1 0 0,0 0 1 0 0,0 0-1 0 0,0 0 1 0 0,1 0-1 0 0,-1 0 1 0 0,0 0-1 0 0,0 0 1 0 0,0 0-1 0 0,0 0 1 0 0,0 0-1 0 0,0 0 1 0 0,0 1-1 0 0,1-1 1 0 0,-1 0-1 0 0,0 0 1 0 0,0 0-1 0 0,0 0 1 0 0,0 0-1 0 0,0 0 1 0 0,0 0-1 0 0,1 0 1 0 0,-1-1-1 0 0,8-3 36 0 0,9-10 22 0 0,-15 12-55 0 0,34-36-58 0 0,-45 50 124 0 0,1 0 0 0 0,-11 20-1 0 0,12-20-29 0 0,-40 66 249 0 0,-82 104 0 0 0,126-178-276 0 0,-13 15 50 0 0,14-17-32 0 0,8-13-9 0 0,134-183-1375 0 0,-116 161 1130 0 0,-13 13 66 0 0,-12 15 157 0 0,-9 11-34 0 0,-28 32 141 0 0,-59 77 0 0 0,29-32 151 0 0,32-41-138 0 0,10-10 40 0 0,-39 36 0 0 0,102-105-74 0 0,-17 15-19 0 0,26-21 1 0 0,-12 17-434 0 0,37-40-1 0 0,-67 58 235 0 0,-10 10 138 0 0,-12 8 76 0 0,-245 180 608 0 0,173-143-503 0 0,84-46-148 0 0,8-5-10 0 0,7-8 0 0 0,52-45 204 0 0,15-17 49 0 0,-72 68-218 0 0,-10 7-36 0 0,-8 6-11 0 0,-114 67 335 0 0,123-72-260 0 0,11-7-43 0 0,14-5-29 0 0,-15 8 18 0 0,-5 1-35 0 0,1 1 0 0 0,0-1 0 0 0,0 1 0 0 0,0-1 0 0 0,0 1 0 0 0,0-1 0 0 0,0 1 0 0 0,0 0 0 0 0,0 0 0 0 0,0-1 0 0 0,0 1 0 0 0,0 0 0 0 0,0 0 0 0 0,0 0 0 0 0,0 0 0 0 0,0 0 0 0 0,1 0 0 0 0,-1 0 0 0 0,0 1 0 0 0,1-1 0 0 0,-18 19 61 0 0,7-12-3 0 0,8-6-58 0 0,-1-1 0 0 0,1 1 0 0 0,0 0 0 0 0,0 0 0 0 0,-1 0 0 0 0,1 0 0 0 0,0 0 0 0 0,0 0-1 0 0,0 1 1 0 0,0-1 0 0 0,0 0 0 0 0,0 0 0 0 0,-1 2 0 0 0,2-2 2 0 0,0 0-1 0 0,0-1 1 0 0,0 1 0 0 0,-1-1 0 0 0,1 1-1 0 0,0 0 1 0 0,0-1 0 0 0,-1 1 0 0 0,1-1-1 0 0,-1 1 1 0 0,1-1 0 0 0,0 1 0 0 0,-1-1-1 0 0,1 1 1 0 0,-1-1 0 0 0,1 1 0 0 0,-1-1-1 0 0,1 0 1 0 0,-2 1 0 0 0,-6 6 15 0 0,-20 18 76 0 0,24-22-90 0 0,3-2-3 0 0,1 0-1 0 0,-1-1 1 0 0,1 1 0 0 0,-1-1 0 0 0,0 1 0 0 0,1-1 0 0 0,-1 1 0 0 0,0-1 0 0 0,0 1 0 0 0,1-1 0 0 0,-1 0 0 0 0,0 0 0 0 0,0 1 0 0 0,1-1 0 0 0,-1 0 0 0 0,0 0 0 0 0,0 0 0 0 0,0 0 0 0 0,1 0-1 0 0,-1 0 1 0 0,-1 0 0 0 0,-5 1 17 0 0,1 1 0 0 0,0-1 0 0 0,0 1 0 0 0,0 0 0 0 0,0 1 0 0 0,0-1 0 0 0,0 1 0 0 0,1 0 0 0 0,-1 1 0 0 0,-6 5 0 0 0,-5 2 9 0 0,0 0 64 0 0,1 1-1 0 0,-26 25 1 0 0,24-22-63 0 0,6-3-11 0 0,6-6 8 0 0,0 0 0 0 0,-1-1-1 0 0,0 0 1 0 0,0 0 0 0 0,-9 5 0 0 0,-5-1 18 0 0,16-7-30 0 0,0 0 0 0 0,1 0 0 0 0,-1 0 1 0 0,1 1-1 0 0,0-1 0 0 0,0 1 0 0 0,-5 4 1 0 0,-4 3 49 0 0,0-1 0 0 0,0 0 0 0 0,-20 9 0 0 0,2 0 3 0 0,-38 22 170 0 0,64-37-222 0 0,-1 1 1 0 0,1-1 0 0 0,-1-1 0 0 0,0 1-1 0 0,0-1 1 0 0,0 0 0 0 0,0 0 0 0 0,-1-1 0 0 0,1 0-1 0 0,0 0 1 0 0,-10 0 0 0 0,9 0 2 0 0,0 1 0 0 0,1-1 0 0 0,-1 1 0 0 0,1 0 0 0 0,0 0 0 0 0,0 1 0 0 0,0 0 0 0 0,0 0 0 0 0,-10 7 0 0 0,-16 8 58 0 0,17-11-15 0 0,0-1-1 0 0,-22 6 1 0 0,33-12-60 0 0,0 1 0 0 0,0-1 0 0 0,-1 0 0 0 0,1 0 0 0 0,0-1 0 0 0,0 1 0 0 0,1-1 0 0 0,-1 0 0 0 0,0 0 0 0 0,0 0 0 0 0,0-1 0 0 0,0 1 0 0 0,-4-4 0 0 0,-2 0 0 0 0,1-1 0 0 0,0 0-1 0 0,-16-13 1 0 0,20 13-42 0 0,0 1 1 0 0,0-1-1 0 0,1 0 0 0 0,0 0 1 0 0,0 0-1 0 0,0-1 0 0 0,1 0 1 0 0,0 1-1 0 0,-4-12 0 0 0,2 2-71 0 0,1 0-1 0 0,1-1 0 0 0,-2-18 1 0 0,-5-89-955 0 0,8 40 514 0 0,11-66-580 0 0,0 52 374 0 0,-3 46 417 0 0,5-34-367 0 0,-7 64 407 0 0,8-32 1 0 0,-6 32-16 0 0,3-29 0 0 0,-5 30 93 0 0,0-1-1 0 0,2 1 0 0 0,8-22 0 0 0,0 0-185 0 0,5 0 27 0 0,1-13-431 0 0,2 2-1 0 0,55-99 1 0 0,-39 75 553 0 0,-23 46 127 0 0,21-37 0 0 0,60-81-166 0 0,49-38 494 0 0,-122 160-347 0 0,35-35 87 0 0,-10 14 502 0 0,-26 27-272 0 0,35-28 0 0 0,-15 14-379 0 0,149-118 1312 0 0,-128 107-638 0 0,-43 32-369 0 0,-13 11-19 0 0,0-1 1 0 0,0-1-1 0 0,9-8 0 0 0,-12 10-22 0 0,0 0 1 0 0,1 1-1 0 0,-1 0 0 0 0,1 0 1 0 0,0 0-1 0 0,7-3 0 0 0,-6 3 6 0 0,0 0-1 0 0,0-1 0 0 0,11-8 1 0 0,7-10 47 0 0,2 1 1 0 0,1 1-1 0 0,0 1 0 0 0,2 2 1 0 0,0 1-1 0 0,39-16 0 0 0,65-30 626 0 0,-5-10-92 0 0,-254 142 0 0 0,2 12-36 0 0,-9 5-13 0 0,54-38-249 0 0,-34 34 315 0 0,50-29-359 0 0,-21 17 138 0 0,-103 62 507 0 0,133-96-492 0 0,-60 55-1 0 0,23-14-46 0 0,-55 51 351 0 0,130-111-751 0 0,0 1 0 0 0,-16 27 0 0 0,-32 46 0 0 0,-18 27 0 0 0,64-90 0 0 0,9-17 0 0 0,2 1 0 0 0,-8 14 0 0 0,8-10 0 0 0,18-40-214 0 0,12-36 1 0 0,6-14-218 0 0,2 11-468 0 0,2 1 0 0 0,78-106 0 0 0,-88 136 660 0 0,150-183-1890 0 0,-41 74 664 0 0,-98 107 843 0 0,78-57 0 0 0,117-55 856 0 0,-180 114-239 0 0,5-3-190 0 0,-20 11 347 0 0,2 2-1 0 0,1 1 1 0 0,56-23-1 0 0,-85 41-119 0 0,0 0-1 0 0,0 0 1 0 0,0 1-1 0 0,0 0 0 0 0,0 1 1 0 0,0-1-1 0 0,1 2 1 0 0,10 0-1 0 0,-16-1-18 0 0,0 1 0 0 0,0-1 0 0 0,0 1 0 0 0,0 0 0 0 0,0-1 0 0 0,0 1 0 0 0,0 1 0 0 0,0-1 0 0 0,0 0 0 0 0,0 1 0 0 0,-1-1 0 0 0,1 1 0 0 0,0 0 0 0 0,-1 0 0 0 0,0 0 0 0 0,1 0 0 0 0,-1 0 0 0 0,0 1 0 0 0,0-1 0 0 0,0 1 0 0 0,0-1 0 0 0,-1 1 0 0 0,1 0 0 0 0,1 3 0 0 0,-2 0 13 0 0,-1 1 0 0 0,1-1-1 0 0,-1 1 1 0 0,0-1 0 0 0,-1 1-1 0 0,0-1 1 0 0,0 1 0 0 0,0-1-1 0 0,0 0 1 0 0,-1 1 0 0 0,-4 7-1 0 0,-4 24 174 0 0,7-22-136 0 0,-3 16 113 0 0,1 0 0 0 0,2 1 0 0 0,1 61 0 0 0,4-73-82 0 0,6 24 0 0 0,-8-45-92 0 0,0 0-1 0 0,0 1 1 0 0,0-1-1 0 0,0 0 1 0 0,0 1-1 0 0,0-1 0 0 0,0 1 1 0 0,1-1-1 0 0,-1 0 1 0 0,0 1-1 0 0,0-1 1 0 0,0 0-1 0 0,0 1 1 0 0,1-1-1 0 0,-1 0 0 0 0,0 1 1 0 0,0-1-1 0 0,0 0 1 0 0,1 0-1 0 0,-1 1 1 0 0,0-1-1 0 0,1 0 0 0 0,-1 0 1 0 0,0 1-1 0 0,1-1 1 0 0,-1 0-1 0 0,0 0 1 0 0,1 0-1 0 0,-1 0 1 0 0,0 1-1 0 0,1-1 0 0 0,10-7 105 0 0,4-16 90 0 0,65-147-1056 0 0,-33 65 124 0 0,-45 101 711 0 0,0-1 0 0 0,1 1 0 0 0,0-1 0 0 0,0 1 0 0 0,0 0 0 0 0,4-4 0 0 0,-4 8-65 0 0,-1 6 93 0 0,-2 10 74 0 0,0-12-85 0 0,2 48 231 0 0,2 0 0 0 0,13 67-1 0 0,34 101 516 0 0,-14-69-271 0 0,-32-126-380 0 0,-1-3 18 0 0,1 0 1 0 0,1 0-1 0 0,1 0 1 0 0,14 29-1 0 0,-20-50-102 0 0,-1 0-1 0 0,1 0 1 0 0,-1 0 0 0 0,0 0 0 0 0,1 0 0 0 0,0-1-1 0 0,-1 1 1 0 0,1 0 0 0 0,-1 0 0 0 0,1-1-1 0 0,0 1 1 0 0,0 0 0 0 0,-1-1 0 0 0,1 1 0 0 0,0-1-1 0 0,0 1 1 0 0,0-1 0 0 0,0 1 0 0 0,-1-1-1 0 0,1 1 1 0 0,1-1 0 0 0,-1 0 0 0 0,0 0 0 0 0,0 0 0 0 0,-1-1 1 0 0,1 1-1 0 0,0 0 0 0 0,-1 0 0 0 0,1-1 0 0 0,0 1 0 0 0,-1-1 0 0 0,1 1 1 0 0,-1-1-1 0 0,1 1 0 0 0,-1-1 0 0 0,1 1 0 0 0,-1-1 0 0 0,1 1 0 0 0,-1-1 0 0 0,1 1 1 0 0,-1-1-1 0 0,0 0 0 0 0,1 0 0 0 0,2-7 31 0 0,0 1 1 0 0,0-1-1 0 0,2-14 0 0 0,-4 20-26 0 0,64-249-1439 0 0,-63 243 1351 0 0,-1 5 48 0 0,0-1 1 0 0,0 0-1 0 0,0 0 0 0 0,0 0 1 0 0,0 0-1 0 0,-1 0 1 0 0,0 0-1 0 0,0 0 0 0 0,0 0 1 0 0,-1-5-1 0 0,1 9 30 0 0,0-1 0 0 0,0 1-1 0 0,0 0 1 0 0,0 0 0 0 0,0 0-1 0 0,-1 0 1 0 0,1 0 0 0 0,0-1-1 0 0,0 1 1 0 0,0 0 0 0 0,0 0 0 0 0,0 0-1 0 0,0 0 1 0 0,0 0 0 0 0,-1 0-1 0 0,1 0 1 0 0,0 0 0 0 0,0 0-1 0 0,0-1 1 0 0,0 1 0 0 0,-1 0-1 0 0,1 0 1 0 0,0 0 0 0 0,0 0 0 0 0,0 0-1 0 0,0 0 1 0 0,0 0 0 0 0,-1 0-1 0 0,1 0 1 0 0,0 0 0 0 0,0 0-1 0 0,0 0 1 0 0,0 0 0 0 0,-1 0 0 0 0,1 1-1 0 0,0-1 1 0 0,0 0 0 0 0,0 0-1 0 0,0 0 1 0 0,0 0 0 0 0,-1 0-1 0 0,1 0 1 0 0,0 0 0 0 0,0 0-1 0 0,0 0 1 0 0,0 1 0 0 0,0-1 0 0 0,-7 7-5 0 0,5-5 22 0 0,-11 16 70 0 0,0 0 0 0 0,1 1 0 0 0,1 1-1 0 0,-15 39 1 0 0,7-19 52 0 0,-179 359 1034 0 0,-33-18 21 0 0,229-378-1184 0 0,-3 5 31 0 0,-1 1-1 0 0,-1-1 0 0 0,1 0 1 0 0,-1-1-1 0 0,-12 10 0 0 0,19-17-35 0 0,-1 1 0 0 0,1-1-1 0 0,0 0 1 0 0,-1 1 0 0 0,1-1-1 0 0,0 0 1 0 0,-1 1 0 0 0,1-1-1 0 0,-1 0 1 0 0,1 0 0 0 0,-1 0 0 0 0,1 1-1 0 0,-1-1 1 0 0,1 0 0 0 0,-1 0-1 0 0,1 0 1 0 0,-1 0 0 0 0,1 0-1 0 0,-1 0 1 0 0,1 0 0 0 0,-1 0-1 0 0,1 0 1 0 0,0 0 0 0 0,-1 0 0 0 0,1 0-1 0 0,-1 0 1 0 0,1 0 0 0 0,-1-1-1 0 0,1 1 1 0 0,-1 0 0 0 0,0-1 1 0 0,0 0 1 0 0,1 0 0 0 0,-1 1 0 0 0,1-1 0 0 0,0 0-1 0 0,-1 0 1 0 0,1 0 0 0 0,0 0 0 0 0,-1 0 0 0 0,1 0-1 0 0,0 0 1 0 0,0 0 0 0 0,0 0 0 0 0,0-1 0 0 0,3-39-79 0 0,-3 39 48 0 0,11-59-674 0 0,32-99 1 0 0,34-55-645 0 0,-59 172 1023 0 0,24-75-474 0 0,-39 103 709 0 0,-3 15 84 0 0,0 0-1 0 0,0 0 0 0 0,0 0 1 0 0,0-1-1 0 0,0 1 1 0 0,0 0-1 0 0,0 0 0 0 0,0 0 1 0 0,0 0-1 0 0,0 0 0 0 0,-1 0 1 0 0,1 0-1 0 0,0 0 0 0 0,0 0 1 0 0,0 0-1 0 0,0-1 1 0 0,0 1-1 0 0,0 0 0 0 0,0 0 1 0 0,0 0-1 0 0,0 0 0 0 0,0 0 1 0 0,0 0-1 0 0,0 0 0 0 0,0 0 1 0 0,-1 0-1 0 0,1 0 1 0 0,0 0-1 0 0,0 0 0 0 0,0 0 1 0 0,0 0-1 0 0,0 0 0 0 0,0 0 1 0 0,0 0-1 0 0,0 0 0 0 0,0 0 1 0 0,-1 0-1 0 0,1 0 1 0 0,0 0-1 0 0,0 0 0 0 0,0 0 1 0 0,0 0-1 0 0,0 0 0 0 0,0 0 1 0 0,0 0-1 0 0,0 0 0 0 0,0 0 1 0 0,0 0-1 0 0,-1 0 1 0 0,1 0-1 0 0,0 0 0 0 0,0 0 1 0 0,0 0-1 0 0,0 1 0 0 0,0-1 1 0 0,0 0-1 0 0,0 0 0 0 0,0 0 1 0 0,-17 21-3 0 0,-82 145 640 0 0,60-96-408 0 0,-361 557 2044 0 0,361-579-2060 0 0,23-29-87 0 0,1 0 1 0 0,-16 27-1 0 0,87-108-91 0 0,-27 27-304 0 0,66-75-594 0 0,-77 91 637 0 0,1 1 1 0 0,1 1-1 0 0,32-22 1 0 0,-47 36 236 0 0,-1 1 0 0 0,1-1 0 0 0,0 1 1 0 0,8-3-1 0 0,-12 5-8 0 0,-1-1 0 0 0,1 1 0 0 0,0 0-1 0 0,-1 0 1 0 0,1-1 0 0 0,0 1 0 0 0,-1 0 0 0 0,1 0 0 0 0,0 0 0 0 0,-1 0 0 0 0,1 0 0 0 0,0 0 0 0 0,-1 0 0 0 0,1 0-1 0 0,0 0 1 0 0,-1 0 0 0 0,1 0 0 0 0,0 1 0 0 0,-1-1 0 0 0,1 0 0 0 0,0 0 0 0 0,-1 1 0 0 0,1-1 0 0 0,-1 0 0 0 0,1 1-1 0 0,-1-1 1 0 0,1 0 0 0 0,0 1 0 0 0,-1-1 0 0 0,1 1 0 0 0,-1-1 0 0 0,0 1 0 0 0,1-1 0 0 0,-1 1 0 0 0,1 0 0 0 0,-1-1-1 0 0,0 1 1 0 0,0-1 0 0 0,1 1 0 0 0,-1 0 0 0 0,0-1 0 0 0,0 1 0 0 0,0 0 0 0 0,1-1 0 0 0,-1 1 0 0 0,0 0 0 0 0,0-1-1 0 0,0 1 1 0 0,0 1 0 0 0,-1 6 31 0 0,0 1 0 0 0,0 0-1 0 0,-1-1 1 0 0,0 0-1 0 0,0 1 1 0 0,-6 12 0 0 0,-27 51 134 0 0,24-52-111 0 0,-15 31 147 0 0,-2-2 0 0 0,-38 49 0 0 0,59-90-182 0 0,26-46 131 0 0,110-136-1351 0 0,-82 114 746 0 0,164-200-1311 0 0,-154 194 1256 0 0,74-86-647 0 0,-115 137 1124 0 0,-34 35 83 0 0,0 1-1 0 0,-25 38 0 0 0,14-19 131 0 0,12-17-64 0 0,-364 466 2389 0 0,268-354-1800 0 0,-57 64 322 0 0,116-143-670 0 0,46-49-304 0 0,-1 0 0 0 0,1 0 0 0 0,-1-1 0 0 0,-1 0 0 0 0,-9 4 0 0 0,-3 0 13 0 0,15-8-15 0 0,1 0 0 0 0,-1 1-1 0 0,1 0 1 0 0,0 0 0 0 0,0 1 0 0 0,0 0 0 0 0,1 0-1 0 0,-1 0 1 0 0,-7 9 0 0 0,-1 3 152 0 0,-31 27-1 0 0,41-39-175 0 0,-1 0 1 0 0,0 0-1 0 0,0-1 0 0 0,-1 0 1 0 0,1 0-1 0 0,-1 0 0 0 0,1 0 0 0 0,-1-1 1 0 0,0 0-1 0 0,0 0 0 0 0,-7 0 0 0 0,10-1-8 0 0,1-1 0 0 0,-1 0-1 0 0,0 0 1 0 0,1 0 0 0 0,-1-1-1 0 0,0 1 1 0 0,1-1 0 0 0,-1 1-1 0 0,1-1 1 0 0,-1 0 0 0 0,1 0-1 0 0,-1 0 1 0 0,1 0 0 0 0,0-1-1 0 0,-1 1 1 0 0,-1-3 0 0 0,0 1-21 0 0,1 0 1 0 0,0 0-1 0 0,0-1 1 0 0,0 0 0 0 0,0 1-1 0 0,0-1 1 0 0,1 0 0 0 0,-3-7-1 0 0,-1-4-132 0 0,1 0 0 0 0,1 0 0 0 0,0-1 0 0 0,-2-21 0 0 0,-9-37-348 0 0,9 50 273 0 0,2 0-1 0 0,0 0 1 0 0,0-29-1 0 0,5-4-434 0 0,14-94 0 0 0,-12 126 353 0 0,-3 25 287 0 0,0 0 0 0 0,0 0 0 0 0,0 0 0 0 0,0 0 0 0 0,0 0 0 0 0,0 0 0 0 0,0 0-1 0 0,0 0 1 0 0,0 0 0 0 0,0-1 0 0 0,0 1 0 0 0,0 0 0 0 0,0 0 0 0 0,0 0 0 0 0,0 0 0 0 0,0 0 0 0 0,0 0 0 0 0,0 0 0 0 0,0 0 0 0 0,0 0-1 0 0,0 0 1 0 0,0 0 0 0 0,0 0 0 0 0,0-1 0 0 0,0 1 0 0 0,0 0 0 0 0,0 0 0 0 0,0 0 0 0 0,0 0 0 0 0,0 0 0 0 0,0 0 0 0 0,0 0-1 0 0,0 0 1 0 0,0 0 0 0 0,0 0 0 0 0,0 0 0 0 0,0 0 0 0 0,0 0 0 0 0,0 0 0 0 0,0 0 0 0 0,0-1 0 0 0,-1 1 0 0 0,1 0 0 0 0,0 0 0 0 0,0 0-1 0 0,0 0 1 0 0,0 0 0 0 0,0 0 0 0 0,0 0 0 0 0,0 0 0 0 0,0 0 0 0 0,0 0 0 0 0,0 0 0 0 0,0 0 0 0 0,0 0 0 0 0,0 0 0 0 0,-1 0 0 0 0,1 0-1 0 0,0 0 1 0 0,0 0 0 0 0,0 0 0 0 0,0 0 0 0 0,0 0 0 0 0,0 0 0 0 0,0 0 0 0 0,-6 13-55 0 0,-72 225 725 0 0,55-162-461 0 0,-38 103 340 0 0,74-282-683 0 0,9-31-662 0 0,37-195-1037 0 0,-35 218 1275 0 0,30-126-776 0 0,-37 178 661 0 0,46-109-1 0 0,-61 164 650 0 0,23-45-287 0 0,-22 45 283 0 0,-1 0 0 0 0,1 0 1 0 0,0 1-1 0 0,0-1 0 0 0,0 1 1 0 0,0-1-1 0 0,1 1 1 0 0,-1 0-1 0 0,7-3 0 0 0,-9 6 34 0 0,0-1 0 0 0,0 1 0 0 0,0 0 0 0 0,1 0 0 0 0,-1 0-1 0 0,0 0 1 0 0,0 0 0 0 0,0 0 0 0 0,0 0 0 0 0,1 1 0 0 0,-1-1 0 0 0,0 0 0 0 0,0 1-1 0 0,0-1 1 0 0,0 1 0 0 0,0-1 0 0 0,0 1 0 0 0,0-1 0 0 0,0 1 0 0 0,0 0 0 0 0,0-1-1 0 0,0 1 1 0 0,0 0 0 0 0,0 0 0 0 0,-1 0 0 0 0,1 0 0 0 0,0 0 0 0 0,-1 0 0 0 0,2 1-1 0 0,2 3 31 0 0,-1 0-1 0 0,0 0 0 0 0,0 0 0 0 0,4 10 0 0 0,-5-7 22 0 0,0 0 1 0 0,0 0-1 0 0,-1 1 0 0 0,0-1 1 0 0,-1 0-1 0 0,1 1 1 0 0,-2-1-1 0 0,1 1 0 0 0,-1-1 1 0 0,-4 16-1 0 0,-3 7 221 0 0,-18 43-1 0 0,25-71-256 0 0,-49 118 647 0 0,38-96-466 0 0,-2 0 1 0 0,-24 36-1 0 0,33-53-110 0 0,-3 4-40 0 0,6-13-41 0 0,5-7 4 0 0,13-34-112 0 0,3 1 0 0 0,33-54 0 0 0,-27 51-65 0 0,64-111-871 0 0,110-144 1 0 0,-134 215 502 0 0,2 3 1 0 0,5 3-1 0 0,88-75 1 0 0,-159 152 527 0 0,9-9-66 0 0,1 1 0 0 0,0 0-1 0 0,0 1 1 0 0,1 0 0 0 0,0 1 0 0 0,21-9-1 0 0,-33 16 74 0 0,0 0-1 0 0,1 0 0 0 0,-1 0 0 0 0,1 0 0 0 0,-1-1 0 0 0,0 1 0 0 0,1 0 0 0 0,-1 0 0 0 0,1 0 1 0 0,-1 0-1 0 0,0 0 0 0 0,1 0 0 0 0,-1 0 0 0 0,1 0 0 0 0,-1 0 0 0 0,0 0 0 0 0,1 0 0 0 0,-1 1 1 0 0,1-1-1 0 0,-1 0 0 0 0,0 0 0 0 0,1 0 0 0 0,-1 0 0 0 0,0 1 0 0 0,1-1 0 0 0,-1 0 0 0 0,0 0 1 0 0,1 1-1 0 0,-1-1 0 0 0,1 13 76 0 0,-10 14 68 0 0,-9 7 240 0 0,-2-2-1 0 0,-45 57 1 0 0,64-87-369 0 0,-79 101 1304 0 0,-134 134-1 0 0,169-195-892 0 0,59-67-262 0 0,42-65-146 0 0,-16 24-347 0 0,37-61-233 0 0,-75 124 530 0 0,0 1 25 0 0,-1 0 0 0 0,0 0 1 0 0,0 0-1 0 0,0 0 0 0 0,0 0 0 0 0,0 0 1 0 0,-1 0-1 0 0,1 0 0 0 0,-1 0 0 0 0,1 0 1 0 0,-1 0-1 0 0,0 0 0 0 0,0-3 1 0 0,0 5 2 0 0,0 0 0 0 0,0 0 1 0 0,0-1-1 0 0,0 1 1 0 0,0 0-1 0 0,0 0 1 0 0,0 0-1 0 0,0-1 0 0 0,-1 1 1 0 0,1 0-1 0 0,0 0 1 0 0,0 0-1 0 0,0 0 1 0 0,0-1-1 0 0,0 1 0 0 0,-1 0 1 0 0,1 0-1 0 0,0 0 1 0 0,0 0-1 0 0,0 0 1 0 0,-1 0-1 0 0,1-1 0 0 0,0 1 1 0 0,0 0-1 0 0,0 0 1 0 0,-1 0-1 0 0,1 0 1 0 0,0 0-1 0 0,0 0 1 0 0,-1 0-1 0 0,1 0 0 0 0,0 0 1 0 0,-1 0-1 0 0,-9 3-68 0 0,-11 9 48 0 0,21-12 27 0 0,-31 24 218 0 0,0 2 0 0 0,2 0 0 0 0,-31 37 0 0 0,58-60-205 0 0,-66 71 733 0 0,-84 120 0 0 0,124-152-446 0 0,2 1 1 0 0,2 1-1 0 0,1 1 1 0 0,-30 90 0 0 0,49-121-240 0 0,-10 28 198 0 0,2 1 0 0 0,2 0 0 0 0,-8 70 0 0 0,18-107-227 0 0,0-1 1 0 0,0 0-1 0 0,0 1 1 0 0,1-1 0 0 0,2 10-1 0 0,-2-15-31 0 0,-1 1-1 0 0,0 0 1 0 0,0 0 0 0 0,1 0-1 0 0,-1-1 1 0 0,0 1-1 0 0,1 0 1 0 0,-1-1 0 0 0,1 1-1 0 0,-1 0 1 0 0,1-1-1 0 0,-1 1 1 0 0,1-1 0 0 0,0 1-1 0 0,-1-1 1 0 0,1 1-1 0 0,0-1 1 0 0,1 1 0 0 0,-2 0-4 0 0,1-1 0 0 0,0 0 0 0 0,0 0 0 0 0,0 0 0 0 0,0 0 0 0 0,0-1 0 0 0,0 1 0 0 0,-1 0 0 0 0,1 0 0 0 0,0 0 1 0 0,0-1-1 0 0,0 1 0 0 0,0-1 0 0 0,-1 1 0 0 0,1 0 0 0 0,0-1 0 0 0,0 1 0 0 0,-1-1 0 0 0,1 1 0 0 0,0-1 0 0 0,0-1 0 0 0,14-14-34 0 0,-1 0 0 0 0,-1-1 0 0 0,-1-1 0 0 0,0 0 0 0 0,14-30 0 0 0,-5 9-218 0 0,141-266-1618 0 0,-4 6 49 0 0,25 16 38 0 0,-160 253 1460 0 0,1 1 0 0 0,32-31 0 0 0,-45 51 343 0 0,0-1 0 0 0,0 2 0 0 0,1-1 0 0 0,0 2 0 0 0,0-1 0 0 0,0 2 0 0 0,1 0 0 0 0,27-9 0 0 0,-35 14 8 0 0,0 0 1 0 0,0 0-1 0 0,-1 0 1 0 0,1 1-1 0 0,0 0 1 0 0,0 0-1 0 0,0 0 1 0 0,8 2 0 0 0,-13-2-30 0 0,1 0 1 0 0,-1 0-1 0 0,0 1 1 0 0,0-1-1 0 0,1 0 1 0 0,-1 1-1 0 0,0-1 1 0 0,0 0-1 0 0,1 1 1 0 0,-1-1 0 0 0,0 0-1 0 0,0 1 1 0 0,0-1-1 0 0,1 1 1 0 0,-1-1-1 0 0,0 0 1 0 0,0 1-1 0 0,0-1 1 0 0,0 1 0 0 0,0-1-1 0 0,0 0 1 0 0,0 1-1 0 0,0-1 1 0 0,0 1-1 0 0,0-1 1 0 0,0 0-1 0 0,0 1 1 0 0,0-1-1 0 0,-1 1 1 0 0,1-1 0 0 0,0 0-1 0 0,0 1 1 0 0,0-1-1 0 0,0 1 1 0 0,-1-1-1 0 0,1 0 1 0 0,0 1-1 0 0,0-1 1 0 0,-1 0 0 0 0,1 1-1 0 0,-14 15 157 0 0,12-13-112 0 0,-15 15 164 0 0,-2-1 0 0 0,-41 30-1 0 0,20-17 12 0 0,-321 231 2067 0 0,196-161-1311 0 0,164-100-968 0 0,0 1-1 0 0,0 0 1 0 0,-1-1-1 0 0,1 1 1 0 0,0-1-1 0 0,-1 1 0 0 0,1-1 1 0 0,-1 1-1 0 0,1-1 1 0 0,0 0-1 0 0,-1 0 1 0 0,-2 0-1 0 0,4 0-6 0 0,0 0-1 0 0,0 0 0 0 0,0 0 0 0 0,-1 0 1 0 0,1 0-1 0 0,0 0 0 0 0,0 0 0 0 0,0 0 1 0 0,0 0-1 0 0,0-1 0 0 0,-1 1 1 0 0,1 0-1 0 0,0 0 0 0 0,0 0 0 0 0,0 0 1 0 0,0 0-1 0 0,0 0 0 0 0,0-1 1 0 0,0 1-1 0 0,0 0 0 0 0,0 0 0 0 0,0 0 1 0 0,-1 0-1 0 0,1-1 0 0 0,0 1 0 0 0,0 0 1 0 0,0 0-1 0 0,0 0 0 0 0,0 0 1 0 0,0-1-1 0 0,0 1 0 0 0,0 0 0 0 0,0 0 1 0 0,0 0-1 0 0,6-11 98 0 0,-1 4-84 0 0,-4 5 7 0 0,0 0 0 0 0,0 1 0 0 0,0-1 0 0 0,0 0 0 0 0,1 1 0 0 0,-1-1 0 0 0,1 1 0 0 0,-1 0 0 0 0,1-1 0 0 0,1 0 0 0 0,-3 2-19 0 0,0 0 0 0 0,1 0 1 0 0,-1 0-1 0 0,0 0 0 0 0,0 0 0 0 0,0 0 1 0 0,0 0-1 0 0,0 0 0 0 0,0 0 0 0 0,0 0 0 0 0,0 0 1 0 0,0 0-1 0 0,0 0 0 0 0,0 0 0 0 0,1 0 0 0 0,-1 0 1 0 0,0 0-1 0 0,0 0 0 0 0,0 0 0 0 0,0 0 0 0 0,0 0 1 0 0,0 0-1 0 0,0 0 0 0 0,0 0 0 0 0,0 0 1 0 0,0 0-1 0 0,0 0 0 0 0,0 0 0 0 0,0 0 0 0 0,0 0 1 0 0,0 1-1 0 0,1-1 0 0 0,-1 0 0 0 0,0 0 0 0 0,0 0 1 0 0,0 0-1 0 0,0 0 0 0 0,0 0 0 0 0,0 0 1 0 0,0 0-1 0 0,0 0 0 0 0,0 0 0 0 0,0 0 0 0 0,0 1 1 0 0,0-1-1 0 0,0 0 0 0 0,0 0 0 0 0,0 0 0 0 0,0 0 1 0 0,0 0-1 0 0,0 0 0 0 0,0 0 0 0 0,0 0 0 0 0,0 0 1 0 0,-1 0-1 0 0,1 0 0 0 0,0 1 0 0 0,0-1 1 0 0,0 0-1 0 0,0 0 0 0 0,0 0 0 0 0,0 0 0 0 0,0 0 1 0 0,0 0-1 0 0,0 0 0 0 0,0 0 0 0 0,0 0 0 0 0,0 0 1 0 0,-3 7-23 0 0,2-7 30 0 0,-11 22 225 0 0,-16 34 0 0 0,70-134-33 0 0,-40 73-229 0 0,110-211-1279 0 0,-96 190 1122 0 0,1 1 1 0 0,1 1-1 0 0,1 1 1 0 0,1 0-1 0 0,1 1 0 0 0,25-19 1 0 0,132-81-1 0 0,11 16 229 0 0,-154 86-42 0 0,-11 6 135 0 0,1 1-1 0 0,0 1 1 0 0,0 1-1 0 0,42-12 1 0 0,-52 23-124 0 0,-25 1 27 0 0,-1 0-1 0 0,1 1 0 0 0,0 0 0 0 0,-1 0 1 0 0,1 1-1 0 0,1 1 0 0 0,-1 0 0 0 0,0 0 1 0 0,-9 6-1 0 0,-80 55 459 0 0,96-63-493 0 0,-62 48 478 0 0,2 3-1 0 0,-109 119 1 0 0,-83 147 988 0 0,209-258-1223 0 0,-85 120 547 0 0,96-127-394 0 0,-42 84 0 0 0,73-130-355 0 0,0 1 1 0 0,0 0-1 0 0,0 0 0 0 0,1 0 1 0 0,1 0-1 0 0,0 0 1 0 0,0 1-1 0 0,0-1 1 0 0,1 1-1 0 0,1 0 0 0 0,0-1 1 0 0,0 1-1 0 0,2 12 1 0 0,1-1 23 0 0,-3-17-56 0 0,1 0 0 0 0,-1 1-1 0 0,1-1 1 0 0,0 0 0 0 0,0 0 0 0 0,1 0-1 0 0,1 5 1 0 0,-3-9-15 0 0,0 0 0 0 0,1 1 0 0 0,-1-1 1 0 0,0 0-1 0 0,0 0 0 0 0,0 0 0 0 0,0 0 0 0 0,0 0 0 0 0,0 1 0 0 0,0-1 0 0 0,1 0 1 0 0,-1 0-1 0 0,0 0 0 0 0,0 0 0 0 0,0 0 0 0 0,0 0 0 0 0,0 0 0 0 0,1 0 0 0 0,-1 0 0 0 0,0 1 1 0 0,0-1-1 0 0,0 0 0 0 0,0 0 0 0 0,1 0 0 0 0,-1 0 0 0 0,0 0 0 0 0,0 0 0 0 0,0 0 1 0 0,1 0-1 0 0,-1 0 0 0 0,0 0 0 0 0,0 0 0 0 0,0-1 0 0 0,0 1 0 0 0,1 0 0 0 0,-1 0 1 0 0,0 0-1 0 0,0 0 0 0 0,0 0 0 0 0,0 0 0 0 0,0 0 0 0 0,1 0 0 0 0,-1 0 0 0 0,0 0 0 0 0,0-1 1 0 0,0 1-1 0 0,0 0 0 0 0,0 0 0 0 0,0 0 0 0 0,1 0 0 0 0,-1 0 0 0 0,0-1 0 0 0,0 1 1 0 0,0 0-1 0 0,0 0 0 0 0,0 0 0 0 0,0 0 0 0 0,0-1 0 0 0,0 1 0 0 0,0 0 0 0 0,0 0 1 0 0,0 0-1 0 0,0 0 0 0 0,0-1 0 0 0,4-10 74 0 0,-4 11-69 0 0,43-120-542 0 0,-27 80 265 0 0,195-457-3633 0 0,-194 463 3567 0 0,-24 60 457 0 0,-13 31 0 0 0,3-11 10 0 0,-16 42 358 0 0,-81 149 0 0 0,107-226-434 0 0,0 0 0 0 0,-11 15-1 0 0,16-27-44 0 0,4-7 12 0 0,2-10 31 0 0,10-22-120 0 0,31-99-675 0 0,-38 110 453 0 0,0 0-1 0 0,4-55 1 0 0,-10 78 247 0 0,-1 0 0 0 0,-1 0 1 0 0,1 0-1 0 0,-1 0 0 0 0,-1-8 0 0 0,1 13 39 0 0,1 1-1 0 0,0-1 1 0 0,0 0-1 0 0,-1 0 1 0 0,1 1-1 0 0,0-1 1 0 0,-1 0-1 0 0,1 1 1 0 0,0-1-1 0 0,-1 0 0 0 0,1 1 1 0 0,-1-1-1 0 0,1 1 1 0 0,-1-1-1 0 0,0 0 1 0 0,1 1-1 0 0,-1 0 1 0 0,0-1-1 0 0,1 1 1 0 0,-2-1-1 0 0,1 1 8 0 0,0 0 0 0 0,0 0-1 0 0,0 0 1 0 0,0 0 0 0 0,0 0 0 0 0,0 0-1 0 0,0 1 1 0 0,0-1 0 0 0,0 0 0 0 0,0 1-1 0 0,0-1 1 0 0,0 1 0 0 0,0-1 0 0 0,0 1-1 0 0,0-1 1 0 0,0 1 0 0 0,1 0 0 0 0,-1-1-1 0 0,0 1 1 0 0,-1 1 0 0 0,-15 16 132 0 0,0 0-1 0 0,-25 39 1 0 0,15-20 14 0 0,-48 58 213 0 0,85-117-385 0 0,-1 0 1 0 0,0-1-1 0 0,5-27 1 0 0,-9 34-97 0 0,84-335-1757 0 0,-88 344 1843 0 0,1 2-1 0 0,-1-1 1 0 0,0 0-1 0 0,0 0 1 0 0,0 1 0 0 0,-1-1-1 0 0,0 0 1 0 0,0 0 0 0 0,0 0-1 0 0,-3-10 1 0 0,3 16 31 0 0,0-1 1 0 0,-1 1 0 0 0,1 0-1 0 0,0 0 1 0 0,0-1-1 0 0,0 1 1 0 0,-1 0 0 0 0,1 0-1 0 0,0-1 1 0 0,0 1-1 0 0,-1 0 1 0 0,1 0-1 0 0,0 0 1 0 0,0 0 0 0 0,-1 0-1 0 0,1-1 1 0 0,0 1-1 0 0,-1 0 1 0 0,1 0-1 0 0,0 0 1 0 0,0 0 0 0 0,-1 0-1 0 0,1 0 1 0 0,0 0-1 0 0,-1 0 1 0 0,1 0-1 0 0,0 0 1 0 0,-1 0 0 0 0,1 0-1 0 0,0 0 1 0 0,0 0-1 0 0,-1 0 1 0 0,1 1 0 0 0,0-1-1 0 0,-1 0 1 0 0,1 0-1 0 0,0 0 1 0 0,0 0-1 0 0,-1 0 1 0 0,1 1 0 0 0,0-1-1 0 0,0 0 1 0 0,-1 0-1 0 0,1 0 1 0 0,0 1-1 0 0,-11 10 12 0 0,-1 6 75 0 0,2 1 1 0 0,0 0-1 0 0,1 0 1 0 0,-7 22 0 0 0,3-7 61 0 0,-92 251 927 0 0,76-196-761 0 0,19-62-205 0 0,-53 168 597 0 0,44-129-334 0 0,-9 68-1 0 0,26-113-296 0 0,1-1-1 0 0,1 1 1 0 0,1 0-1 0 0,3 19 0 0 0,1 35 190 0 0,-4-50-108 0 0,5 32 0 0 0,0-8-2 0 0,-6-46-143 0 0,0 1-1 0 0,1-1 1 0 0,-1 0-1 0 0,0 0 1 0 0,1 0-1 0 0,-1-1 1 0 0,1 1-1 0 0,0 0 1 0 0,0 0-1 0 0,-1 0 1 0 0,1 0-1 0 0,0 0 1 0 0,1-1 0 0 0,-1 1-1 0 0,0-1 1 0 0,0 1-1 0 0,1-1 1 0 0,-1 1-1 0 0,4 1 1 0 0,-4-2-2 0 0,1 0 0 0 0,0-1 1 0 0,0 1-1 0 0,-1-1 1 0 0,1 1-1 0 0,0-1 0 0 0,0 0 1 0 0,0 0-1 0 0,0 0 0 0 0,0 0 1 0 0,-1 0-1 0 0,1 0 0 0 0,0 0 1 0 0,0-1-1 0 0,0 1 1 0 0,0-1-1 0 0,-1 1 0 0 0,1-1 1 0 0,0 0-1 0 0,-1 0 0 0 0,1 0 1 0 0,2-1-1 0 0,5-3 54 0 0,1 1 0 0 0,-1-1 1 0 0,1 2-1 0 0,1 0 0 0 0,12-3 0 0 0,54-4 240 0 0,-74 10-289 0 0,5-1 27 0 0,-1-1 0 0 0,1 0 0 0 0,0-1 0 0 0,-1 0-1 0 0,1 0 1 0 0,6-4 0 0 0,-3 2 29 0 0,-1 0 0 0 0,14-4-1 0 0,-21 8-57 0 0,0 1 0 0 0,0-1 0 0 0,1 1 0 0 0,-1-1 0 0 0,0 1 0 0 0,1 0 0 0 0,-1 0 0 0 0,0 0 0 0 0,1 1 0 0 0,-1-1 0 0 0,6 2 0 0 0,-6 0 6 0 0,0 0-1 0 0,0-1 0 0 0,-1 1 1 0 0,1 0-1 0 0,-1 0 1 0 0,1 0-1 0 0,-1 0 1 0 0,0 1-1 0 0,0-1 1 0 0,0 1-1 0 0,0-1 1 0 0,0 1-1 0 0,-1 0 1 0 0,1 0-1 0 0,-1 0 1 0 0,1 0-1 0 0,-1 0 0 0 0,0 0 1 0 0,-1 0-1 0 0,2 5 1 0 0,0 1 20 0 0,-1 0 1 0 0,1 0 0 0 0,-2 0-1 0 0,1 0 1 0 0,-1 0-1 0 0,-2 11 1 0 0,-15 122 488 0 0,16-134-497 0 0,0-4-12 0 0,0 0 1 0 0,1-1-1 0 0,0 1 1 0 0,-1 0-1 0 0,1-1 1 0 0,0 1-1 0 0,1 0 0 0 0,0 4 1 0 0,1-10 8 0 0,0-1 0 0 0,0 1-1 0 0,0-1 1 0 0,0 0 0 0 0,0 0 0 0 0,-1 0 0 0 0,3-5-1 0 0,33-86-681 0 0,22-65-703 0 0,-58 156 1339 0 0,0 0 0 0 0,0 0 1 0 0,-1-1-1 0 0,0 1 1 0 0,1 0-1 0 0,-1-4 1 0 0,0 6 17 0 0,0 1-1 0 0,0 0 1 0 0,0-1 0 0 0,0 1 0 0 0,0-1-1 0 0,-1 1 1 0 0,1 0 0 0 0,0-1 0 0 0,0 1 0 0 0,0 0-1 0 0,0-1 1 0 0,0 1 0 0 0,-1 0 0 0 0,1 0-1 0 0,0-1 1 0 0,0 1 0 0 0,0 0 0 0 0,-1-1 0 0 0,1 1-1 0 0,0 0 1 0 0,0 0 0 0 0,-1 0 0 0 0,1-1-1 0 0,-1 1 1 0 0,0 0-3 0 0,0 0-1 0 0,1 0 1 0 0,-1 0-1 0 0,0 0 1 0 0,0 0-1 0 0,1 0 1 0 0,-1 0-1 0 0,0 1 1 0 0,1-1 0 0 0,-1 0-1 0 0,0 0 1 0 0,0 1-1 0 0,1-1 1 0 0,-1 1-1 0 0,0-1 1 0 0,1 0-1 0 0,-1 2 1 0 0,-17 13 43 0 0,1 0 0 0 0,0 2-1 0 0,2 0 1 0 0,-24 33 0 0 0,30-38-20 0 0,-51 68 115 0 0,-103 124 222 0 0,143-187-301 0 0,20-17-52 0 0,0 0 0 0 0,0 0-1 0 0,0 0 1 0 0,0 0-1 0 0,0 0 1 0 0,0 1-1 0 0,0-1 1 0 0,0 0-1 0 0,-1 0 1 0 0,1 0-1 0 0,0 0 1 0 0,0 0-1 0 0,0 0 1 0 0,0 0 0 0 0,0 0-1 0 0,0 0 1 0 0,0 0-1 0 0,0 0 1 0 0,0 0-1 0 0,0 0 1 0 0,0 0-1 0 0,-1 0 1 0 0,1 0-1 0 0,0 0 1 0 0,0 0-1 0 0,0 0 1 0 0,0 0 0 0 0,0 0-1 0 0,0 0 1 0 0,0 0-1 0 0,0-1 1 0 0,0 1-1 0 0,0 0 1 0 0,0 0-1 0 0,0 0 1 0 0,-1 0-1 0 0,1 0 1 0 0,0 0-1 0 0,0 0 1 0 0,0 0 0 0 0,0 0-1 0 0,0 0 1 0 0,0 0-1 0 0,0 0 1 0 0,0 0-1 0 0,0 0 1 0 0,0-1-1 0 0,0 1 1 0 0,0 0-1 0 0,0 0 1 0 0,0 0-1 0 0,0 0 1 0 0,0 0 0 0 0,0 0-1 0 0,0 0 1 0 0,0 0-1 0 0,0 0 1 0 0,0 0-1 0 0,0 0 1 0 0,0-1-1 0 0,0 1 1 0 0,0 0-1 0 0,0 0 1 0 0,0 0-1 0 0,7-14 13 0 0,74-122-898 0 0,-5 12-93 0 0,31-55-1435 0 0,209-266-1 0 0,-95 200 358 0 0,-107 124 931 0 0,-103 110 1059 0 0,-4 3-54 0 0,0 0 0 0 0,0 0 0 0 0,6-10 0 0 0,-78 129 1007 0 0,-28 51 102 0 0,-72 131 767 0 0,153-273-1590 0 0,12-19-156 0 0,7-11 16 0 0,163-269-815 0 0,5-7-494 0 0,-85 150 220 0 0,149-174-1 0 0,-186 257 912 0 0,-53 53 151 0 0,0 0 1 0 0,0 0 0 0 0,0 0 0 0 0,0 0 0 0 0,0 0 0 0 0,0 0 0 0 0,0 1-1 0 0,0-1 1 0 0,0 0 0 0 0,0 0 0 0 0,0 0 0 0 0,0 0 0 0 0,0 0 0 0 0,0 0-1 0 0,0 0 1 0 0,0 0 0 0 0,0 0 0 0 0,0 0 0 0 0,0 0 0 0 0,0 0 0 0 0,0 0-1 0 0,0 0 1 0 0,0 0 0 0 0,0 0 0 0 0,0 0 0 0 0,0 0 0 0 0,0 0 0 0 0,1 0-1 0 0,-1 0 1 0 0,0 0 0 0 0,0 0 0 0 0,0 0 0 0 0,0 0 0 0 0,0 0 0 0 0,0 0 0 0 0,0 0-1 0 0,0 0 1 0 0,0 0 0 0 0,0 0 0 0 0,0 0 0 0 0,0 0 0 0 0,0 0 0 0 0,0 0-1 0 0,1 0 1 0 0,-1 0 0 0 0,0 0 0 0 0,0 0 0 0 0,0 0 0 0 0,0 0 0 0 0,0 0-1 0 0,0 0 1 0 0,0 0 0 0 0,0 0 0 0 0,0 0 0 0 0,0 0 0 0 0,0 0 0 0 0,0 0-1 0 0,0 0 1 0 0,0 0 0 0 0,0 0 0 0 0,0-1 0 0 0,-2 10 48 0 0,-6 10 159 0 0,-1 1 15 0 0,-9 32 0 0 0,2-4 93 0 0,-7 11 137 0 0,-2-1 0 0 0,-3-1 0 0 0,-2-1 0 0 0,-53 73 0 0 0,80-125-405 0 0,0 0 1 0 0,1-1 0 0 0,-1 1-1 0 0,-1-1 1 0 0,1 0 0 0 0,0 0-1 0 0,-1 0 1 0 0,1 0 0 0 0,-1-1-1 0 0,-6 4 1 0 0,9-6-46 0 0,1 0 1 0 0,0 0-1 0 0,-1 0 0 0 0,1 0 1 0 0,0 0-1 0 0,-1 0 0 0 0,1 0 0 0 0,0 0 1 0 0,-1 0-1 0 0,1 0 0 0 0,0 0 1 0 0,-1 0-1 0 0,1 0 0 0 0,0 0 0 0 0,-1 0 1 0 0,1 0-1 0 0,0 0 0 0 0,-1-1 1 0 0,1 1-1 0 0,0 0 0 0 0,-1 0 1 0 0,1 0-1 0 0,0-1 0 0 0,0 1 0 0 0,-1 0 1 0 0,1 0-1 0 0,0-1 0 0 0,-1 0 1 0 0,-4-12 73 0 0,2-14 35 0 0,4 1-198 0 0,-1 0-77 0 0,0 0 0 0 0,-8-47 0 0 0,8 70 153 0 0,-1 0-1 0 0,0 0 0 0 0,1 1 1 0 0,-1-1-1 0 0,0 1 0 0 0,0-1 1 0 0,-1 0-1 0 0,1 1 1 0 0,0 0-1 0 0,-1-1 0 0 0,0 1 1 0 0,1 0-1 0 0,-1 0 0 0 0,0 0 1 0 0,0 0-1 0 0,-3-2 0 0 0,3 3 18 0 0,0 0 0 0 0,0 0-1 0 0,0 0 1 0 0,0 1 0 0 0,1-1-1 0 0,-1 1 1 0 0,0 0 0 0 0,0-1-1 0 0,0 1 1 0 0,0 0 0 0 0,0 0-1 0 0,0 0 1 0 0,0 1 0 0 0,0-1-1 0 0,0 0 1 0 0,0 1 0 0 0,0-1-1 0 0,0 1 1 0 0,0-1 0 0 0,0 1-1 0 0,1 0 1 0 0,-1 0-1 0 0,-2 1 1 0 0,-4 4 54 0 0,0-1-1 0 0,1 1 1 0 0,-1 0 0 0 0,1 0-1 0 0,-11 13 1 0 0,-27 41 334 0 0,-114 194 815 0 0,19 12 27 0 0,140-265-1228 0 0,-16 29 191 0 0,2 0 0 0 0,1 1 1 0 0,-14 48-1 0 0,27-69-23 0 0,5-14-84 0 0,8-15-23 0 0,-12 17-61 0 0,99-179-829 0 0,-33 54 56 0 0,214-311-1920 0 0,-204 336 1807 0 0,5 3 0 0 0,100-91 0 0 0,-167 175 770 0 0,-6 6 14 0 0,0 0 1 0 0,1 1 0 0 0,16-11-1 0 0,-35 27 206 0 0,0 1 0 0 0,0 1 0 0 0,1-1 0 0 0,-8 12 0 0 0,-8 10 126 0 0,-29 26 439 0 0,-67 55 0 0 0,7-7 199 0 0,81-70-470 0 0,1 2-1 0 0,-42 68 0 0 0,69-99-364 0 0,1 0 0 0 0,0 0-1 0 0,0 0 1 0 0,0 0 0 0 0,1 0-1 0 0,-2 9 1 0 0,4-15-41 0 0,0 0 0 0 0,0 0 0 0 0,0 0 0 0 0,0 0-1 0 0,0 0 1 0 0,0 1 0 0 0,0-1 0 0 0,-1 0 0 0 0,1 0 0 0 0,0 0 0 0 0,0 0 0 0 0,0 0 0 0 0,0 0 0 0 0,0 1 0 0 0,0-1 0 0 0,0 0 0 0 0,0 0 0 0 0,0 0 0 0 0,0 0-1 0 0,0 0 1 0 0,0 0 0 0 0,1 1 0 0 0,-1-1 0 0 0,0 0 0 0 0,0 0 0 0 0,0 0 0 0 0,0 0 0 0 0,0 0 0 0 0,0 0 0 0 0,0 0 0 0 0,0 1 0 0 0,0-1 0 0 0,0 0 0 0 0,0 0-1 0 0,0 0 1 0 0,1 0 0 0 0,-1 0 0 0 0,0 0 0 0 0,0 0 0 0 0,0 0 0 0 0,0 0 0 0 0,0 0 0 0 0,1 0 0 0 0,5-3 16 0 0,5-8 101 0 0,51-78 34 0 0,127-169-1485 0 0,-97 147 740 0 0,79-102-539 0 0,-133 163 855 0 0,40-56-331 0 0,-48 63 322 0 0,-28 42 287 0 0,1-4 0 0 0,-23 24 29 0 0,4 0 164 0 0,0 0 1 0 0,-18 31-1 0 0,9-13 38 0 0,-59 81 494 0 0,-262 401 2432 0 0,334-499-3035 0 0,-195 348 2012 0 0,188-330-1950 0 0,3-10 100 0 0,3 0 0 0 0,-21 57 0 0 0,34-85-283 0 0,0 1 1 0 0,0-1-1 0 0,0 0 0 0 0,0 0 0 0 0,0 1 1 0 0,0-1-1 0 0,0 0 0 0 0,0 1 0 0 0,0-1 0 0 0,0 0 1 0 0,0 1-1 0 0,0-1 0 0 0,0 0 0 0 0,0 1 1 0 0,0-1-1 0 0,0 0 0 0 0,0 1 0 0 0,0-1 1 0 0,0 0-1 0 0,0 0 0 0 0,0 1 0 0 0,1-1 1 0 0,-1 0-1 0 0,0 1 0 0 0,0-1 0 0 0,0 0 1 0 0,1 0-1 0 0,-1 1 0 0 0,0-1 0 0 0,0 0 0 0 0,1 0 1 0 0,-1 0-1 0 0,0 1 0 0 0,0-1 0 0 0,1 0 1 0 0,-1 0-1 0 0,0 0 0 0 0,1 0 0 0 0,-1 0 1 0 0,0 1-1 0 0,0-1 0 0 0,1 0 0 0 0,-1 0 1 0 0,0 0-1 0 0,1 0 0 0 0,-1 0 0 0 0,0 0 0 0 0,1 0 1 0 0,-1 0-1 0 0,1 0 2 0 0,0-1-1 0 0,0 1 1 0 0,0 0-1 0 0,-1 0 1 0 0,1-1-1 0 0,0 1 1 0 0,0 0 0 0 0,-1-1-1 0 0,1 1 1 0 0,0-1-1 0 0,-1 1 1 0 0,1 0-1 0 0,0-1 1 0 0,-1 0 0 0 0,1 1-1 0 0,-1-1 1 0 0,1 1-1 0 0,-1-1 1 0 0,1 0-1 0 0,-1 1 1 0 0,1-1 0 0 0,-1 0-1 0 0,1-1 1 0 0,-32 68 440 0 0,10-24-38 0 0,-2-1 1 0 0,-39 53 0 0 0,20-31 36 0 0,14-22-170 0 0,15-22-105 0 0,0 1-1 0 0,-11 21 1 0 0,16-23-78 0 0,2-9-15 0 0,1 1-1 0 0,1 0 0 0 0,0-1 1 0 0,1 1-1 0 0,0 0 1 0 0,0 1-1 0 0,1-1 1 0 0,-2 20-1 0 0,3-12-23 0 0,0-1 0 0 0,-1 1 1 0 0,-1-1-1 0 0,-1 0 0 0 0,0 0 0 0 0,-1-1 0 0 0,-1 1 0 0 0,-1-1 0 0 0,0 0 1 0 0,-1 0-1 0 0,-14 20 0 0 0,-3 1-50 0 0,15-21 0 0 0,-1 0 0 0 0,-1 0 0 0 0,0-1 0 0 0,-15 14 0 0 0,22-26 0 0 0,-1 0 0 0 0,1 1 0 0 0,-1-2 0 0 0,1 1 0 0 0,-12 3 0 0 0,-12 6 0 0 0,16-4 0 0 0,0 0 0 0 0,-21 20 0 0 0,21-16 0 0 0,-27 17 0 0 0,40-29 0 0 0,-1 0 0 0 0,1 1 0 0 0,0-1 0 0 0,0 0 0 0 0,-1 0 0 0 0,1 0 1 0 0,0 0-1 0 0,0 0 0 0 0,0 0 0 0 0,-1 0 0 0 0,1 0 0 0 0,0 1 0 0 0,0-1 0 0 0,-1 0 0 0 0,1 0 0 0 0,0 0 0 0 0,0 0 1 0 0,-1 0-1 0 0,1 0 0 0 0,0-1 0 0 0,0 1 0 0 0,-1 0 0 0 0,1 0 0 0 0,0 0 0 0 0,0 0 0 0 0,-1 0 0 0 0,1 0 0 0 0,0 0 1 0 0,0 0-1 0 0,0-1 0 0 0,-1 1 0 0 0,1 0 0 0 0,0 0 0 0 0,0 0 0 0 0,0 0 0 0 0,-1-1 0 0 0,1 1 0 0 0,0 0 0 0 0,0 0 0 0 0,0 0 1 0 0,0-1-1 0 0,-4-14 3 0 0,6-19-40 0 0,9-57-654 0 0,-9 76 524 0 0,0 1 0 0 0,1-1 1 0 0,1 1-1 0 0,0-1 0 0 0,9-19 0 0 0,36-68-692 0 0,-41 89 705 0 0,45-81-698 0 0,12-24-86 0 0,55-83-872 0 0,-94 161 1472 0 0,128-174-1675 0 0,-32 50 521 0 0,-20 14-131 0 0,-99 146 1546 0 0,7-8-46 0 0,-9 11 121 0 0,-1 1 1 0 0,0-1-1 0 0,0 1 1 0 0,1-1-1 0 0,-1 1 1 0 0,0-1-1 0 0,0 1 0 0 0,0-1 1 0 0,1 1-1 0 0,-1-1 1 0 0,0 1-1 0 0,0-1 1 0 0,0 1-1 0 0,0-1 1 0 0,0 1-1 0 0,0-1 0 0 0,0 1 1 0 0,0-1-1 0 0,0 1 1 0 0,-1-1-1 0 0,1 1 1 0 0,0-1-1 0 0,0 1 1 0 0,0-1-1 0 0,-1 0 0 0 0,1 1 3 0 0,-1-1-1 0 0,1 1 0 0 0,-1 0 1 0 0,1 0-1 0 0,-1 0 0 0 0,1 0 0 0 0,0 0 1 0 0,-1 0-1 0 0,1 0 0 0 0,-1 0 1 0 0,1 0-1 0 0,-1 0 0 0 0,1 0 0 0 0,-1 0 1 0 0,1 0-1 0 0,0 0 0 0 0,-1 0 1 0 0,1 1-1 0 0,-1-1 0 0 0,1 0 1 0 0,0 0-1 0 0,-1 0 0 0 0,1 1 0 0 0,-1-1 1 0 0,1 0-1 0 0,0 1 0 0 0,-1-1 1 0 0,1 0-1 0 0,0 1 0 0 0,0-1 0 0 0,-1 0 1 0 0,1 1-1 0 0,0 0 0 0 0,-15 16 147 0 0,12-14-108 0 0,-140 154 1150 0 0,122-131-918 0 0,2 1 1 0 0,-23 41-1 0 0,-24 63 487 0 0,21-31-175 0 0,-53 106 636 0 0,91-198-1099 0 0,6-14-41 0 0,6-18 68 0 0,27-74-1008 0 0,76-155 0 0 0,-69 166 448 0 0,69-149-809 0 0,-58 125 679 0 0,22-53-407 0 0,-62 142 839 0 0,-15 37 211 0 0,2-10-61 0 0,1-1 0 0 0,0 1-1 0 0,0 0 1 0 0,0 0 0 0 0,0 0-1 0 0,0 5 1 0 0,-4 11 68 0 0,-37 83 879 0 0,-74 131 0 0 0,46-103-243 0 0,-131 224 1233 0 0,145-265-1418 0 0,-32 46 317 0 0,96-191-658 0 0,1-78-910 0 0,5-50-332 0 0,39-111-597 0 0,-34 220 809 0 0,54-138 0 0 0,-22 100-470 0 0,107-172 0 0 0,-146 268 1332 0 0,1 0 1 0 0,0 0-1 0 0,2 2 0 0 0,26-23 1 0 0,-14 13-48 0 0,-8 9 52 0 0,0 1 0 0 0,0 1-1 0 0,2 1 1 0 0,-1 0 0 0 0,27-9-1 0 0,-38 17-6 0 0,0 0 0 0 0,0 1 0 0 0,0 0-1 0 0,0 0 1 0 0,1 1 0 0 0,-1 0 0 0 0,1 1 0 0 0,-1-1-1 0 0,1 2 1 0 0,-1-1 0 0 0,0 1 0 0 0,1 1 0 0 0,-1-1-1 0 0,0 1 1 0 0,0 1 0 0 0,10 3 0 0 0,-11-3 1 0 0,-1 0 1 0 0,1 1 0 0 0,-1-1-1 0 0,0 1 1 0 0,0 1 0 0 0,0-1-1 0 0,-1 1 1 0 0,1 0 0 0 0,-1 0-1 0 0,-1 0 1 0 0,1 1 0 0 0,-1 0-1 0 0,1 0 1 0 0,-2 0-1 0 0,1 0 1 0 0,-1 1 0 0 0,0 0-1 0 0,0-1 1 0 0,2 8 0 0 0,-1 12 115 0 0,0 0 0 0 0,-2 0 1 0 0,-1 0-1 0 0,-1 0 0 0 0,-4 31 1 0 0,1 0 88 0 0,-1 25 171 0 0,-1 44 228 0 0,5-124-641 0 0,0 0 0 0 0,0 0 1 0 0,0 0-1 0 0,0-1 1 0 0,1 1-1 0 0,-1 0 0 0 0,1 0 1 0 0,-1-1-1 0 0,1 1 0 0 0,0 0 1 0 0,-1-1-1 0 0,3 4 1 0 0,-3-5-9 0 0,0 0 1 0 0,1 0 0 0 0,-1 1 0 0 0,0-1 0 0 0,0 0 0 0 0,1 0-1 0 0,-1 0 1 0 0,0 1 0 0 0,0-1 0 0 0,1 0 0 0 0,-1 0-1 0 0,0 0 1 0 0,1 0 0 0 0,-1 0 0 0 0,0 0 0 0 0,1 1 0 0 0,-1-1-1 0 0,0 0 1 0 0,1 0 0 0 0,-1 0 0 0 0,0 0 0 0 0,0 0-1 0 0,1 0 1 0 0,-1 0 0 0 0,0-1 0 0 0,1 1 0 0 0,0 0 5 0 0,0-1 0 0 0,0 1 1 0 0,0-1-1 0 0,0 0 0 0 0,-1 1 1 0 0,1-1-1 0 0,0 0 0 0 0,0 1 1 0 0,-1-1-1 0 0,1 0 0 0 0,0 0 1 0 0,0-1-1 0 0,20-36-122 0 0,32-77 1 0 0,-26 50-178 0 0,135-247-1303 0 0,-154 298 1516 0 0,-6 11 15 0 0,-5 9-20 0 0,-71 109 626 0 0,35-58-254 0 0,-59 96 406 0 0,-79 117 627 0 0,131-206-878 0 0,-3-3 0 0 0,-62 60 1 0 0,108-118-429 0 0,-20 19 166 0 0,-28 21-1 0 0,45-38-134 0 0,-1 0-1 0 0,0 0 0 0 0,0-1 1 0 0,-1 0-1 0 0,1-1 1 0 0,-1 1-1 0 0,0-2 1 0 0,0 1-1 0 0,-12 2 0 0 0,16-5-33 0 0,1 0-1 0 0,-1 0 0 0 0,0 0 0 0 0,1 0 1 0 0,-1-1-1 0 0,1 1 0 0 0,-1-1 0 0 0,1 0 1 0 0,-1 0-1 0 0,1 0 0 0 0,-1-1 0 0 0,1 1 1 0 0,0-1-1 0 0,0 0 0 0 0,-1 0 0 0 0,1 0 1 0 0,1 0-1 0 0,-1 0 0 0 0,0-1 0 0 0,0 1 1 0 0,1-1-1 0 0,-4-5 0 0 0,-4-6-89 0 0,2 0 0 0 0,-1 0 0 0 0,-10-28 0 0 0,6 14-182 0 0,4 10 81 0 0,-1 0 0 0 0,-1 1 0 0 0,-24-31 0 0 0,27 39 188 0 0,0 0 1 0 0,-1 1-1 0 0,0 0 0 0 0,-1 1 0 0 0,0 0 0 0 0,0 0 0 0 0,0 1 0 0 0,-13-5 0 0 0,-3-1 58 0 0,6 4 1 0 0,1 0 1 0 0,0-2 0 0 0,0 0 0 0 0,1-2 0 0 0,-17-13 0 0 0,33 23-63 0 0,0 1 1 0 0,1-1-1 0 0,-1 1 1 0 0,0 0-1 0 0,0-1 1 0 0,0 1-1 0 0,0 0 1 0 0,0 0-1 0 0,0 0 1 0 0,0 0-1 0 0,0 1 1 0 0,-1-1-1 0 0,1 0 1 0 0,0 1-1 0 0,0 0 1 0 0,-1-1-1 0 0,1 1 1 0 0,-4 0-1 0 0,2 0 6 0 0,1 0 0 0 0,-1-1 0 0 0,1 0 0 0 0,0 0 0 0 0,-7-2 0 0 0,7 2-2 0 0,-1-1 0 0 0,1 1 0 0 0,-1 1 0 0 0,1-1 0 0 0,-8 0 0 0 0,8 0-12 0 0,0 1-1 0 0,0 0 1 0 0,0 0 0 0 0,0-1-1 0 0,0 0 1 0 0,0 1-1 0 0,0-1 1 0 0,1 0-1 0 0,-1 0 1 0 0,0-1 0 0 0,0 1-1 0 0,1-1 1 0 0,-1 1-1 0 0,1-1 1 0 0,0 0-1 0 0,-4-3 1 0 0,0-2-3 0 0,0 0-1 0 0,0-1 1 0 0,-8-15-1 0 0,-12-15-3 0 0,24 35 8 0 0,-1 1-1 0 0,1-1 0 0 0,-1 1 1 0 0,1-1-1 0 0,-1 1 0 0 0,0 0 1 0 0,0 0-1 0 0,0 0 0 0 0,0 1 1 0 0,-5-3-1 0 0,6 4 7 0 0,0-1 0 0 0,0 1-1 0 0,0 0 1 0 0,0 0 0 0 0,0-1 0 0 0,0 1-1 0 0,0 1 1 0 0,0-1 0 0 0,0 0 0 0 0,0 0 0 0 0,0 1-1 0 0,-1-1 1 0 0,1 1 0 0 0,1 0 0 0 0,-1-1 0 0 0,-2 2-1 0 0,-32 21 93 0 0,7-5 24 0 0,20-15-103 0 0,-1 0 1 0 0,1-1-1 0 0,-1 0 1 0 0,1-1-1 0 0,-1 0 1 0 0,-16 0-1 0 0,-21 2 111 0 0,43-2-118 0 0,-1 0-1 0 0,0-1 1 0 0,1 0 0 0 0,-1 0 0 0 0,0 0 0 0 0,-7-2 0 0 0,10 2-6 0 0,0-1 0 0 0,0 0 0 0 0,0 1 1 0 0,0-1-1 0 0,0 0 0 0 0,1 0 0 0 0,-1 0 0 0 0,0 0 0 0 0,1 0 0 0 0,-1 0 1 0 0,1-1-1 0 0,-1 1 0 0 0,1 0 0 0 0,-1-1 0 0 0,1 0 0 0 0,0 1 1 0 0,-2-4-1 0 0,2 2-23 0 0,-1 0 0 0 0,1 0 0 0 0,0 0 1 0 0,0-1-1 0 0,1 1 0 0 0,-1-1 0 0 0,1 1 1 0 0,-1-1-1 0 0,1 1 0 0 0,0 0 0 0 0,1-1 0 0 0,-1 1 1 0 0,0-1-1 0 0,1 1 0 0 0,2-7 0 0 0,2-6-133 0 0,1 0 0 0 0,10-17 0 0 0,1-4-120 0 0,0 1-37 0 0,-13 29 266 0 0,0 0 0 0 0,0-1 0 0 0,-1 1 1 0 0,0-1-1 0 0,1-8 0 0 0,0 5-42 0 0,0 0 0 0 0,0 0 0 0 0,1 0 1 0 0,0 1-1 0 0,1 0 0 0 0,8-12 0 0 0,6-11-121 0 0,37-54-299 0 0,-13 22 443 0 0,-23 40-34 0 0,0-3 137 0 0,-18 24-21 0 0,-1 1 0 0 0,1 0-1 0 0,0 0 1 0 0,0 0 0 0 0,3-4 0 0 0,14-14 53 0 0,-14 14-30 0 0,-1 0 1 0 0,1 1 0 0 0,0 0-1 0 0,1 0 1 0 0,-1 0-1 0 0,8-4 1 0 0,12-10 53 0 0,8-10 101 0 0,0 1-129 0 0,-25 21-86 0 0,1 1-1 0 0,15-8 1 0 0,-15 9 13 0 0,0 0 1 0 0,13-12 0 0 0,47-33 263 0 0,-63 45-244 0 0,10-8-182 0 0,-1-2 1 0 0,20-24 0 0 0,-81 81 429 0 0,27-19-133 0 0,1 2 1 0 0,-14 25 0 0 0,1-1 16 0 0,-8 6 63 0 0,19-28-87 0 0,1 1-1 0 0,1 0 0 0 0,-16 38 1 0 0,8-15 38 0 0,15-31-69 0 0,-9 22 0 0 0,19-22-32 0 0,0-18-62 0 0,0 0-1 0 0,0 0 1 0 0,0-1-1 0 0,0 1 1 0 0,0 0-1 0 0,1-1 1 0 0,-1 1-1 0 0,0 0 1 0 0,0 0-1 0 0,1-1 1 0 0,-1 1-1 0 0,1-1 1 0 0,-1 1-1 0 0,0 0 1 0 0,1-1-1 0 0,-1 1 1 0 0,1-1-1 0 0,-1 1 1 0 0,1-1-1 0 0,0 1 1 0 0,-1-1-1 0 0,1 1 1 0 0,-1-1-1 0 0,1 0 1 0 0,0 1-1 0 0,-1-1 1 0 0,1 0-1 0 0,0 1 1 0 0,-1-1-1 0 0,1 0 1 0 0,0 0-1 0 0,0 0 1 0 0,-1 0-1 0 0,1 0 1 0 0,0 0-1 0 0,0 0 1 0 0,-1 0-1 0 0,1 0 1 0 0,0 0-1 0 0,0 0 1 0 0,-1 0-1 0 0,2-1 0 0 0,1 1 5 0 0,0-1 0 0 0,0 0 0 0 0,0 1 0 0 0,0-1 0 0 0,0 0-1 0 0,-1-1 1 0 0,1 1 0 0 0,0-1 0 0 0,-1 1 0 0 0,4-3 0 0 0,30-32 73 0 0,38-48 1 0 0,-44 47-44 0 0,8-5-492 0 0,1 1-1 0 0,85-66 0 0 0,93-33 1112 0 0,-122 83-970 0 0,-73 43 244 0 0,0 0 136 0 0,1 0-1 0 0,1 1 1 0 0,0 1 0 0 0,31-10-1 0 0,23-2 139 0 0,-27 6-20 0 0,1 3 0 0 0,95-14 0 0 0,-99 24-40 0 0,-1 2 0 0 0,61 5 0 0 0,-91 0-93 0 0,0 1 0 0 0,-1 1 0 0 0,18 6 0 0 0,-22-6-19 0 0,0 0-1 0 0,0-1 0 0 0,1 0 0 0 0,-1-1 0 0 0,1 0 0 0 0,-1-1 0 0 0,16-1 1 0 0,36-1 121 0 0,-42 2-77 0 0,27-3 0 0 0,-42 1-55 0 0,0 0 0 0 0,0-1 0 0 0,0 1 1 0 0,0-1-1 0 0,0-1 0 0 0,0 1 0 0 0,11-8 0 0 0,6-5 8 0 0,-1-1 0 0 0,-1-1 0 0 0,0-1-1 0 0,-2-1 1 0 0,0 0 0 0 0,-1-2 0 0 0,19-25 0 0 0,-14 15 31 0 0,-17 24-62 0 0,-5 7 3 0 0,12 0 25 0 0,-12-1-22 0 0,-1 0 0 0 0,1 0 0 0 0,-1 0 0 0 0,1 0 0 0 0,-1 0 0 0 0,1 0-1 0 0,-1 0 1 0 0,0-1 0 0 0,1 1 0 0 0,-1-1 0 0 0,0 1 0 0 0,1-2 0 0 0,-1 1 7 0 0,49-56 97 0 0,-19 29-45 0 0,-19 19-42 0 0,-12 9-15 0 0,9-3 12 0 0,-6 4-17 0 0,0 1-1 0 0,-1 1 1 0 0,9-1 26 0 0,17-10 0 0 0,-21 6-21 0 0,-3 1 2 0 0,-1 1 1 0 0,1-1-1 0 0,-1 1 0 0 0,1 0 0 0 0,0 0 1 0 0,0 0-1 0 0,0 0 0 0 0,-1 1 1 0 0,7-1-1 0 0,-10 1-7 0 0,1 0 1 0 0,-1 0 0 0 0,1 0-1 0 0,-1 0 1 0 0,1 0-1 0 0,-1 0 1 0 0,0 0 0 0 0,1 0-1 0 0,-1 0 1 0 0,1-1-1 0 0,-1 1 1 0 0,1 0 0 0 0,-1 0-1 0 0,1 0 1 0 0,-1-1 0 0 0,0 1-1 0 0,1 0 1 0 0,-1-1-1 0 0,1 1 1 0 0,-1-1 0 0 0,19-10 12 0 0,-17 9-9 0 0,-2 1-3 0 0,1 0 1 0 0,-1 1-1 0 0,1-1 1 0 0,-1 0-1 0 0,0 0 1 0 0,0 0-1 0 0,1 0 0 0 0,-1 0 1 0 0,0 0-1 0 0,0 0 1 0 0,0 0-1 0 0,0 0 1 0 0,0 0-1 0 0,0-1 0 0 0,-1 0-1 0 0,-1 2 4 0 0,0 0-1 0 0,0-1 0 0 0,0 1 0 0 0,-1 0 1 0 0,1 0-1 0 0,0 0 0 0 0,-4 1 0 0 0,-78-3 75 0 0,70 3-55 0 0,0 0 1 0 0,-22 6-1 0 0,-1-1 14 0 0,-50 13 84 0 0,60-12-86 0 0,23-5-27 0 0,-2-1 1 0 0,1 1-1 0 0,0-1 1 0 0,0 0-1 0 0,-7 0 1 0 0,7-1-2 0 0,-1 1-1 0 0,1 0 1 0 0,-1 0 0 0 0,1 1-1 0 0,-8 3 1 0 0,-10 2 30 0 0,-41 2 50 0 0,24-4-49 0 0,17-2-24 0 0,-4 1 55 0 0,-40 11-1 0 0,52-11-47 0 0,0-1 1 0 0,0 0-1 0 0,-1-1 1 0 0,-27 0 0 0 0,37-1-10 0 0,0 0 0 0 0,-1 1 0 0 0,1 0 1 0 0,0 0-1 0 0,0 0 0 0 0,-1 0 0 0 0,2 1 1 0 0,-1 0-1 0 0,0 1 0 0 0,1-1 0 0 0,-1 1 1 0 0,-7 7-1 0 0,-8 4 9 0 0,-3 2 5 0 0,23-17-26 0 0,15 5 30 0 0,113-8 122 0 0,96 3 69 0 0,-182 3-131 0 0,53 10 0 0 0,-81-10-71 0 0,0 0 0 0 0,0 1 0 0 0,-1 0 1 0 0,1 1-1 0 0,-1 1 0 0 0,0 0 0 0 0,0 0 0 0 0,11 9 1 0 0,-15-9-8 0 0,-1 0 1 0 0,1 1 0 0 0,-2-1 0 0 0,1 1 0 0 0,-1 1 0 0 0,7 9 0 0 0,-10-11-6 0 0,0-1 0 0 0,0 1 0 0 0,-1-1 0 0 0,0 1 0 0 0,0 0 0 0 0,0 0 0 0 0,-1 0 0 0 0,0 0 0 0 0,0 0 0 0 0,0 0 0 0 0,-1 7 0 0 0,-1 2-7 0 0,0 1 0 0 0,-1 0 0 0 0,-1-1 0 0 0,-5 21 0 0 0,-25 59 0 0 0,8-26 0 0 0,8-25 0 0 0,-2-2 0 0 0,-33 56 0 0 0,-3 6 0 0 0,-28 50 0 0 0,24-43 0 0 0,-21 45 0 0 0,22-24 0 0 0,-34 73 0 0 0,10-36 0 0 0,36-84 0 0 0,-96 133 0 0 0,79-137 0 0 0,-110 109 0 0 0,170-187 0 0 0,-23 22 0 0 0,0-1 0 0 0,-45 31 0 0 0,-87 56 0 0 0,76-54 0 0 0,-57 38 0 0 0,110-76 0 0 0,-32 28 0 0 0,-24 16 0 0 0,42-38 0 0 0,-31 22 0 0 0,62-41 0 0 0,9-5 0 0 0,1 0 0 0 0,-1 1 0 0 0,1-1 0 0 0,0 0 0 0 0,-1 1 0 0 0,1-1 0 0 0,-2 3 0 0 0,-2 2 0 0 0,0 1 0 0 0,1 0 0 0 0,0 0 0 0 0,-6 10 0 0 0,-15 20 0 0 0,-4-7 0 0 0,26-28 0 0 0,1 1 0 0 0,-1-1 0 0 0,-1 0 0 0 0,1 0 0 0 0,0 0 0 0 0,0 0 0 0 0,-1-1 0 0 0,1 0 0 0 0,-8 1 0 0 0,0 1 0 0 0,-1-2 0 0 0,-16 1 0 0 0,25-3 0 0 0,0 1 0 0 0,0-1 0 0 0,0 0 0 0 0,0 0 0 0 0,1 0 0 0 0,-1-1 0 0 0,0 1 0 0 0,1-1 0 0 0,-1 0 0 0 0,-4-3 0 0 0,-4-1 0 0 0,11 5 0 0 0,3 1 0 0 0,19-9 0 0 0,1 2 0 0 0,33-7 0 0 0,-33 9 0 0 0,29-10-113 0 0,0-1 0 0 0,-2-2 0 0 0,64-34 0 0 0,34-33-308 0 0,-53 23 226 0 0,19-22-1616 0 0,146-139 0 0 0,-150 125 767 0 0,92-94-1014 0 0,-153 133 910 0 0,64-106 0 0 0,-11 14-173 0 0,54-65-717 0 0,-117 156 906 0 0,54-119 0 0 0,-43 61 206 0 0,10-24-354 0 0,0 28 1765 0 0,-58 111-469 0 0,1 0 1 0 0,0 0 0 0 0,0 0 0 0 0,-1 0-1 0 0,2 1 1 0 0,-1-1 0 0 0,0 1 0 0 0,0 0-1 0 0,5-4 1 0 0,-7 6-15 0 0,0 0 1 0 0,1 0-1 0 0,-1 0 1 0 0,0 1-1 0 0,0-1 0 0 0,0 0 1 0 0,0 0-1 0 0,1 0 0 0 0,-1 0 1 0 0,0 0-1 0 0,0 0 0 0 0,0 1 1 0 0,0-1-1 0 0,1 0 0 0 0,-1 0 1 0 0,0 0-1 0 0,0 1 1 0 0,0-1-1 0 0,0 0 0 0 0,0 0 1 0 0,0 0-1 0 0,0 1 0 0 0,0-1 1 0 0,0 0-1 0 0,1 0 0 0 0,-1 0 1 0 0,0 1-1 0 0,0-1 0 0 0,0 0 1 0 0,0 0-1 0 0,0 1 1 0 0,0-1-1 0 0,0 0 0 0 0,-1 0 1 0 0,1 0-1 0 0,0 1 0 0 0,1 9 86 0 0,-6 12 139 0 0,-1-1 1 0 0,0-1 0 0 0,-17 35-1 0 0,-36 57 983 0 0,48-92-1135 0 0,-27 48 439 0 0,-51 90 840 0 0,-78 97 979 0 0,165-252-2301 0 0,0 0-3 0 0,0 0 0 0 0,0 0-1 0 0,0 0 1 0 0,-1 0 0 0 0,-3 3 0 0 0,15-31 146 0 0,-1 8-92 0 0,10-25 0 0 0,-4 5-255 0 0,71-180-588 0 0,-63 165 396 0 0,26-93-1 0 0,-47 140 352 0 0,6-26-113 0 0,-6 29 119 0 0,-1 0 0 0 0,1 0 0 0 0,-1 0 0 0 0,0 0-1 0 0,0 0 1 0 0,0 0 0 0 0,0 0 0 0 0,-1-1 0 0 0,1 1-1 0 0,0 0 1 0 0,-1-2 0 0 0,0 4 7 0 0,1 0 0 0 0,0-1 1 0 0,0 1-1 0 0,0 0 0 0 0,0 0 0 0 0,0-1 0 0 0,0 1 1 0 0,0 0-1 0 0,-1 0 0 0 0,1 0 0 0 0,0-1 0 0 0,0 1 0 0 0,0 0 1 0 0,-1 0-1 0 0,1 0 0 0 0,0 0 0 0 0,0-1 0 0 0,0 1 1 0 0,-1 0-1 0 0,1 0 0 0 0,0 0 0 0 0,0 0 0 0 0,-1 0 0 0 0,1 0 1 0 0,0 0-1 0 0,0 0 0 0 0,-1 0 0 0 0,1 0 0 0 0,0 0 1 0 0,0 0-1 0 0,-1 0 0 0 0,1 0 0 0 0,0 0 0 0 0,-1 0 1 0 0,-6 7 13 0 0,0 12 7 0 0,0 26 221 0 0,7-43-242 0 0,-2 0 0 0 0,0 0 0 0 0,0 1 0 0 0,2-2 0 0 0,-5 3 34 0 0,1-1 1 0 0,-1 0-1 0 0,0 0 1 0 0,-7 3-1 0 0,5-2 10 0 0,-58 32 370 0 0,19-8-160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2T16:41:07.442"/>
    </inkml:context>
    <inkml:brush xml:id="br0">
      <inkml:brushProperty name="width" value="0.35" units="cm"/>
      <inkml:brushProperty name="height" value="0.35" units="cm"/>
      <inkml:brushProperty name="color" value="#10B981"/>
    </inkml:brush>
  </inkml:definitions>
  <inkml:trace contextRef="#ctx0" brushRef="#br0">2303 3147 4915 0 0,'-3'4'44'0'0,"0"-1"0"0"0,-1 0-1 0 0,1 0 1 0 0,-1-1 0 0 0,1 1 0 0 0,-6 2-1 0 0,4-2 11 0 0,0 1-25 0 0,5-4-20 0 0,-1 1 1 0 0,0 0-1 0 0,0 0 1 0 0,0-1-1 0 0,0 1 1 0 0,0-1-1 0 0,0 1 1 0 0,0 0-1 0 0,0-1 1 0 0,0 0-1 0 0,0 1 1 0 0,0-1-1 0 0,0 0 1 0 0,0 1-1 0 0,-2-1 1 0 0,2-2-10 0 0,-1 1 0 0 0,1 0 18 0 0,-1 1 1 0 0,0-1-1 0 0,0 1 0 0 0,1 0 1 0 0,-1-1-1 0 0,0 1 1 0 0,0 0-1 0 0,1 0 0 0 0,-1 0 1 0 0,0 0-1 0 0,-3 1 1 0 0,-12 0 120 0 0,15-1-137 0 0,-9-3 168 0 0,0 0-1 0 0,-20-8 1 0 0,-6 0 175 0 0,31 10-278 0 0,-1-1 1 0 0,1 1 0 0 0,0-2-1 0 0,0 1 1 0 0,-8-4 0 0 0,3-1 51 0 0,9 7-98 0 0,0-1 0 0 0,1 0 0 0 0,-1 1 0 0 0,0-1 0 0 0,1 0 0 0 0,-1 0 0 0 0,1 0 0 0 0,-1-1 1 0 0,1 1-1 0 0,0 0 0 0 0,0 0 0 0 0,-1-1 0 0 0,1 1 0 0 0,0-1 0 0 0,0 1 0 0 0,0-1 0 0 0,1 1 0 0 0,-1-1 0 0 0,-1-2 0 0 0,-2-9 89 0 0,-1 1 0 0 0,-12-22 0 0 0,-23-54-71 0 0,28 58 11 0 0,-25-45-1 0 0,-46-69 408 0 0,76 132-452 0 0,1-1 1 0 0,0 0-1 0 0,1-1 1 0 0,-4-14-1 0 0,5 17-37 0 0,0 0 0 0 0,-9-18-1 0 0,8 19 7 0 0,1 0 0 0 0,-1 0-1 0 0,-2-15 1 0 0,2 8-46 0 0,-13-31 1 0 0,6 18 28 0 0,31 60 225 0 0,8 31 488 0 0,19 68-1 0 0,33 108 883 0 0,-49-154-919 0 0,-25-71-486 0 0,0 0-1 0 0,1 0 0 0 0,1-1 0 0 0,13 18 1 0 0,1-6 35 0 0,-20-21-182 0 0,-1 0 0 0 0,0 3 57 0 0,1 0 0 0 0,0 0 0 0 0,0 0 1 0 0,0 0-1 0 0,1-1 0 0 0,2 8 0 0 0,-1-4-14 0 0,16 15 252 0 0,-13-13-267 0 0,-5-6 5 0 0,1-1 1 0 0,0 1-1 0 0,0-1 1 0 0,0 0-1 0 0,1 0 0 0 0,-1 0 1 0 0,6 4-1 0 0,-4-2 54 0 0,0 1-1 0 0,0-1 1 0 0,0 0 0 0 0,2 8 0 0 0,-4-11-78 0 0,-30-12 310 0 0,5 0-205 0 0,15 7-11 0 0,0 0 0 0 0,0-1 1 0 0,1 0-1 0 0,-1 0 0 0 0,1 0 0 0 0,-11-10 0 0 0,14 12-69 0 0,0 0-1 0 0,1 0 1 0 0,-1 0-1 0 0,0 1 1 0 0,0 0-1 0 0,0 0 1 0 0,0 0-1 0 0,0 0 1 0 0,0 0-1 0 0,-7 1 1 0 0,-13-3 65 0 0,-138-31 1106 0 0,60 7-500 0 0,71 17-427 0 0,16 5-136 0 0,0-1-1 0 0,0-1 0 0 0,1 0 1 0 0,0-1-1 0 0,-21-16 0 0 0,24 18-26 0 0,0 0 0 0 0,0 0-1 0 0,-1 1 1 0 0,0 0-1 0 0,-17-4 1 0 0,14 5 48 0 0,1-1 0 0 0,0 0 0 0 0,-20-11 0 0 0,-34-21 335 0 0,41 23-152 0 0,0-1 1 0 0,-29-21-1 0 0,38 24-7 0 0,-34-18 0 0 0,14 9-46 0 0,37 20-293 0 0,-18-11 76 0 0,-34-14 0 0 0,41 20-76 0 0,0 0 0 0 0,0-1 0 0 0,-13-10 0 0 0,-21-12 0 0 0,39 25 0 0 0,0 0 0 0 0,0-1 0 0 0,0 0 0 0 0,0 0 0 0 0,1 0 0 0 0,0-1 0 0 0,0 0 0 0 0,0 0 0 0 0,1-1 0 0 0,-6-8 0 0 0,-1-4-41 0 0,9 14 21 0 0,0 0 0 0 0,0 0 1 0 0,0 0-1 0 0,1 0 1 0 0,0 0-1 0 0,-3-9 0 0 0,-11-56-515 0 0,15 64 475 0 0,0 0 0 0 0,1 0 0 0 0,0 0 0 0 0,0-12-1 0 0,-1-16-173 0 0,-15-32-450 0 0,12 53 517 0 0,0 1 0 0 0,-1-1 0 0 0,-10-17 0 0 0,-2-5-10 0 0,-11-23-124 0 0,3 11 74 0 0,-8-20-193 0 0,24 47 296 0 0,-1 0-1 0 0,-13-18 1 0 0,10 7-30 0 0,9 19 94 0 0,-7-13-217 0 0,-23-40 0 0 0,23 45 141 0 0,-18-42-245 0 0,11 18 71 0 0,10 28 137 0 0,0 1 0 0 0,-17-24-1 0 0,-10-5 232 0 0,-3-11-41 0 0,30 42-82 0 0,1-1 0 0 0,0 0 1 0 0,0 0-1 0 0,2-1 0 0 0,-1 0 0 0 0,2 0 1 0 0,-4-19-1 0 0,-5-18-221 0 0,7 30 234 0 0,-7-20-226 0 0,7 26 128 0 0,1-1 0 0 0,0 0 0 0 0,-3-34 0 0 0,-25-127-739 0 0,25 143 623 0 0,4 21 175 0 0,0-1 0 0 0,1 0 0 0 0,1 1 1 0 0,0-18-1 0 0,1-6-128 0 0,0 10-12 0 0,5-40 1 0 0,7-71-510 0 0,-6 12 120 0 0,-9 74 300 0 0,4 46 270 0 0,-1 0 0 0 0,1-1 0 0 0,-1 1 0 0 0,-1 0 0 0 0,1 0 0 0 0,-1-1 0 0 0,0 1 0 0 0,-1 1 0 0 0,-3-9 0 0 0,-31-56-459 0 0,27 56 481 0 0,9 14 21 0 0,0-1 1 0 0,0 1-1 0 0,0 0 1 0 0,0 0-1 0 0,1-1 0 0 0,-1 1 1 0 0,0 0-1 0 0,0-1 1 0 0,1 1-1 0 0,-1-1 0 0 0,1 1 1 0 0,0 0-1 0 0,-1-1 0 0 0,1 0 1 0 0,0 1-1 0 0,0-3 1 0 0,9-78-454 0 0,-14 68 432 0 0,4 13 22 0 0,0 0 1 0 0,1 0-1 0 0,-1 0 0 0 0,1 0 0 0 0,-1-1 0 0 0,1 1 0 0 0,-1 0 0 0 0,1 0 0 0 0,-1-1 0 0 0,1 1 0 0 0,0 0 0 0 0,0-1 0 0 0,0 1 1 0 0,0 0-1 0 0,0-1 0 0 0,0 1 0 0 0,0 0 0 0 0,0-1 0 0 0,1-1 0 0 0,0-2 43 0 0,0 0 0 0 0,0-1-1 0 0,-1 1 1 0 0,0 0 0 0 0,0-1 0 0 0,-1-7-1 0 0,0-7-43 0 0,1 3-19 0 0,1 12 10 0 0,-1 0-1 0 0,0 0 1 0 0,0 0 0 0 0,0 0 0 0 0,0 0-1 0 0,-1 0 1 0 0,0 0 0 0 0,0 0-1 0 0,-2-5 1 0 0,-7 63 309 0 0,-12 86 585 0 0,-7 82 364 0 0,28-56-317 0 0,13-19-203 0 0,-9-32-69 0 0,-3-101-539 0 0,0-13-107 0 0,0 1 3 0 0,0 0 0 0 0,0 0 0 0 0,0-1 0 0 0,0 1 0 0 0,0 0 0 0 0,0 0 0 0 0,0-1 1 0 0,0 1-1 0 0,0 0 0 0 0,1 0 0 0 0,-1-1 0 0 0,0 1 0 0 0,1 0 0 0 0,0 0 0 0 0,0-22 125 0 0,-2 3-162 0 0,-5-30 0 0 0,2 21-5 0 0,-5-67-556 0 0,4-114 0 0 0,4 190 516 0 0,1-1-55 0 0,3-31 0 0 0,32-107-567 0 0,-34 153 677 0 0,-1 0 1 0 0,1-1-1 0 0,-1 1 0 0 0,0-1 1 0 0,-1-5-1 0 0,2-19-95 0 0,0-1 14 0 0,-2 26 83 0 0,1 1 0 0 0,-1-1 1 0 0,0 1-1 0 0,0-1 0 0 0,-2-5 1 0 0,1 7 4 0 0,1 0 0 0 0,1 0 0 0 0,-1 0 0 0 0,0 0 1 0 0,0 0-1 0 0,1 0 0 0 0,-1 0 0 0 0,1 0 1 0 0,-1-1-1 0 0,1 1 0 0 0,0 0 0 0 0,0 0 0 0 0,0-1 1 0 0,0 1-1 0 0,1 0 0 0 0,-1 0 0 0 0,1 0 0 0 0,-1-1 1 0 0,1 1-1 0 0,1-4 0 0 0,12-19-88 0 0,-13 24 91 0 0,-1 1 1 0 0,1 0-1 0 0,0-1 1 0 0,-1 1-1 0 0,1 0 1 0 0,0 0-1 0 0,0 0 1 0 0,-1-1-1 0 0,1 1 1 0 0,0 0-1 0 0,0 0 1 0 0,-1 0-1 0 0,1 0 1 0 0,1 1-1 0 0,4-1 40 0 0,0 1 0 0 0,0 0 1 0 0,0 0-1 0 0,0 1 0 0 0,0 0 0 0 0,-1 0 0 0 0,6 3 1 0 0,26 8 112 0 0,-8-6 195 0 0,48 20 0 0 0,-47-16-59 0 0,39 10-1 0 0,49 12 448 0 0,18 4 37 0 0,-121-34-653 0 0,0 1 1 0 0,-1 1-1 0 0,1 0 0 0 0,-1 1 0 0 0,-1 1 0 0 0,1 0 1 0 0,-1 1-1 0 0,0 0 0 0 0,-1 1 0 0 0,20 18 1 0 0,19 17 199 0 0,60 60 705 0 0,-83-78-769 0 0,-19-18-134 0 0,1 1 0 0 0,9 11 0 0 0,-7-7 33 0 0,0-1 0 0 0,0 0 0 0 0,24 15 0 0 0,-29-21-136 0 0,89 74 812 0 0,-72-60-587 0 0,-20-16-194 0 0,0 0 0 0 0,1 0-1 0 0,-1-1 1 0 0,1 0 0 0 0,0 1 0 0 0,10 3-1 0 0,4 1 118 0 0,0-2 0 0 0,26 6-1 0 0,-40-11-112 0 0,1 1 0 0 0,-1 1 0 0 0,0-1-1 0 0,1 1 1 0 0,-1-1 0 0 0,8 8 0 0 0,0-2 85 0 0,-8-5-95 0 0,-1 0 0 0 0,0 0 0 0 0,-1 0 0 0 0,1 0 0 0 0,0 1 0 0 0,-1-1 0 0 0,0 1 0 0 0,0 0 0 0 0,4 7 0 0 0,-4-7 4 0 0,0 1 0 0 0,1 0 0 0 0,-1-1 0 0 0,6 5 0 0 0,22 22 198 0 0,-19-18-4 0 0,25 19 0 0 0,19 9 11 0 0,64 52 496 0 0,-73-45-742 0 0,-22-24 0 0 0,-18-18 0 0 0,-1 1 0 0 0,1-1 0 0 0,-1 1 0 0 0,8 13 0 0 0,10 18 0 0 0,8 15 0 0 0,-25-40 0 0 0,1 0 0 0 0,15 19 0 0 0,7 10 0 0 0,-6-5 0 0 0,-14-23 0 0 0,0 1 0 0 0,14 30 0 0 0,-19-33 0 0 0,1-1 0 0 0,1 0 0 0 0,0 0 0 0 0,0-1 0 0 0,16 18 0 0 0,-10-13 0 0 0,4 4 0 0 0,-11-13 0 0 0,0 0 0 0 0,-1 1 0 0 0,0 0 0 0 0,0 0 0 0 0,5 9 0 0 0,56 111 0 0 0,60 120 0 0 0,-85-147 0 0 0,-28-71 0 0 0,16 50 0 0 0,-10-3 0 0 0,0 32 0 0 0,-14-84 0 0 0,-2-14 0 0 0,-1 1 0 0 0,0 1 0 0 0,0 11 0 0 0,7 117 0 0 0,-2-98 0 0 0,-2 37 0 0 0,-5-78 0 0 0,0-1 0 0 0,0 0 0 0 0,0 1 0 0 0,0-1 0 0 0,0 1 0 0 0,0-1 0 0 0,0 0 0 0 0,0 1 0 0 0,-1-1 0 0 0,1 1 0 0 0,0-1 0 0 0,0 0 0 0 0,0 1 0 0 0,-1-1 0 0 0,1 0 0 0 0,0 1 0 0 0,0-1 0 0 0,-1 0 0 0 0,1 1 0 0 0,0-1 0 0 0,-1 0 0 0 0,1 0 0 0 0,0 1 0 0 0,-1-1 0 0 0,1 0 0 0 0,0 0 0 0 0,-1 0 0 0 0,0 1 0 0 0,-14 0 0 0 0,-12-8 0 0 0,19 2-40 0 0,1 0 1 0 0,0 0-1 0 0,0-1 1 0 0,0 0-1 0 0,-10-12 1 0 0,-28-38-367 0 0,14 15 268 0 0,-40-49-679 0 0,-46-53 88 0 0,41 69 876 0 0,65 63-133 0 0,10 9-11 0 0,0 1 0 0 0,-1 0-1 0 0,1 0 1 0 0,0 0-1 0 0,0-1 1 0 0,-1 1-1 0 0,1 0 1 0 0,0 0 0 0 0,-1 1-1 0 0,1-1 1 0 0,-1 0-1 0 0,1 0 1 0 0,-1 1-1 0 0,0-1 1 0 0,1 1-1 0 0,-1-1 1 0 0,0 1 0 0 0,1 0-1 0 0,-1 0 1 0 0,0 0-1 0 0,1 0 1 0 0,-3 0-1 0 0,-4-1 8 0 0,0 1-1 0 0,-1 1 0 0 0,1-1 0 0 0,0 1 1 0 0,0 1-1 0 0,0-1 0 0 0,0 1 0 0 0,0 1 1 0 0,1 0-1 0 0,-10 4 0 0 0,7-2 10 0 0,0 1-1 0 0,0 0 0 0 0,1 0 1 0 0,-1 1-1 0 0,1 0 0 0 0,1 1 1 0 0,0 0-1 0 0,0 1 0 0 0,0-1 1 0 0,1 1-1 0 0,-10 18 0 0 0,15-24-14 0 0,1 1-1 0 0,0 0 1 0 0,0-1 0 0 0,0 1-1 0 0,1 0 1 0 0,-1-1-1 0 0,1 1 1 0 0,0 0-1 0 0,0 5 1 0 0,6 36 38 0 0,-1-14-2 0 0,11 142 142 0 0,11 12 5 0 0,-23-164-169 0 0,1 15 58 0 0,2 66-1 0 0,-7-102-74 0 0,0 1-1 0 0,0 0 1 0 0,0-1-1 0 0,0 1 1 0 0,0 0-1 0 0,-1 0 1 0 0,1-1-1 0 0,0 1 1 0 0,0 0-1 0 0,0-1 1 0 0,-1 1-1 0 0,1 0 1 0 0,0-1-1 0 0,-1 1 1 0 0,1-1-1 0 0,-1 1 1 0 0,1-1-1 0 0,0 1 1 0 0,-1-1-1 0 0,1 1 1 0 0,-1-1-1 0 0,0 1 1 0 0,1-1-1 0 0,-1 1 1 0 0,-1 0 1 0 0,1-1 1 0 0,-1 1-1 0 0,1-1 1 0 0,-1 1 0 0 0,1-1-1 0 0,-1 0 1 0 0,1 0-1 0 0,-1 0 1 0 0,1 0-1 0 0,-4 0 1 0 0,0-1 5 0 0,-1 0-1 0 0,0 0 1 0 0,1 0 0 0 0,0-1 0 0 0,-6-2 0 0 0,4 0 10 0 0,1 0 1 0 0,0 0-1 0 0,-11-9 0 0 0,-6-4 6 0 0,7 5 30 0 0,0-1 0 0 0,-24-24-1 0 0,23 20-134 0 0,-28-21-1 0 0,-56-42-50 0 0,26 19-118 0 0,29 28 137 0 0,27 20 139 0 0,1 0 1 0 0,0-2-1 0 0,-16-16 1 0 0,8 4 1 0 0,-21-23 32 0 0,28 28-33 0 0,-1 1 0 0 0,-27-21 1 0 0,24 21-161 0 0,-34-36 1 0 0,28 24 162 0 0,16 19-62 0 0,1 0 0 0 0,0-1 0 0 0,-12-22 0 0 0,16 25-133 0 0,-1 0 0 0 0,-11-13 0 0 0,11 13-31 0 0,0 0 1 0 0,-9-14-1 0 0,-5-6 6 0 0,8 7 231 0 0,-3-9-180 0 0,-48-129-944 0 0,40 101 754 0 0,4 12 31 0 0,-17-43-347 0 0,36 85 596 0 0,0 0 0 0 0,-9-15 0 0 0,8 16-4 0 0,0 0 0 0 0,0 0 0 0 0,-4-14 0 0 0,5 10-30 0 0,-1 1 0 0 0,0-1 0 0 0,-1 1 0 0 0,0 0 0 0 0,-9-12 0 0 0,-37-44-206 0 0,30 39 158 0 0,18 24 78 0 0,-5-7 43 0 0,1 1 1 0 0,0-2 0 0 0,-11-19 0 0 0,5 0-75 0 0,8 16 2 0 0,-1 0-1 0 0,-14-24 1 0 0,17 34 69 0 0,1-1 1 0 0,-1 1-1 0 0,1-1 0 0 0,1 0 1 0 0,-1 1-1 0 0,0-1 0 0 0,1 0 1 0 0,0 0-1 0 0,0-6 1 0 0,0-5-123 0 0,2-25 0 0 0,0 10 26 0 0,-2 16 23 0 0,-1 1 0 0 0,0 0 0 0 0,-1 0 0 0 0,0 0 0 0 0,-1 0 0 0 0,-7-16 0 0 0,5 14-32 0 0,1 0-1 0 0,0 0 1 0 0,-3-31 0 0 0,7 40 84 0 0,0 0-1 0 0,0 0 1 0 0,1 0 0 0 0,0 0-1 0 0,0 0 1 0 0,3-13-1 0 0,0 5-57 0 0,-1 1-1 0 0,-1-1 0 0 0,-1 0 1 0 0,0 0-1 0 0,-4-29 0 0 0,-2 5-231 0 0,-1-66-1 0 0,6 75 147 0 0,-1-1 0 0 0,-2 1-1 0 0,-7-31 1 0 0,7 23 8 0 0,4 32 128 0 0,0 0 0 0 0,-1 0 0 0 0,1 0 0 0 0,-1 0 0 0 0,-1 0 1 0 0,-2-10-1 0 0,-8-26-181 0 0,10 36 186 0 0,0-1 0 0 0,0 0 0 0 0,1 0 0 0 0,0 0 0 0 0,1 0 0 0 0,0 0 0 0 0,0 0 0 0 0,0 0 0 0 0,1-1-1 0 0,0 1 1 0 0,2-7 0 0 0,-3 13 36 0 0,0 1-1 0 0,0-1 1 0 0,0 1-1 0 0,0 0 1 0 0,0-1-1 0 0,1 1 1 0 0,-1-1 0 0 0,0 1-1 0 0,0-1 1 0 0,1 1-1 0 0,-1-1 1 0 0,0 1-1 0 0,1 0 1 0 0,-1-1-1 0 0,0 1 1 0 0,1 0-1 0 0,-1-1 1 0 0,1 1-1 0 0,-1 0 1 0 0,0 0-1 0 0,1-1 1 0 0,-1 1 0 0 0,1 0-1 0 0,-1 0 1 0 0,1 0-1 0 0,-1-1 1 0 0,1 1-1 0 0,-1 0 1 0 0,1 0-1 0 0,-1 0 1 0 0,1 0-1 0 0,-1 0 1 0 0,1 0-1 0 0,17 9-57 0 0,-15-8 57 0 0,10 6 126 0 0,0 0 1 0 0,0-1-1 0 0,16 4 0 0 0,-23-8-110 0 0,8 3 97 0 0,1 0 0 0 0,0-1 0 0 0,15 1 0 0 0,-19-2-22 0 0,0 0 0 0 0,0 0 1 0 0,21 9-1 0 0,-15-5-11 0 0,99 45 759 0 0,-97-40-712 0 0,-2 1 0 0 0,1 1 1 0 0,-1 0-1 0 0,15 17 0 0 0,3 2 182 0 0,119 111 1105 0 0,-121-118-1211 0 0,-23-20-122 0 0,-1 1 0 0 0,-1 0 0 0 0,1 1 0 0 0,10 12 0 0 0,-19-20-78 0 0,0 0-1 0 0,0 0 0 0 0,0 0 0 0 0,0 1 1 0 0,0-1-1 0 0,1 0 0 0 0,-1 0 1 0 0,0 0-1 0 0,0 0 0 0 0,0 0 1 0 0,0 0-1 0 0,0 0 0 0 0,0 0 1 0 0,0 0-1 0 0,0 0 0 0 0,0 0 1 0 0,0 0-1 0 0,0 1 0 0 0,0-1 1 0 0,0 0-1 0 0,0 0 0 0 0,0 0 1 0 0,0 0-1 0 0,0 0 0 0 0,1 0 1 0 0,-1 0-1 0 0,0 0 0 0 0,0 1 1 0 0,0-1-1 0 0,0 0 0 0 0,0 0 1 0 0,0 0-1 0 0,-1 0 0 0 0,1 0 1 0 0,0 0-1 0 0,0 0 0 0 0,0 0 1 0 0,0 1-1 0 0,0-1 0 0 0,0 0 1 0 0,0 0-1 0 0,0 0 0 0 0,0 0 1 0 0,0 0-1 0 0,0 0 0 0 0,0 0 1 0 0,0 0-1 0 0,0 0 0 0 0,0 0 1 0 0,0 1-1 0 0,-1-1 0 0 0,1 0 0 0 0,0 0 1 0 0,0 0-1 0 0,0 0 0 0 0,0 0 1 0 0,0 0-1 0 0,0 0 0 0 0,0 0 1 0 0,0 0-1 0 0,0 0 0 0 0,-1 0 1 0 0,1 0-1 0 0,-11-2 52 0 0,-19-10 84 0 0,25 10-106 0 0,-18-8 239 0 0,-39-25 0 0 0,39 21-2 0 0,-38-18 1 0 0,21 16-35 0 0,-157-63 955 0 0,176 71-1034 0 0,0 0 0 0 0,1-2 0 0 0,-28-17 0 0 0,-9-3 296 0 0,40 21-255 0 0,0 0-1 0 0,-22-15 1 0 0,35 21-161 0 0,0 0-1 0 0,-1 0 0 0 0,1 0 1 0 0,0 1-1 0 0,-1 0 1 0 0,0 0-1 0 0,1 0 1 0 0,-1 0-1 0 0,-8-1 1 0 0,9 3-9 0 0,1 0 1 0 0,-1 0-1 0 0,1 0 0 0 0,0 0 1 0 0,-1 0-1 0 0,1 1 1 0 0,-1 0-1 0 0,1 0 0 0 0,-1 0 1 0 0,1 0-1 0 0,0 0 1 0 0,0 1-1 0 0,0-1 1 0 0,-6 4-1 0 0,1 1 62 0 0,1 1 1 0 0,-12 11-1 0 0,15-14-43 0 0,0 0-1 0 0,0 1 1 0 0,-1-1-1 0 0,1-1 1 0 0,-1 1 0 0 0,0-1-1 0 0,0 0 1 0 0,0 0-1 0 0,0 0 1 0 0,-1 0 0 0 0,-7 1-1 0 0,13-3-36 0 0,-1-1-1 0 0,1 0 0 0 0,-1 0 0 0 0,1 0 1 0 0,-1 0-1 0 0,1 0 0 0 0,-1 0 0 0 0,1 0 1 0 0,-1-1-1 0 0,1 1 0 0 0,-1 0 0 0 0,1 0 1 0 0,-1 0-1 0 0,1 0 0 0 0,-1-1 1 0 0,1 1-1 0 0,-1 0 0 0 0,1-1 0 0 0,-1 1 1 0 0,1 0-1 0 0,-1-1 0 0 0,1 1 0 0 0,0 0 1 0 0,-1-1-1 0 0,-5-15 110 0 0,4-23-153 0 0,2 33-45 0 0,4-76-443 0 0,-3 72 397 0 0,0 0 1 0 0,0 0-1 0 0,1 0 1 0 0,0 0-1 0 0,4-12 1 0 0,-4 16 67 0 0,0 0 0 0 0,1 0 0 0 0,-1 0-1 0 0,1 1 1 0 0,1-1 0 0 0,-1 1 0 0 0,1-1 0 0 0,0 1 0 0 0,6-6 0 0 0,-7 9 64 0 0,-1 0 0 0 0,1 1 1 0 0,0-1-1 0 0,1 0 1 0 0,-1 1-1 0 0,0 0 1 0 0,0 0-1 0 0,0 0 1 0 0,1 0-1 0 0,-1 0 1 0 0,1 1-1 0 0,-1 0 1 0 0,0-1-1 0 0,6 2 1 0 0,7-1 24 0 0,29 6 1 0 0,-25-3-4 0 0,21 2 19 0 0,-7-2 15 0 0,-1 2 1 0 0,53 14 0 0 0,-77-16-47 0 0,1 1-1 0 0,-1 0 1 0 0,1 0 0 0 0,-1 1-1 0 0,0 0 1 0 0,-1 0 0 0 0,1 1-1 0 0,-1 1 1 0 0,0-1 0 0 0,-1 1-1 0 0,0 0 1 0 0,13 16 0 0 0,-16-16-7 0 0,32 43 121 0 0,54 59 1 0 0,-62-82-64 0 0,1-1 1 0 0,2-1 0 0 0,37 24 0 0 0,108 56 181 0 0,-134-81-185 0 0,17 9 8 0 0,10 4 65 0 0,-2 4 0 0 0,67 53 1 0 0,-107-72-82 0 0,81 71 101 0 0,-88-74-109 0 0,-1 0 1 0 0,-1 2-1 0 0,18 27 1 0 0,49 60 132 0 0,-84-106-179 0 0,268 435 174 0 0,-166-203-174 0 0,-65-139 0 0 0,-21-51 0 0 0,20 90 0 0 0,-23-62 0 0 0,-13-70 0 0 0,-1 0 0 0 0,0-1 0 0 0,1 0 0 0 0,-1 0 0 0 0,0 1 0 0 0,0-1 0 0 0,0 0 0 0 0,0 1 0 0 0,0-1 0 0 0,0 0 0 0 0,0 1 0 0 0,0-1 0 0 0,-1 0 0 0 0,0 3 0 0 0,1-4 0 0 0,-1 0 0 0 0,1 0 0 0 0,0 0 0 0 0,-1 0 0 0 0,1 0 0 0 0,0 0 0 0 0,-1 0 0 0 0,1 0 0 0 0,0 0 0 0 0,-1 0 0 0 0,1-1 0 0 0,0 1 0 0 0,-1 0 0 0 0,1 0 0 0 0,0 0 0 0 0,-1 0 0 0 0,1-1 0 0 0,0 1 0 0 0,-1 0 0 0 0,1 0 0 0 0,0 0 0 0 0,0-1 0 0 0,-1 1 0 0 0,1 0 0 0 0,0-1 0 0 0,0 1 0 0 0,0 0 0 0 0,-1 0 0 0 0,1-1 0 0 0,-9-10 0 0 0,8 10 0 0 0,-56-70-415 0 0,-69-91-1133 0 0,-128-256-2084 0 0,248 406 3514 0 0,-36-67-807 0 0,-3 3-1 0 0,-57-74 1 0 0,72 110 596 0 0,-8-9-490 0 0,-87-87 0 0 0,106 121 941 0 0,0 0 1 0 0,-1 1-1 0 0,-1 1 0 0 0,0 1 1 0 0,0 1-1 0 0,-44-15 0 0 0,-146-31 919 0 0,114 34-636 0 0,-30-9 223 0 0,86 25-352 0 0,28 5-205 0 0,-1-1-1 0 0,1 0 0 0 0,0 0 1 0 0,-15-7-1 0 0,1-1 132 0 0,14 6-89 0 0,1 0 0 0 0,-23-14-1 0 0,16 8-7 0 0,15 7-86 0 0,1 0 1 0 0,-1 0-1 0 0,1-1 1 0 0,0 1-1 0 0,1-1 0 0 0,-1 0 1 0 0,1 0-1 0 0,0 0 0 0 0,0 0 1 0 0,-2-7-1 0 0,-1-3-15 0 0,4 8-87 0 0,5 7 98 0 0,-4 0-10 0 0,1 1 0 0 0,0-1 1 0 0,-1 1-1 0 0,1-1 0 0 0,-1 1 1 0 0,1-1-1 0 0,0 1 1 0 0,-1-1-1 0 0,1 1 0 0 0,-1-1 1 0 0,1 1-1 0 0,-1 0 0 0 0,0-1 1 0 0,1 2-1 0 0,22 55 192 0 0,-9-25-61 0 0,12 48 1 0 0,3 22 287 0 0,4 0 1 0 0,66 137-1 0 0,31 8 350 0 0,-58-116-419 0 0,-41-78-49 0 0,58 76 1 0 0,59 65 434 0 0,-79-105-472 0 0,46 66 257 0 0,32 42 270 0 0,-82-116-589 0 0,-51-64-207 0 0,-8-10 0 0 0,1 0 0 0 0,7 14 0 0 0,-14-21 0 0 0,0 1 0 0 0,0-1 0 0 0,0 0 0 0 0,1 0 0 0 0,-1 0 0 0 0,0 0 0 0 0,0 0 0 0 0,0 0 0 0 0,0 0 0 0 0,0 0 0 0 0,0 0 0 0 0,0 0 0 0 0,0 0 0 0 0,0 0 0 0 0,0 1 0 0 0,0-1 0 0 0,0 0 0 0 0,0 0 0 0 0,0 0 0 0 0,0 0 0 0 0,0 0 0 0 0,0 0 0 0 0,0 0 0 0 0,0 0 0 0 0,0 1 0 0 0,0-1 0 0 0,0 0 0 0 0,0 0 0 0 0,0 0 0 0 0,0 0 0 0 0,0 0 0 0 0,0 0 0 0 0,0 0 0 0 0,0 0 0 0 0,0 0 0 0 0,0 1 0 0 0,0-1 0 0 0,0 0 0 0 0,0 0 0 0 0,0 0 0 0 0,0 0 0 0 0,0 0 0 0 0,0 0 0 0 0,-1 0 0 0 0,1 0 0 0 0,0 0 0 0 0,0 0 0 0 0,0 0 0 0 0,0 0 0 0 0,0 0 0 0 0,0 0 0 0 0,0 0 0 0 0,0 1 0 0 0,-1-1 0 0 0,-6-2 0 0 0,-8-5 0 0 0,2-3-69 0 0,1 1 0 0 0,-19-20 0 0 0,12 12-6 0 0,-49-48-796 0 0,4-3 1 0 0,-62-82 0 0 0,-93-164-1819 0 0,-45-116-836 0 0,204 316 2491 0 0,28 51 460 0 0,-10-7 128 0 0,-5-11 122 0 0,43 72 286 0 0,0 1 1 0 0,1-1 0 0 0,0 1 0 0 0,1-1 0 0 0,0 0 0 0 0,0 0-1 0 0,1 0 1 0 0,0 0 0 0 0,0 0 0 0 0,1 0 0 0 0,1 0 0 0 0,2-17 0 0 0,-1-2-69 0 0,-2 22 90 0 0,1 0-1 0 0,-1 0 1 0 0,1 0 0 0 0,0 0 0 0 0,0 1 0 0 0,4-10 0 0 0,-3 10 0 0 0,-1 3 15 0 0,-1 1 1 0 0,0-1-1 0 0,1 1 0 0 0,0-1 1 0 0,-1 1-1 0 0,1-1 1 0 0,0 1-1 0 0,-1-1 0 0 0,1 1 1 0 0,0 0-1 0 0,0 0 1 0 0,0-1-1 0 0,0 1 0 0 0,1 0 1 0 0,-1 0-1 0 0,0 0 0 0 0,0 0 1 0 0,1 0-1 0 0,-1 0 1 0 0,0 1-1 0 0,1-1 0 0 0,-1 0 1 0 0,1 1-1 0 0,-1-1 1 0 0,1 1-1 0 0,-1-1 0 0 0,1 1 1 0 0,0 0-1 0 0,-1 0 1 0 0,3-1-1 0 0,5 2 55 0 0,0 0 0 0 0,1 0 1 0 0,-1 1-1 0 0,0 0 0 0 0,0 1 0 0 0,0 0 1 0 0,10 5-1 0 0,61 34 510 0 0,-63-32-424 0 0,42 27 397 0 0,-2 2 0 0 0,60 56 0 0 0,-76-65 16 0 0,79 46 0 0 0,-81-53-325 0 0,37 16 374 0 0,-55-29-431 0 0,-1 0 0 0 0,-1 0 0 0 0,0 2 1 0 0,31 24-1 0 0,-3 9 247 0 0,-1 3 1 0 0,-3 1-1 0 0,-2 2 1 0 0,-2 2-1 0 0,-2 1 0 0 0,39 79 1 0 0,98 172 1566 0 0,-167-297-1959 0 0,-5-8-28 0 0,-4-6-1 0 0,-14-27-190 0 0,-2 2 1 0 0,-26-35-1 0 0,-2-4-134 0 0,30 46 120 0 0,-215-343-2828 0 0,-30 21 35 0 0,234 315 2709 0 0,11 10 266 0 0,-1 2 0 0 0,-1 0 0 0 0,0 1 1 0 0,-37-27-1 0 0,53 44 38 0 0,-1-1 0 0 0,0 1 0 0 0,0 0 0 0 0,0 0 0 0 0,0 0 0 0 0,0 0 1 0 0,-1 0-1 0 0,1 1 0 0 0,0-1 0 0 0,0 1 0 0 0,-1 0 0 0 0,-5 1 0 0 0,-17-3 110 0 0,8-1-77 0 0,7 0 42 0 0,0 2 0 0 0,-18-2 0 0 0,1 9 108 0 0,27-6-189 0 0,0 0 1 0 0,0 0-1 0 0,0 0 1 0 0,0 0-1 0 0,0 0 1 0 0,-1 0-1 0 0,1 0 1 0 0,0 1-1 0 0,0-1 1 0 0,0 0-1 0 0,0 1 1 0 0,0-1-1 0 0,0 0 1 0 0,0 1 0 0 0,0-1-1 0 0,0 1 1 0 0,0 0-1 0 0,0-1 1 0 0,1 1-1 0 0,-1 0 1 0 0,0-1-1 0 0,0 1 1 0 0,0 0-1 0 0,1 0 1 0 0,-2 1-1 0 0,2-1 3 0 0,0 1 0 0 0,0-1 0 0 0,-1 1-1 0 0,1-1 1 0 0,0 0 0 0 0,0 1 0 0 0,1-1 0 0 0,-1 1-1 0 0,0-1 1 0 0,0 1 0 0 0,1-1 0 0 0,-1 0-1 0 0,0 1 1 0 0,1-1 0 0 0,0 0 0 0 0,-1 1 0 0 0,1-1-1 0 0,0 0 1 0 0,1 2 0 0 0,11 20 188 0 0,15 38 1 0 0,-12-25-19 0 0,163 281 1294 0 0,-142-257-1210 0 0,208 299 1515 0 0,-212-317-1429 0 0,1-2-1 0 0,58 52 1 0 0,-84-85-302 0 0,-6-5-27 0 0,1 0-1 0 0,-1 0 1 0 0,0 0-1 0 0,1 0 1 0 0,-1 1-1 0 0,0-1 1 0 0,3 6-1 0 0,-4-6-20 0 0,-12-6 0 0 0,-14-11 87 0 0,1 0 183 0 0,-28-13 0 0 0,24 14-109 0 0,0-1 0 0 0,1-1-1 0 0,-34-27 1 0 0,-68-68-1196 0 0,125 107 971 0 0,-31-29-490 0 0,2-2 1 0 0,-56-76-1 0 0,-40-90-1112 0 0,83 126 1038 0 0,3 8-322 0 0,-2 1 0 0 0,-107-118 0 0 0,145 177 1018 0 0,1 0-8 0 0,0 1 0 0 0,0 1 0 0 0,0-1 0 0 0,-1 1 0 0 0,-12-7 1 0 0,19 11-61 0 0,0 1 0 0 0,0 0 1 0 0,-1 0-1 0 0,1 0 0 0 0,0 0 1 0 0,0 0-1 0 0,-1 0 0 0 0,1-1 1 0 0,0 1-1 0 0,-1 0 1 0 0,1 0-1 0 0,0 0 0 0 0,0 0 1 0 0,-1 0-1 0 0,1 0 0 0 0,0 0 1 0 0,-1 0-1 0 0,1 0 1 0 0,0 0-1 0 0,-1 0 0 0 0,1 1 1 0 0,0-1-1 0 0,0 0 0 0 0,-1 0 1 0 0,1 0-1 0 0,0 0 1 0 0,-1 0-1 0 0,1 0 0 0 0,0 1 1 0 0,0-1-1 0 0,0 0 0 0 0,-1 0 1 0 0,1 0-1 0 0,0 1 1 0 0,-2 12 61 0 0,6 14 51 0 0,-4-26-113 0 0,7 17 103 0 0,0 0 0 0 0,0-1 0 0 0,2 0 0 0 0,0 0 0 0 0,12 16 0 0 0,-9-15-8 0 0,265 375 1779 0 0,-118-204-883 0 0,-22-27-216 0 0,13 11 166 0 0,-45-63-137 0 0,-24-31-159 0 0,-80-79-642 0 0,0 1 1 0 0,-1 0 0 0 0,1-1 0 0 0,0 1-1 0 0,-1-1 1 0 0,1 0 0 0 0,0 1-1 0 0,-1-1 1 0 0,1 1 0 0 0,0-1-1 0 0,0 0 1 0 0,0 0 0 0 0,-1 1 0 0 0,1-1-1 0 0,0 0 1 0 0,0 0 0 0 0,0 0-1 0 0,-1 0 1 0 0,1 0 0 0 0,0 0-1 0 0,0 0 1 0 0,0 0 0 0 0,0 0 0 0 0,-1-1-1 0 0,1 1 1 0 0,0 0 0 0 0,0 0-1 0 0,-1-1 1 0 0,1 1 0 0 0,0 0-1 0 0,0-1 1 0 0,-1 1 0 0 0,1-1 0 0 0,0 1-1 0 0,-1-1 1 0 0,1 1 0 0 0,-1-1-1 0 0,1 0 1 0 0,0 1 0 0 0,-1-1 0 0 0,1 0-1 0 0,-1 1 1 0 0,0-1 0 0 0,1 0-1 0 0,-1 1 1 0 0,0-1 0 0 0,1 0-1 0 0,-1 0 1 0 0,0 0 0 0 0,0 0 0 0 0,10-38 77 0 0,-6 19-297 0 0,2 0-1 0 0,9-25 0 0 0,-14 41 181 0 0,0-1-1 0 0,0 0 1 0 0,0 0 0 0 0,-1 1-1 0 0,0-1 1 0 0,0 0 0 0 0,0 0-1 0 0,-1 0 1 0 0,1 1-1 0 0,-1-1 1 0 0,-3-9 0 0 0,-1-11-179 0 0,1 6 51 0 0,-1 0 0 0 0,0 0 0 0 0,-9-18 0 0 0,9 25 90 0 0,0-4-19 0 0,-2 2-1 0 0,0-1 1 0 0,-1 1 0 0 0,0 0 0 0 0,-1 0 0 0 0,0 1 0 0 0,-1 0 0 0 0,-21-19-1 0 0,-25-25-280 0 0,32 36 241 0 0,-37-46-1 0 0,52 56 28 0 0,0-1 0 0 0,1 0-1 0 0,1-1 1 0 0,0 0 0 0 0,1 0 0 0 0,-7-20 0 0 0,9 21 5 0 0,-6-19-188 0 0,10 29 281 0 0,0 0 0 0 0,-1 1 0 0 0,1-1 0 0 0,0 0 0 0 0,0 0 0 0 0,0 0 0 0 0,0 1 0 0 0,0-1 0 0 0,1 0 0 0 0,-1 0 0 0 0,0 0 0 0 0,1 1-1 0 0,1-4 1 0 0,-2 4 11 0 0,1 0 0 0 0,-1 1 0 0 0,1-1 0 0 0,-1 0-1 0 0,1 1 1 0 0,0-1 0 0 0,-1 1 0 0 0,1-1 0 0 0,0 1-1 0 0,-1-1 1 0 0,1 1 0 0 0,0 0 0 0 0,0-1 0 0 0,-1 1-1 0 0,1 0 1 0 0,0 0 0 0 0,0-1 0 0 0,0 1 0 0 0,0 0-1 0 0,-1 0 1 0 0,1 0 0 0 0,0 0 0 0 0,0 0-1 0 0,0 0 1 0 0,0 0 0 0 0,-1 0 0 0 0,1 0 0 0 0,0 1-1 0 0,0-1 1 0 0,1 1 0 0 0,27 11 57 0 0,-21-7-22 0 0,11 4 40 0 0,0 1-1 0 0,0 1 1 0 0,-1 1-1 0 0,-1 0 0 0 0,0 2 1 0 0,0 0-1 0 0,-1 0 1 0 0,-1 2-1 0 0,16 21 0 0 0,-14-14 27 0 0,-2 0 0 0 0,0 1 0 0 0,-2 1-1 0 0,0 0 1 0 0,-2 1 0 0 0,13 45-1 0 0,27 107 451 0 0,-45-160-474 0 0,-1 1 1 0 0,-1-1-1 0 0,0 1 1 0 0,1 34-1 0 0,-5-47-60 0 0,-1 0 1 0 0,1 0-1 0 0,-1 0 0 0 0,0 1 0 0 0,-1-1 0 0 0,1-1 1 0 0,-1 1-1 0 0,0 0 0 0 0,-1 0 0 0 0,-5 10 0 0 0,6-13-6 0 0,0-1 0 0 0,0 1 0 0 0,0-1 0 0 0,0 1 0 0 0,0-1 0 0 0,-1 0-1 0 0,1 0 1 0 0,-1 0 0 0 0,0 0 0 0 0,0 0 0 0 0,1 0 0 0 0,-1-1 0 0 0,0 1-1 0 0,0-1 1 0 0,0 0 0 0 0,-1 0 0 0 0,1 0 0 0 0,0-1 0 0 0,0 1 0 0 0,-1-1-1 0 0,-5 1 1 0 0,-4-2 29 0 0,1 0 1 0 0,-1-1-1 0 0,0 0 0 0 0,1-1 0 0 0,-1-1 0 0 0,1 0 0 0 0,0-1 0 0 0,0 0 0 0 0,0 0 0 0 0,1-1 1 0 0,-11-8-1 0 0,-11-9-206 0 0,2-1-1 0 0,-37-37 1 0 0,32 27-221 0 0,2-1 0 0 0,0-2 0 0 0,3-2-1 0 0,-36-56 1 0 0,42 52-105 0 0,2-1-1 0 0,2-1 1 0 0,-28-90 0 0 0,45 121 327 0 0,1 2 55 0 0,0 1 1 0 0,-1 0-1 0 0,0 0 1 0 0,-11-18 0 0 0,14 28 104 0 0,1 0 0 0 0,0 1 0 0 0,-1-1 0 0 0,1 1 1 0 0,-1-1-1 0 0,1 1 0 0 0,-1-1 0 0 0,1 1 1 0 0,-1-1-1 0 0,0 1 0 0 0,1 0 0 0 0,-1-1 1 0 0,1 1-1 0 0,-1 0 0 0 0,0 0 0 0 0,1-1 0 0 0,-1 1 1 0 0,0 0-1 0 0,1 0 0 0 0,-2 0 0 0 0,2 0 2 0 0,-1 0-1 0 0,1 0 0 0 0,-1 0 1 0 0,1 0-1 0 0,0 0 0 0 0,-1 0 1 0 0,1 0-1 0 0,0 0 0 0 0,-1 1 1 0 0,1-1-1 0 0,0 0 0 0 0,0 0 1 0 0,-1 0-1 0 0,1 1 0 0 0,0-1 1 0 0,-1 0-1 0 0,1 0 0 0 0,0 1 1 0 0,0-1-1 0 0,0 0 0 0 0,-1 0 1 0 0,1 1-1 0 0,0-1 0 0 0,0 0 1 0 0,0 1-1 0 0,-1-1 0 0 0,1 0 1 0 0,0 1-1 0 0,0-1 0 0 0,0 0 1 0 0,0 1-1 0 0,0-1 0 0 0,0 1 1 0 0,0-1-1 0 0,0 0 0 0 0,0 1 1 0 0,1 10 14 0 0,0 1 1 0 0,1-1-1 0 0,1 0 1 0 0,4 14-1 0 0,3 12 137 0 0,39 151 456 0 0,25 175 641 0 0,-26-116-419 0 0,-42-222-718 0 0,0 0 1 0 0,2-1 0 0 0,1 0 0 0 0,16 33 0 0 0,-16-42-24 0 0,0 0 0 0 0,0 0-1 0 0,2-1 1 0 0,0-1 0 0 0,0 0-1 0 0,1 0 1 0 0,19 15 0 0 0,-24-23-66 0 0,-5-2-9 0 0,1-1 0 0 0,-1 0-1 0 0,1 0 1 0 0,-1 0 0 0 0,1-1 0 0 0,-1 1-1 0 0,1 0 1 0 0,0-1 0 0 0,0 0-1 0 0,0 0 1 0 0,4 1 0 0 0,-7-3-12 0 0,-1 0 0 0 0,1 0 0 0 0,0 0 0 0 0,-1-1 1 0 0,1 1-1 0 0,-1 0 0 0 0,0 0 0 0 0,1 0 0 0 0,-1 0 0 0 0,0 0 0 0 0,0-1 0 0 0,-92-125-529 0 0,49 64-191 0 0,-52-58-1 0 0,-113-87-1052 0 0,77 82 704 0 0,-44-79-550 0 0,138 158 1578 0 0,32 39 82 0 0,-1-1 0 0 0,0 2 1 0 0,-1-1-1 0 0,-16-12 0 0 0,19 19 32 0 0,6 7-30 0 0,6 7 46 0 0,83 114 670 0 0,-15-19-158 0 0,110 111 578 0 0,-97-119-659 0 0,-28-29-139 0 0,110 122 748 0 0,-130-148-727 0 0,-34-41-373 0 0,-6-4-26 0 0,1 0-1 0 0,-1 0 1 0 0,1 0-1 0 0,-1 1 1 0 0,1-1 0 0 0,-1 0-1 0 0,1 1 1 0 0,-1-1-1 0 0,0 0 1 0 0,1 1-1 0 0,-1-1 1 0 0,1 0-1 0 0,-1 1 1 0 0,0-1 0 0 0,1 1-1 0 0,-1-1 1 0 0,0 0-1 0 0,0 1 1 0 0,1 0-1 0 0,-21-5 115 0 0,6-2-47 0 0,0 0 1 0 0,0-1-1 0 0,-25-17 0 0 0,-37-33-360 0 0,41 30 63 0 0,-171-141-1287 0 0,178 141 1223 0 0,0-1-1 0 0,3-1 0 0 0,0-1 0 0 0,-37-61 0 0 0,44 59 13 0 0,2-2 1 0 0,1 1-1 0 0,2-2 1 0 0,-13-47-1 0 0,20 56 95 0 0,1-1-1 0 0,1 1 0 0 0,1-1 0 0 0,2 0 1 0 0,0 1-1 0 0,6-47 0 0 0,-1 42-41 0 0,2 1-1 0 0,1 1 0 0 0,2-1 1 0 0,17-41-1 0 0,-20 58 124 0 0,0 0 1 0 0,1 1-1 0 0,0-1 1 0 0,1 2-1 0 0,0-1 1 0 0,1 1-1 0 0,1 0 1 0 0,-1 1-1 0 0,2 0 1 0 0,-1 1-1 0 0,23-15 1 0 0,-24 19 154 0 0,0 0-1 0 0,-1 1 1 0 0,2 0 0 0 0,-1 1-1 0 0,0 0 1 0 0,1 1 0 0 0,0 0 0 0 0,-1 0-1 0 0,12 0 1 0 0,-6 2 46 0 0,0 0 0 0 0,0 1 0 0 0,0 0 0 0 0,0 2 0 0 0,18 4 0 0 0,10 7 283 0 0,-1 2-1 0 0,77 41 1 0 0,-107-51-320 0 0,334 191 2028 0 0,-316-175-1764 0 0,0 1-1 0 0,-1 1 1 0 0,41 46 0 0 0,-69-69-314 0 0,1 0 1 0 0,-1 0-1 0 0,0 0 0 0 0,0 0 1 0 0,0 0-1 0 0,0 0 0 0 0,1 0 0 0 0,-1-1 1 0 0,1 1-1 0 0,2 0 0 0 0,1-3-25 0 0,-6-8 40 0 0,-6-9-79 0 0,-1 0-1 0 0,0 1 1 0 0,-2 0 0 0 0,0 1 0 0 0,-14-18 0 0 0,-7-13-180 0 0,-176-331-1766 0 0,107 188 1010 0 0,98 189 973 0 0,-30-58-556 0 0,-48-66 0 0 0,73 112 514 0 0,6 14 55 0 0,1 0 1 0 0,0 0-1 0 0,0 0 1 0 0,0-1-1 0 0,0 1 1 0 0,0 0-1 0 0,-1 0 1 0 0,1 0-1 0 0,0-1 1 0 0,0 1-1 0 0,0 0 1 0 0,0 0-1 0 0,0 0 1 0 0,0 0-1 0 0,0-1 1 0 0,0 1-1 0 0,0 0 1 0 0,0 0 0 0 0,0-1-1 0 0,0 1 1 0 0,0 0-1 0 0,0 0 1 0 0,0 0-1 0 0,0-1 1 0 0,0 1-1 0 0,0 0 1 0 0,0 0-1 0 0,0 0 1 0 0,0-1-1 0 0,0 1 1 0 0,0 0-1 0 0,0 0 1 0 0,0 0-1 0 0,0-1 1 0 0,1 1-1 0 0,-1 0 1 0 0,0 0-1 0 0,0 0 1 0 0,0 0-1 0 0,0-1 1 0 0,1 1-1 0 0,-1 0 1 0 0,0 0 0 0 0,0 0-1 0 0,0 0 1 0 0,0 0-1 0 0,1 0 1 0 0,-1 0-1 0 0,0 0 1 0 0,0-1-1 0 0,0 1 1 0 0,1 0-1 0 0,-1 0 1 0 0,0 0-1 0 0,0 0 1 0 0,0 0-1 0 0,1 0 1 0 0,-1 0-1 0 0,0 0 1 0 0,0 0-1 0 0,1 0 1 0 0,-1 0-1 0 0,0 0 1 0 0,0 1-1 0 0,0-1 1 0 0,1 0-1 0 0,-1 0 1 0 0,0 0-1 0 0,0 0 1 0 0,4 2 19 0 0,1 1 1 0 0,-1-1-1 0 0,-1 1 1 0 0,1 0-1 0 0,0 0 1 0 0,-1 0-1 0 0,0 1 0 0 0,1-1 1 0 0,-1 1-1 0 0,4 7 1 0 0,6 5 105 0 0,97 114 1095 0 0,95 146 1 0 0,-146-188-694 0 0,197 277 1633 0 0,-22-67-250 0 0,-228-291-1803 0 0,-5-4-82 0 0,1 0 1 0 0,0 0-1 0 0,1 0 0 0 0,-1-1 1 0 0,0 1-1 0 0,1-1 0 0 0,0 0 1 0 0,-1 0-1 0 0,1 0 0 0 0,4 2 1 0 0,-7-4-22 0 0,0 0 0 0 0,1 0 0 0 0,-1 0 0 0 0,0 0 0 0 0,1 0 0 0 0,-1 0 0 0 0,0 0 0 0 0,0 0 0 0 0,1 0 0 0 0,-1 0 0 0 0,0 0 0 0 0,1 0 0 0 0,-1 0 0 0 0,0 0 0 0 0,0-1 1 0 0,1 1-1 0 0,-1 0 0 0 0,0 0 0 0 0,0 0 0 0 0,1-1 0 0 0,-1 1 0 0 0,0 0 0 0 0,0 0 0 0 0,0 0 0 0 0,1-1 0 0 0,-1 1 0 0 0,0 0 0 0 0,0 0 0 0 0,0-1 0 0 0,0 1 0 0 0,0 0 0 0 0,0-1 0 0 0,1 1 0 0 0,-1 0 0 0 0,0-1 0 0 0,0 1 1 0 0,0 0-1 0 0,0 0 0 0 0,0-1 0 0 0,0 1 0 0 0,0 0 0 0 0,0-1 0 0 0,0 1 0 0 0,0 0 0 0 0,-1-1 0 0 0,1 1 0 0 0,-2-17 73 0 0,2 16-60 0 0,-5-14-121 0 0,0 0 0 0 0,-1 1 0 0 0,0-1-1 0 0,-1 1 1 0 0,-1 1 0 0 0,-9-14 0 0 0,-5-8-140 0 0,-145-280-1893 0 0,-56-172-1083 0 0,212 462 3050 0 0,-87-193-1235 0 0,67 157 662 0 0,-57-84 0 0 0,45 74 194 0 0,34 58 516 0 0,21 42 6 0 0,18 30 744 0 0,48 72 1 0 0,-40-71-369 0 0,38 70 1170 0 0,87 201 0 0 0,-160-326-1496 0 0,3 9 94 0 0,0 0 0 0 0,-1 1-1 0 0,0-1 1 0 0,-1 1 0 0 0,0 0 0 0 0,1 24 0 0 0,-5-39-115 0 0,1 1 0 0 0,-1-1 0 0 0,0 0 0 0 0,0 0 0 0 0,0 0 0 0 0,0 1 0 0 0,0-1 0 0 0,0 0 0 0 0,0 0 0 0 0,0 0 0 0 0,0 1 0 0 0,0-1 0 0 0,-1 0 0 0 0,1 0 0 0 0,0 0 0 0 0,0 1 0 0 0,0-1 0 0 0,0 0 0 0 0,0 0 0 0 0,0 0 0 0 0,0 0 0 0 0,0 1 0 0 0,0-1 0 0 0,-1 0 0 0 0,1 0 0 0 0,0 0 0 0 0,0 0 0 0 0,0 1 0 0 0,0-1 0 0 0,-1 0 0 0 0,1 0 0 0 0,0 0 0 0 0,0 0 0 0 0,0 0 0 0 0,0 0 0 0 0,-1 0 0 0 0,1 0 0 0 0,0 0 0 0 0,0 0 0 0 0,-1 0 0 0 0,1 0 0 0 0,0 0 0 0 0,0 0 0 0 0,0 0 0 0 0,-1 0 0 0 0,1 0 0 0 0,0 0 0 0 0,-13-7 109 0 0,-11-15 98 0 0,24 22-208 0 0,-96-110-323 0 0,9 8-311 0 0,33 47 249 0 0,-2 3-1 0 0,-3 2 0 0 0,-1 3 0 0 0,-3 2 1 0 0,-1 3-1 0 0,-86-41 0 0 0,-109-40 468 0 0,161 72 564 0 0,58 29-221 0 0,-48-19 0 0 0,76 37-330 0 0,0 1 1 0 0,0 0 0 0 0,0 1 0 0 0,-1 0 0 0 0,-16-1 0 0 0,3 3 138 0 0,-41 5 1 0 0,36 1 26 0 0,1 1 0 0 0,-54 19 0 0 0,41-11 69 0 0,32-11-252 0 0,0 0 1 0 0,-14 7 0 0 0,25-10-71 0 0,-1 0 1 0 0,0 0-1 0 0,1 0 0 0 0,-1 0 0 0 0,0 0 1 0 0,1 0-1 0 0,-1 0 0 0 0,1 0 1 0 0,0 0-1 0 0,-1 0 0 0 0,1 0 0 0 0,0 0 1 0 0,0 1-1 0 0,0-1 0 0 0,0 0 1 0 0,0 0-1 0 0,0 2 0 0 0,1 24 70 0 0,0-21-49 0 0,24 279 1398 0 0,-20-247-1160 0 0,2-1 0 0 0,2 0 1 0 0,22 64-1 0 0,-6-39 299 0 0,41 75-1 0 0,-32-80-160 0 0,2-3-1 0 0,2-1 1 0 0,3-1 0 0 0,2-3-1 0 0,85 76 1 0 0,-50-49 158 0 0,-77-74-505 0 0,0-1-50 0 0,-1-1 0 0 0,1 1 1 0 0,-1-1-1 0 0,1 1 0 0 0,-1-1 1 0 0,1 1-1 0 0,-1-1 0 0 0,1 0 1 0 0,0 1-1 0 0,-1-1 1 0 0,1 0-1 0 0,-1 0 0 0 0,1 1 1 0 0,0-1-1 0 0,-1 0 0 0 0,1 0 1 0 0,0 0-1 0 0,1 0 0 0 0,-2 0-4 0 0,1 0 0 0 0,-1-1 0 0 0,1 1 0 0 0,0 0 0 0 0,-1-1 0 0 0,1 1 0 0 0,-1-1 0 0 0,0 1 0 0 0,1-1 0 0 0,-1 1 0 0 0,1-1 0 0 0,-1 1 0 0 0,0-1 0 0 0,1 1 0 0 0,-1-1 0 0 0,0 0 0 0 0,1 1 0 0 0,-1-1 0 0 0,0 1 0 0 0,0-1 0 0 0,0 0 0 0 0,0 1 0 0 0,0-1 0 0 0,0 0 0 0 0,0 0 0 0 0,1-1 10 0 0,-1 1-14 0 0,-1 1 0 0 0,1-1 0 0 0,-1 0 0 0 0,1 1 0 0 0,-1-1 0 0 0,1 1 0 0 0,-1-1 0 0 0,1 1 0 0 0,-1-1 0 0 0,0 1 0 0 0,1 0 0 0 0,-1-1 0 0 0,0 1 0 0 0,1 0 0 0 0,-1-1 0 0 0,0 1 0 0 0,1 0 0 0 0,-1 0 0 0 0,0 0 0 0 0,-1-1 0 0 0,0 1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2T16:41:07.441"/>
    </inkml:context>
    <inkml:brush xml:id="br0">
      <inkml:brushProperty name="width" value="0.35" units="cm"/>
      <inkml:brushProperty name="height" value="0.35" units="cm"/>
      <inkml:brushProperty name="color" value="#10B981"/>
    </inkml:brush>
  </inkml:definitions>
  <inkml:trace contextRef="#ctx0" brushRef="#br0">1775 2347 4915 0 0,'0'0'5'0'0,"0"0"0"0"0,0 0 0 0 0,0 0 0 0 0,0 0 0 0 0,0 0 0 0 0,0 0 0 0 0,0 0 0 0 0,0 0 1 0 0,0 0-1 0 0,0 0 0 0 0,0 0 0 0 0,0 0 0 0 0,0 0 0 0 0,0 0 0 0 0,0-1 0 0 0,0 1 0 0 0,0 0 0 0 0,0 0 0 0 0,0 0 0 0 0,0 0 0 0 0,0 0 0 0 0,0 0 0 0 0,0 0 0 0 0,0 0 0 0 0,0 0 0 0 0,0 0 1 0 0,0 0-1 0 0,0 0 0 0 0,0 0 0 0 0,0 0 0 0 0,0 0 0 0 0,0 0 0 0 0,0 0 0 0 0,0-1 0 0 0,0 1 0 0 0,0 0 0 0 0,0 0 0 0 0,0 0 0 0 0,0 0 0 0 0,0 0 0 0 0,0 0 0 0 0,0 0 0 0 0,0 0 0 0 0,1 0 1 0 0,-1 0-1 0 0,0 0 0 0 0,0 0 0 0 0,0 0 0 0 0,0 0 0 0 0,0 0 0 0 0,0 0 0 0 0,0 0 0 0 0,0 0 0 0 0,0 0 0 0 0,0 0 0 0 0,0 0 0 0 0,0 0 0 0 0,0 0 0 0 0,0 0 0 0 0,0 0 0 0 0,1 0 0 0 0,-1 0 1 0 0,-7-5 39 0 0,0 0-49 0 0,1 4 51 0 0,-5 7 72 0 0,9-5-104 0 0,-136 86 1258 0 0,105-66-871 0 0,26-15-296 0 0,-1-1 1 0 0,-1 0-1 0 0,1 0 0 0 0,-16 5 0 0 0,23-13-114 0 0,6-6 49 0 0,5-6 138 0 0,25-33-40 0 0,102-143-404 0 0,-92 126 147 0 0,-24 36 40 0 0,0-1 0 0 0,25-53 0 0 0,-34 64 73 0 0,-33 46-33 0 0,-57 104 1107 0 0,43-76-678 0 0,25-36-169 0 0,10-15-63 0 0,8-12-73 0 0,15-25-49 0 0,-1-1-1 0 0,17-36 1 0 0,-18 31-97 0 0,80-155-381 0 0,-95 183 410 0 0,-4 7 19 0 0,0 0-1 0 0,0 0 1 0 0,0 0 0 0 0,0 0 0 0 0,-1 0 0 0 0,1 0-1 0 0,-1 0 1 0 0,1-6 0 0 0,-2 10 13 0 0,0 0-1 0 0,0 0 1 0 0,0 0-1 0 0,0-1 1 0 0,0 1-1 0 0,0 0 1 0 0,0 0-1 0 0,0 0 1 0 0,0 0-1 0 0,0 0 1 0 0,0 0-1 0 0,0 0 1 0 0,0 0-1 0 0,0 0 1 0 0,0 0-1 0 0,-1 0 1 0 0,1 0-1 0 0,0 0 1 0 0,0 0-1 0 0,0 0 1 0 0,0 0-1 0 0,0-1 1 0 0,0 1-1 0 0,0 0 1 0 0,0 0-1 0 0,0 0 1 0 0,0 0-1 0 0,0 0 1 0 0,0 0-1 0 0,0 0 1 0 0,0 0-1 0 0,0 0 1 0 0,0 0 0 0 0,0 0-1 0 0,0 0 1 0 0,-1 0-1 0 0,1 0 1 0 0,0 0-1 0 0,0 0 1 0 0,0 0-1 0 0,0 0 1 0 0,0 0-1 0 0,0 0 1 0 0,0 0-1 0 0,0 0 1 0 0,0 0-1 0 0,0 0 1 0 0,0 0-1 0 0,0 0 1 0 0,0 0-1 0 0,0 0 1 0 0,0 0-1 0 0,-1 0 1 0 0,1 0-1 0 0,0 1 1 0 0,0-1-1 0 0,0 0 1 0 0,0 0-1 0 0,0 0 1 0 0,0 0-1 0 0,0 0 1 0 0,0 0-1 0 0,0 0 1 0 0,0 0-1 0 0,0 0 1 0 0,-6 6 77 0 0,-7 11 70 0 0,-14 27 297 0 0,2 2 0 0 0,-22 57 0 0 0,44-97-378 0 0,0 1 0 0 0,1 0 0 0 0,0 0 0 0 0,0 0 0 0 0,-1 12 0 0 0,3-19-66 0 0,0 0-1 0 0,0 0 1 0 0,0 0 0 0 0,0 0-1 0 0,0 1 1 0 0,0-1-1 0 0,0 0 1 0 0,0 0 0 0 0,0 0-1 0 0,0 1 1 0 0,0-1-1 0 0,0 0 1 0 0,0 0 0 0 0,0 0-1 0 0,0 1 1 0 0,0-1-1 0 0,0 0 1 0 0,1 0 0 0 0,-1 0-1 0 0,0 0 1 0 0,0 1-1 0 0,0-1 1 0 0,0 0 0 0 0,0 0-1 0 0,0 0 1 0 0,1 0-1 0 0,-1 0 1 0 0,0 1 0 0 0,0-1-1 0 0,0 0 1 0 0,0 0-1 0 0,1 0 1 0 0,-1 0-1 0 0,0 0 1 0 0,0 0 0 0 0,0 0-1 0 0,0 0 1 0 0,1 0-1 0 0,-1 0 1 0 0,0 0 0 0 0,0 0-1 0 0,0 0 1 0 0,1 0-1 0 0,-1 0 1 0 0,0 0 0 0 0,0 0-1 0 0,0 0 1 0 0,1 0-1 0 0,-1 0 1 0 0,0 0 0 0 0,0 0-1 0 0,0 0 1 0 0,0 0-1 0 0,1 0 1 0 0,-1 0 0 0 0,0-1-1 0 0,0 1 1 0 0,0 0-1 0 0,0 0 1 0 0,1 0 0 0 0,-1 0-1 0 0,0 0 1 0 0,0 0-1 0 0,0-1 1 0 0,11-8 126 0 0,13-22-172 0 0,-2-1 0 0 0,0-1-1 0 0,20-43 1 0 0,-19 32-57 0 0,207-399-1194 0 0,-226 434 1257 0 0,0 1 0 0 0,0-1 0 0 0,3-14 0 0 0,-7 21 26 0 0,-3 5-11 0 0,-1 4 21 0 0,-34 78 767 0 0,4 1-1 0 0,-25 99 1 0 0,58-179-756 0 0,-2 6 76 0 0,0 0 1 0 0,1 1-1 0 0,-1 14 1 0 0,3-26-78 0 0,0 0 1 0 0,0 0-1 0 0,0 0 1 0 0,0 0 0 0 0,0 0-1 0 0,0 0 1 0 0,0 0-1 0 0,0 0 1 0 0,1 0-1 0 0,-1 0 1 0 0,0 0 0 0 0,1 0-1 0 0,0 1 1 0 0,-1-2-8 0 0,0 0 1 0 0,0 0 0 0 0,1 0-1 0 0,-1 0 1 0 0,0 0-1 0 0,0 0 1 0 0,0 0 0 0 0,1 0-1 0 0,-1 0 1 0 0,0 0-1 0 0,0 0 1 0 0,0 0 0 0 0,1 0-1 0 0,-1 0 1 0 0,0 0-1 0 0,0 0 1 0 0,1 0 0 0 0,-1 0-1 0 0,0 0 1 0 0,0 0-1 0 0,0 0 1 0 0,1 0 0 0 0,-1 0-1 0 0,0 0 1 0 0,0 0-1 0 0,0-1 1 0 0,0 1 0 0 0,1 0-1 0 0,-1 0 1 0 0,0 0-1 0 0,0 0 1 0 0,0-1 0 0 0,0 1-1 0 0,1 0 1 0 0,12-23 173 0 0,-4 0-226 0 0,-1 0 0 0 0,8-49-1 0 0,-5 21-104 0 0,3-10-33 0 0,97-446-1421 0 0,-109 500 1587 0 0,-1 1 0 0 0,-1-1-1 0 0,1 0 1 0 0,-1 0 0 0 0,-1-10-1 0 0,1 17 25 0 0,0 0-1 0 0,0 0 1 0 0,0 0-1 0 0,0 0 1 0 0,0 1-1 0 0,0-1 1 0 0,0 0-1 0 0,0 0 1 0 0,-1 0-1 0 0,1 0 1 0 0,0 0-1 0 0,0 0 1 0 0,0 0-1 0 0,0 1 1 0 0,0-1 0 0 0,0 0-1 0 0,0 0 1 0 0,0 0-1 0 0,0 0 1 0 0,0 0-1 0 0,0 0 1 0 0,-1 0-1 0 0,1 0 1 0 0,0 0-1 0 0,0 0 1 0 0,0 0-1 0 0,0 0 1 0 0,0 0-1 0 0,0 1 1 0 0,0-1-1 0 0,-1 0 1 0 0,1 0-1 0 0,0 0 1 0 0,0 0-1 0 0,0 0 1 0 0,0 0 0 0 0,0 0-1 0 0,0 0 1 0 0,-1 0-1 0 0,1 0 1 0 0,0 0-1 0 0,0-1 1 0 0,0 1-1 0 0,0 0 1 0 0,0 0-1 0 0,0 0 1 0 0,0 0-1 0 0,-1 0 1 0 0,1 0-1 0 0,0 0 1 0 0,0 0-1 0 0,0 0 1 0 0,0 0-1 0 0,0 0 1 0 0,0 0-1 0 0,0-1 1 0 0,0 1 0 0 0,0 0-1 0 0,-1 0 1 0 0,1 0-1 0 0,0 0 1 0 0,0 0-1 0 0,0 0 1 0 0,0 0-1 0 0,0-1 1 0 0,-4 9-42 0 0,-7 17 256 0 0,2 2 0 0 0,-10 38-1 0 0,2-6 155 0 0,-46 159 888 0 0,60-196-1124 0 0,5-16-32 0 0,4-15 42 0 0,19-58-339 0 0,-3-1 1 0 0,15-71-1 0 0,-11 35-114 0 0,46-180-610 0 0,-70 275 890 0 0,0 5 17 0 0,-1 0 0 0 0,0 0 1 0 0,-1 1-1 0 0,1-1 0 0 0,-1 0 0 0 0,1 0 0 0 0,-1-5 0 0 0,-4 14 24 0 0,1-1 0 0 0,0 1-1 0 0,1 0 1 0 0,-5 10 0 0 0,-2 17 266 0 0,1 2 1 0 0,-5 49-1 0 0,13-81-260 0 0,0 0-1 0 0,0 0 1 0 0,0 0 0 0 0,0 0-1 0 0,1 0 1 0 0,-1 0 0 0 0,1 0-1 0 0,-1 1 1 0 0,1-2 0 0 0,0 1-1 0 0,2 4 1 0 0,-3-6-11 0 0,0 0 0 0 0,0 1 1 0 0,0-1-1 0 0,1 0 0 0 0,-1 0 0 0 0,0 1 1 0 0,0-1-1 0 0,0 0 0 0 0,1 0 0 0 0,-1 0 1 0 0,0 1-1 0 0,0-1 0 0 0,1 0 0 0 0,-1 0 1 0 0,0 0-1 0 0,0 0 0 0 0,1 0 1 0 0,-1 1-1 0 0,0-1 0 0 0,0 0 0 0 0,1 0 1 0 0,-1 0-1 0 0,0 0 0 0 0,1 0 0 0 0,-1 0 1 0 0,0 0-1 0 0,0 0 0 0 0,1 0 0 0 0,0 0 1 0 0,-1-1-1 0 0,1 1 0 0 0,0-1 0 0 0,-1 0 1 0 0,1 1-1 0 0,-1-1 0 0 0,1 1 1 0 0,-1-1-1 0 0,1 0 0 0 0,-1 0 0 0 0,1 1 1 0 0,-1-1-1 0 0,1 0 0 0 0,-1 0 1 0 0,0 0-1 0 0,1-1 0 0 0,8-29-95 0 0,-1-1-1 0 0,-1 0 1 0 0,4-49-1 0 0,-9 26-173 0 0,-4-71-1 0 0,-2 81 122 0 0,-1-24-48 0 0,5 67 182 0 0,1 0 1 0 0,-1 0-1 0 0,0 0 1 0 0,1 0-1 0 0,0 0 0 0 0,-1 0 1 0 0,1 0-1 0 0,0 1 1 0 0,1-3-1 0 0,5-12-55 0 0,14-57-201 0 0,-20 66 234 0 0,-1 0 0 0 0,1 0-1 0 0,-1 0 1 0 0,0 0 0 0 0,0 0-1 0 0,-2-8 1 0 0,2 14 31 0 0,0 1-1 0 0,0 0 1 0 0,0 0-1 0 0,0-1 0 0 0,0 1 1 0 0,0 0-1 0 0,0 0 1 0 0,0-1-1 0 0,0 1 1 0 0,-1 0-1 0 0,1 0 1 0 0,0-1-1 0 0,0 1 1 0 0,0 0-1 0 0,0 0 0 0 0,0 0 1 0 0,-1-1-1 0 0,1 1 1 0 0,0 0-1 0 0,0 0 1 0 0,0 0-1 0 0,0-1 1 0 0,-1 1-1 0 0,1 0 0 0 0,0 0 1 0 0,0 0-1 0 0,-1 0 1 0 0,1 0-1 0 0,0 0 1 0 0,0 0-1 0 0,-1-1 1 0 0,1 1-1 0 0,0 0 1 0 0,0 0-1 0 0,-1 0 0 0 0,1 0 1 0 0,0 0-1 0 0,0 0 1 0 0,-1 0-1 0 0,1 0 1 0 0,0 0-1 0 0,0 0 1 0 0,-1 0-1 0 0,1 1 0 0 0,0-1 1 0 0,0 0-1 0 0,-1 0 1 0 0,1 0-1 0 0,0 0 1 0 0,0 0-1 0 0,-1 0 1 0 0,1 1-1 0 0,0-1 1 0 0,0 0-1 0 0,0 0 0 0 0,-1 0 1 0 0,1 0-1 0 0,0 1 1 0 0,0-1-1 0 0,0 0 1 0 0,0 0-1 0 0,0 1 1 0 0,-1-1-1 0 0,1 0 0 0 0,-8 16 126 0 0,7-14-118 0 0,-16 35 453 0 0,-20 68 0 0 0,-3 42 418 0 0,33-120-733 0 0,1 0 69 0 0,1 1 0 0 0,1-1-1 0 0,0 48 1 0 0,6-67-206 0 0,2-12 17 0 0,2-11 73 0 0,1-11-105 0 0,-2 0-1 0 0,3-50 0 0 0,-6-55-454 0 0,-3 78 304 0 0,1 47 135 0 0,0 0-1 0 0,0 1 1 0 0,-1-1 0 0 0,0 1-1 0 0,0-1 1 0 0,0 0 0 0 0,-1 1-1 0 0,0 0 1 0 0,-2-6 0 0 0,4 10 20 0 0,0 1 0 0 0,0 0 0 0 0,-1-1 0 0 0,1 1 0 0 0,0-1 1 0 0,0 1-1 0 0,0 0 0 0 0,-1-1 0 0 0,1 1 0 0 0,0 0 0 0 0,-1-1 1 0 0,1 1-1 0 0,0 0 0 0 0,-1 0 0 0 0,1-1 0 0 0,0 1 1 0 0,-1 0-1 0 0,1 0 0 0 0,0-1 0 0 0,-1 1 0 0 0,1 0 0 0 0,-1 0 1 0 0,1 0-1 0 0,0 0 0 0 0,-1 0 0 0 0,1 0 0 0 0,-1 0 0 0 0,1 0 1 0 0,0 0-1 0 0,-1 0 0 0 0,0 0 0 0 0,0 0 9 0 0,1 1-1 0 0,-1-1 1 0 0,0 1 0 0 0,0-1-1 0 0,0 1 1 0 0,1-1 0 0 0,-1 1-1 0 0,0 0 1 0 0,1-1 0 0 0,-1 1-1 0 0,1 0 1 0 0,-1 0 0 0 0,0 1-1 0 0,-11 26 223 0 0,5 5-133 0 0,-2 2 210 0 0,-5 57 0 0 0,9 104 566 0 0,5-193-860 0 0,1 2-15 0 0,2-10 17 0 0,2-12 70 0 0,-3-34-258 0 0,-3 0 0 0 0,-2-1 1 0 0,-11-61-1 0 0,12 102 128 0 0,1 3 4 0 0,0 0 0 0 0,0 0 0 0 0,-1 0 0 0 0,0 0 0 0 0,-5-11 0 0 0,7 19 43 0 0,-1 0 0 0 0,1-1 0 0 0,0 1 0 0 0,0 0 1 0 0,0 0-1 0 0,0 0 0 0 0,0 0 0 0 0,0 0 0 0 0,-1 0 0 0 0,1 0 0 0 0,0 0 0 0 0,0-1 0 0 0,0 1 0 0 0,0 0 1 0 0,0 0-1 0 0,-1 0 0 0 0,1 0 0 0 0,0 0 0 0 0,0 0 0 0 0,0 0 0 0 0,0 0 0 0 0,0 0 0 0 0,-1 0 0 0 0,1 0 1 0 0,0 0-1 0 0,0 0 0 0 0,0 0 0 0 0,0 0 0 0 0,-1 0 0 0 0,1 0 0 0 0,0 0 0 0 0,0 1 0 0 0,0-1 0 0 0,0 0 1 0 0,0 0-1 0 0,-1 0 0 0 0,1 0 0 0 0,0 0 0 0 0,0 0 0 0 0,0 0 0 0 0,0 0 0 0 0,0 1 0 0 0,0-1 0 0 0,0 0 1 0 0,0 0-1 0 0,-1 0 0 0 0,1 0 0 0 0,0 0 0 0 0,0 1 0 0 0,0-1 0 0 0,0 0 0 0 0,0 0 0 0 0,0 0 0 0 0,-5 10-26 0 0,-38 202 746 0 0,32-148-456 0 0,-9 68 334 0 0,18-106-428 0 0,1 1 0 0 0,5 52 0 0 0,-1-68-128 0 0,1-19 52 0 0,0-21 41 0 0,-2-17-410 0 0,-2 0 0 0 0,-10-67-1 0 0,-28-89-590 0 0,36 194 834 0 0,1 2-4 0 0,-1-1 1 0 0,0 1-1 0 0,0-1 0 0 0,0 1 0 0 0,0 0 1 0 0,-1 0-1 0 0,0 0 0 0 0,-4-5 0 0 0,7 11 36 0 0,0-1 0 0 0,0 1 0 0 0,0 0-1 0 0,-1 0 1 0 0,1 0 0 0 0,0 0 0 0 0,0 0-1 0 0,0 0 1 0 0,0-1 0 0 0,0 1 0 0 0,0 0 0 0 0,0 0-1 0 0,-1 0 1 0 0,1 0 0 0 0,0 0 0 0 0,0 0-1 0 0,0 0 1 0 0,0 0 0 0 0,-1 0 0 0 0,1 0-1 0 0,0-1 1 0 0,0 1 0 0 0,0 0 0 0 0,0 0-1 0 0,0 0 1 0 0,-1 0 0 0 0,1 0 0 0 0,0 0 0 0 0,0 0-1 0 0,0 0 1 0 0,0 0 0 0 0,-1 0 0 0 0,1 1-1 0 0,0-1 1 0 0,0 0 0 0 0,0 0 0 0 0,0 0-1 0 0,-1 0 1 0 0,1 0 0 0 0,0 0 0 0 0,0 0 0 0 0,0 0-1 0 0,0 0 1 0 0,0 0 0 0 0,-1 1 0 0 0,-2 9-24 0 0,1 12-12 0 0,5 68 737 0 0,27 174-1 0 0,-25-239-605 0 0,-3-9-11 0 0,0-1 1 0 0,2 1-1 0 0,0 0 0 0 0,8 17 1 0 0,-12-33-85 0 0,0 0 1 0 0,0 1 0 0 0,0-1-1 0 0,0 0 1 0 0,0 0-1 0 0,0 1 1 0 0,0-1 0 0 0,0 0-1 0 0,1 0 1 0 0,-1 1 0 0 0,0-1-1 0 0,0 0 1 0 0,0 0-1 0 0,0 1 1 0 0,1-1 0 0 0,-1 0-1 0 0,0 0 1 0 0,0 0-1 0 0,1 0 1 0 0,-1 1 0 0 0,0-1-1 0 0,0 0 1 0 0,1 0-1 0 0,-1 0 1 0 0,0 0 0 0 0,1 0-1 0 0,-1 0 1 0 0,0 0-1 0 0,0 0 1 0 0,1 1 0 0 0,-1-1-1 0 0,1 0 1 0 0,5-8 48 0 0,1-17 71 0 0,-7 24-112 0 0,7-39-188 0 0,-2 0 1 0 0,-1-1-1 0 0,-3 1 1 0 0,-1-1 0 0 0,-7-54-1 0 0,-10-15-271 0 0,14 95 362 0 0,-1 1 0 0 0,0-1 0 0 0,-1 1 0 0 0,-1 0 1 0 0,-9-17-1 0 0,14 30 88 0 0,0-1 1 0 0,1 1-1 0 0,-1 0 0 0 0,0 0 1 0 0,0 0-1 0 0,1-1 1 0 0,-1 1-1 0 0,0 0 1 0 0,0 0-1 0 0,0 0 1 0 0,-1 0-1 0 0,1 0 1 0 0,0 1-1 0 0,0-1 1 0 0,0 0-1 0 0,-1 1 1 0 0,1-1-1 0 0,0 0 1 0 0,-1 1-1 0 0,1 0 0 0 0,-1-1 1 0 0,1 1-1 0 0,0 0 1 0 0,-1-1-1 0 0,-1 1 1 0 0,1 1 9 0 0,1-1 0 0 0,-1 1 0 0 0,1 0 0 0 0,-1-1-1 0 0,1 1 1 0 0,0 0 0 0 0,-1 0 0 0 0,1 0 0 0 0,0 0 0 0 0,0 0 0 0 0,0 0 0 0 0,0 0 0 0 0,0 0 0 0 0,0 0 0 0 0,0 1 0 0 0,0-1 0 0 0,0 0-1 0 0,0 1 1 0 0,1-1 0 0 0,-1 1 0 0 0,0-1 0 0 0,0 3 0 0 0,-4 15 100 0 0,0 0 1 0 0,1 0-1 0 0,-3 28 1 0 0,2 62 346 0 0,3-52-225 0 0,1 88 298 0 0,2-119-376 0 0,2 0 0 0 0,1 0 1 0 0,11 38-1 0 0,-15-63-148 0 0,0 0 0 0 0,0-1 0 0 0,0 1 0 0 0,0 0 0 0 0,1 0 0 0 0,-1 0 0 0 0,0-1 0 0 0,1 1 0 0 0,-1 0 0 0 0,0-1 0 0 0,1 1 0 0 0,-1 0 0 0 0,1-1 0 0 0,-1 1 0 0 0,1 0 0 0 0,0 0 0 0 0,0-1-2 0 0,-1 0 0 0 0,0-1-1 0 0,1 1 1 0 0,-1 0 0 0 0,0 0 0 0 0,0-1-1 0 0,1 1 1 0 0,-1 0 0 0 0,0 0 0 0 0,0-1-1 0 0,0 1 1 0 0,1 0 0 0 0,-1-1-1 0 0,0 1 1 0 0,0 0 0 0 0,0-1 0 0 0,0 1-1 0 0,0 0 1 0 0,0-1 0 0 0,0 1-1 0 0,1 0 1 0 0,-1-1 0 0 0,0 0 0 0 0,2-29 90 0 0,-2 11-200 0 0,-2-1 0 0 0,0 1 0 0 0,-9-30-1 0 0,-21-56-420 0 0,25 83 458 0 0,-1 0-90 0 0,-1 1-1 0 0,-2 0 1 0 0,-20-32-1 0 0,31 51 150 0 0,-1 0 0 0 0,0 1 0 0 0,0 0 0 0 0,-1-1 0 0 0,1 1 0 0 0,0-1 0 0 0,0 1 0 0 0,-1 0 0 0 0,1 0 0 0 0,0 0 0 0 0,-1 0 0 0 0,1 0 0 0 0,-1 0 0 0 0,0 0 0 0 0,1 0 0 0 0,-4 0 0 0 0,4 1 16 0 0,0 0-1 0 0,0 0 0 0 0,1 0 0 0 0,-1 0 0 0 0,0 0 0 0 0,0 1 1 0 0,0-1-1 0 0,1 0 0 0 0,-1 1 0 0 0,0-1 0 0 0,0 0 0 0 0,1 1 1 0 0,-1-1-1 0 0,0 1 0 0 0,1-1 0 0 0,-1 1 0 0 0,0 0 0 0 0,1-1 1 0 0,-1 1-1 0 0,1-1 0 0 0,-1 1 0 0 0,1 0 0 0 0,-1 0 0 0 0,1-1 1 0 0,0 1-1 0 0,-1 0 0 0 0,1 0 0 0 0,0 0 0 0 0,0-1 0 0 0,-1 1 1 0 0,1 0-1 0 0,0 0 0 0 0,0 0 0 0 0,0 1 0 0 0,-7 43 316 0 0,-2 77 0 0 0,6-49-29 0 0,-2-15-80 0 0,0-16-13 0 0,3 1 0 0 0,3 55 0 0 0,4-69-81 0 0,-5-27-109 0 0,0-1 0 0 0,0 1 1 0 0,1-1-1 0 0,-1 1 1 0 0,1-1-1 0 0,-1 0 0 0 0,1 1 1 0 0,-1-1-1 0 0,1 0 1 0 0,0 0-1 0 0,0 0 0 0 0,0 1 1 0 0,0-1-1 0 0,0 0 1 0 0,0 0-1 0 0,0 0 0 0 0,1 1 1 0 0,-1-2-4 0 0,-1 0 0 0 0,1 0 1 0 0,-1 0-1 0 0,1 0 0 0 0,-1 0 0 0 0,1 0 1 0 0,0 0-1 0 0,-1 0 0 0 0,1 0 0 0 0,-1 0 0 0 0,1-1 1 0 0,-1 1-1 0 0,0 0 0 0 0,1 0 0 0 0,-1-1 1 0 0,1 1-1 0 0,-1 0 0 0 0,1-1 0 0 0,-1 1 1 0 0,0 0-1 0 0,1-1 0 0 0,-1 1 0 0 0,1 0 0 0 0,-1-1 1 0 0,0 1-1 0 0,0-1 0 0 0,1 1 0 0 0,-1-1 1 0 0,0 1-1 0 0,0-1 0 0 0,1 1 0 0 0,-1-1 1 0 0,0 1-1 0 0,0-1 0 0 0,6-21 34 0 0,-5 18-27 0 0,2-13-120 0 0,0-1 0 0 0,-1-1-1 0 0,-1 1 1 0 0,-1 0 0 0 0,-1 0 0 0 0,-4-28 0 0 0,-4-1-260 0 0,-18-58 1 0 0,20 83 190 0 0,-2 1 0 0 0,-14-26 0 0 0,3 8 28 0 0,16 31 80 0 0,0 0 0 0 0,-1 0 0 0 0,0 0 1 0 0,0 1-1 0 0,-1 0 0 0 0,-7-8 0 0 0,13 17 79 0 0,-1-1 0 0 0,1 1-1 0 0,0 0 1 0 0,0 0 0 0 0,0-1-1 0 0,0 1 1 0 0,0 0 0 0 0,0 0 0 0 0,0-1-1 0 0,1 4 1 0 0,9 55 169 0 0,-2-7 202 0 0,19 69 0 0 0,-26-120-366 0 0,-1 0 0 0 0,1 1 0 0 0,0-1 0 0 0,0 0 1 0 0,0 0-1 0 0,0 0 0 0 0,1 0 0 0 0,-1 0 1 0 0,1 0-1 0 0,-1 0 0 0 0,1-1 0 0 0,1 3 1 0 0,-2-4-12 0 0,-1 1 0 0 0,1-1 0 0 0,-1 0 0 0 0,1 0 0 0 0,-1 0 0 0 0,1 1 0 0 0,-1-1 0 0 0,1 0 0 0 0,-1 0 0 0 0,1 0 0 0 0,-1 0 0 0 0,1 0 0 0 0,-1 0 0 0 0,1 0 0 0 0,-1 0 0 0 0,1 0 0 0 0,-1 0 1 0 0,1 0-1 0 0,-1 0 0 0 0,1 0 0 0 0,-1 0 0 0 0,1-1 0 0 0,1 0 2 0 0,-1 1 0 0 0,0-1 1 0 0,0 0-1 0 0,0 0 0 0 0,0 0 1 0 0,0 0-1 0 0,0 0 0 0 0,-1 0 1 0 0,1 0-1 0 0,0 0 0 0 0,0-1 1 0 0,0-1-1 0 0,4-7-25 0 0,-1 0 1 0 0,-1-1 0 0 0,0 1-1 0 0,0-1 1 0 0,-1 0-1 0 0,0 0 1 0 0,0-11-1 0 0,-2-82-464 0 0,-1 85 424 0 0,0-18-96 0 0,-4-223-937 0 0,4 258 1082 0 0,1 0-1 0 0,0-1 1 0 0,1 1 0 0 0,-1 0 0 0 0,0 0 0 0 0,0 0-1 0 0,1 0 1 0 0,0 0 0 0 0,-1 0 0 0 0,1 0-1 0 0,0 0 1 0 0,1-3 0 0 0,-2 5 7 0 0,1 0 0 0 0,-1 0-1 0 0,0-1 1 0 0,1 1 0 0 0,-1 0 0 0 0,0-1-1 0 0,1 1 1 0 0,-1 0 0 0 0,0 0 0 0 0,1 0-1 0 0,-1 0 1 0 0,1-1 0 0 0,-1 1 0 0 0,0 0-1 0 0,1 0 1 0 0,-1 0 0 0 0,1 0 0 0 0,-1 0-1 0 0,0 0 1 0 0,1 0 0 0 0,-1 0 0 0 0,1 0 0 0 0,0 0-1 0 0,0 1 5 0 0,0-1 0 0 0,1 0 0 0 0,-1 1-1 0 0,0 0 1 0 0,1-1 0 0 0,-1 1 0 0 0,0 0 0 0 0,0 0 0 0 0,0 0-1 0 0,2 1 1 0 0,8 10 120 0 0,1 0 0 0 0,9 15 1 0 0,16 17 226 0 0,-29-36-323 0 0,1 1 87 0 0,0 0 0 0 0,18 12-1 0 0,-24-18-88 0 0,1-1 0 0 0,0 0 0 0 0,-1 0 0 0 0,1 0 0 0 0,0-1 0 0 0,0 1 0 0 0,0-1 0 0 0,1 0 0 0 0,-1 0 0 0 0,0 0 0 0 0,9-1 0 0 0,-12 1-18 0 0,0-1 0 0 0,0 0 0 0 0,-1 1 0 0 0,1-1 0 0 0,0 0 0 0 0,0 1 0 0 0,0-1 1 0 0,0 1-1 0 0,0-1 0 0 0,0 1 0 0 0,-1 0 0 0 0,1-1 0 0 0,0 1 0 0 0,0 0 0 0 0,-1 0 0 0 0,1-1 0 0 0,-1 1 0 0 0,1 0 0 0 0,-1 0 0 0 0,1 0 0 0 0,-1 0 0 0 0,1 0 0 0 0,-1 0 0 0 0,0 0 0 0 0,1-1 0 0 0,-1 1 0 0 0,0 0 0 0 0,0 0 0 0 0,0 0 0 0 0,0 0 0 0 0,0 2 0 0 0,0 34 148 0 0,-3-6 24 0 0,-4 19 183 0 0,3 1 0 0 0,4 99 0 0 0,6-97 67 0 0,26 105 0 0 0,-23-126-240 0 0,2-1 0 0 0,2 0 1 0 0,0 0-1 0 0,26 40 1 0 0,-30-56-114 0 0,0 0 67 0 0,0 0-1 0 0,13 14 1 0 0,-22-29-142 0 0,0 0 1 0 0,0 1 0 0 0,1-1-1 0 0,-1 0 1 0 0,0 0 0 0 0,0 1-1 0 0,0-1 1 0 0,0 0 0 0 0,1 0 0 0 0,-1 0-1 0 0,0 1 1 0 0,0-1 0 0 0,0 0-1 0 0,1 0 1 0 0,-1 0 0 0 0,0 0-1 0 0,0 0 1 0 0,1 1 0 0 0,-1-1-1 0 0,0 0 1 0 0,1 0 0 0 0,-1 0-1 0 0,0 0 1 0 0,0 0 0 0 0,1 0-1 0 0,-1 0 1 0 0,0 0 0 0 0,1 0-1 0 0,-1 0 1 0 0,0 0 0 0 0,0 0 0 0 0,1 0-1 0 0,-1 0 1 0 0,1 0 0 0 0,2-10 100 0 0,-4-12 67 0 0,1 19-165 0 0,-1 0-1 0 0,1 1 1 0 0,-1-1 0 0 0,0 1 0 0 0,0-1 0 0 0,0 1 0 0 0,0 0 0 0 0,-1-1 0 0 0,1 1 0 0 0,-1 0-1 0 0,1 0 1 0 0,-1 0 0 0 0,0 0 0 0 0,0 0 0 0 0,-2-2 0 0 0,3 3-2 0 0,0 0 0 0 0,-1 1 0 0 0,1-1 1 0 0,0 0-1 0 0,0 0 0 0 0,0 1 0 0 0,-1-1 0 0 0,1 1 1 0 0,0-1-1 0 0,-1 1 0 0 0,1 0 0 0 0,0-1 0 0 0,-1 1 0 0 0,1 0 1 0 0,0 0-1 0 0,-1 0 0 0 0,1 0 0 0 0,-1 0 0 0 0,1 0 0 0 0,0 0 1 0 0,-1 1-1 0 0,1-1 0 0 0,0 1 0 0 0,-1-1 0 0 0,1 0 1 0 0,0 1-1 0 0,0 0 0 0 0,-1-1 0 0 0,1 1 0 0 0,-1 1 0 0 0,-3 2 12 0 0,1 0-1 0 0,-1 1 1 0 0,1-1-1 0 0,1 1 1 0 0,-1 0 0 0 0,0 0-1 0 0,-2 7 1 0 0,-19 42 134 0 0,19-40-122 0 0,-104 268 539 0 0,89-224-458 0 0,16-45-69 0 0,-4 10 26 0 0,1 0 0 0 0,1 0 0 0 0,-4 27 1 0 0,12-44-50 0 0,3-10 18 0 0,3-13 22 0 0,26-97-1074 0 0,18-125 1 0 0,-43 197 735 0 0,-2 12 29 0 0,-2-1 0 0 0,2-36-1 0 0,-8 55 184 0 0,2 12 70 0 0,0 0 0 0 0,-1 0 0 0 0,1 0-1 0 0,0 0 1 0 0,0 0 0 0 0,0 0-1 0 0,0 0 1 0 0,0 0 0 0 0,0 0-1 0 0,-1 0 1 0 0,1 0 0 0 0,0 0-1 0 0,0 0 1 0 0,0 0 0 0 0,0 0-1 0 0,0 0 1 0 0,-1 0 0 0 0,1 0-1 0 0,0 0 1 0 0,0 0 0 0 0,0 0-1 0 0,0 0 1 0 0,0 0 0 0 0,0 0-1 0 0,0 0 1 0 0,-1 0 0 0 0,1 1-1 0 0,0-1 1 0 0,0 0 0 0 0,0 0-1 0 0,0 0 1 0 0,0 0 0 0 0,0 0-1 0 0,0 0 1 0 0,0 0 0 0 0,0 0-1 0 0,0 1 1 0 0,-1-1 0 0 0,1 0 0 0 0,0 0-1 0 0,0 0 1 0 0,-9 22-94 0 0,-47 184 703 0 0,7-18-83 0 0,-125 285 841 0 0,250-683-2277 0 0,-71 198 801 0 0,-2 5 63 0 0,0 0 1 0 0,-1 0-1 0 0,0 0 0 0 0,0 0 1 0 0,0-1-1 0 0,0-7 0 0 0,-2 15 48 0 0,0 0 0 0 0,1-1-1 0 0,-1 1 1 0 0,0 0-1 0 0,0-1 1 0 0,0 1 0 0 0,0 0-1 0 0,0-1 1 0 0,0 1-1 0 0,0 0 1 0 0,0-1 0 0 0,0 1-1 0 0,0 0 1 0 0,0-1-1 0 0,0 1 1 0 0,0 0-1 0 0,0-1 1 0 0,-1 1 0 0 0,1 0-1 0 0,0-1 1 0 0,0 1-1 0 0,0 0 1 0 0,0-1 0 0 0,-1 1-1 0 0,1 0 1 0 0,0 0-1 0 0,0-1 1 0 0,-1 1 0 0 0,1 0-1 0 0,0 0 1 0 0,0 0-1 0 0,-1-1 1 0 0,1 1 0 0 0,0 0-1 0 0,0 0 1 0 0,-1 0-1 0 0,1 0 1 0 0,0-1 0 0 0,-1 1-1 0 0,1 0 1 0 0,0 0-1 0 0,-1 0 1 0 0,1 0 0 0 0,0 0-1 0 0,-1 0 1 0 0,1 0-1 0 0,0 0 1 0 0,-1 0 0 0 0,1 0-1 0 0,0 0 1 0 0,-1 0-1 0 0,1 0 1 0 0,0 0 0 0 0,-1 1-1 0 0,1-1 1 0 0,0 0-1 0 0,-1 0 1 0 0,1 0 0 0 0,0 0-1 0 0,-1 1 1 0 0,1-1-1 0 0,0 0 1 0 0,-1 1 0 0 0,-18 16-63 0 0,-14 26 254 0 0,1 2-1 0 0,-37 69 0 0 0,32-51-31 0 0,19-33-75 0 0,-56 101 290 0 0,73-130-372 0 0,-1 4 15 0 0,-1 0 1 0 0,1 1-1 0 0,-1-1 0 0 0,1 0 0 0 0,1 1 0 0 0,-3 10 0 0 0,4-16-15 0 0,0 0-1 0 0,0 0 1 0 0,0 0-1 0 0,0 1 1 0 0,0-1-1 0 0,0 0 0 0 0,0 0 1 0 0,0 0-1 0 0,0 0 1 0 0,0 0-1 0 0,0 0 1 0 0,0 1-1 0 0,0-1 1 0 0,0 0-1 0 0,0 0 1 0 0,1 0-1 0 0,-1 0 1 0 0,0 0-1 0 0,0 0 1 0 0,0 0-1 0 0,0 1 1 0 0,0-1-1 0 0,0 0 1 0 0,0 0-1 0 0,0 0 1 0 0,0 0-1 0 0,0 0 1 0 0,1 0-1 0 0,-1 0 1 0 0,0 0-1 0 0,0 0 1 0 0,0 0-1 0 0,0 0 1 0 0,0 0-1 0 0,0 0 1 0 0,0 1-1 0 0,1-1 1 0 0,-1 0-1 0 0,0 0 1 0 0,0 0-1 0 0,0 0 1 0 0,0 0-1 0 0,0 0 1 0 0,0 0-1 0 0,1 0 1 0 0,-1-1-1 0 0,8-3 36 0 0,9-10 22 0 0,-15 12-55 0 0,34-36-58 0 0,-45 50 124 0 0,1 0 0 0 0,-11 20-1 0 0,12-20-29 0 0,-40 66 249 0 0,-82 104 0 0 0,126-178-276 0 0,-13 15 50 0 0,14-17-32 0 0,8-13-9 0 0,134-183-1375 0 0,-116 161 1130 0 0,-13 13 66 0 0,-12 15 157 0 0,-9 11-34 0 0,-28 32 141 0 0,-59 77 0 0 0,29-32 151 0 0,32-41-138 0 0,10-10 40 0 0,-39 36 0 0 0,102-105-74 0 0,-17 15-19 0 0,26-21 1 0 0,-12 17-434 0 0,37-40-1 0 0,-67 58 235 0 0,-10 10 138 0 0,-12 8 76 0 0,-245 180 608 0 0,173-143-503 0 0,84-46-148 0 0,8-5-10 0 0,7-8 0 0 0,52-45 204 0 0,15-17 49 0 0,-72 68-218 0 0,-10 7-36 0 0,-8 6-11 0 0,-114 67 335 0 0,123-72-260 0 0,11-7-43 0 0,14-5-29 0 0,-15 8 18 0 0,-5 1-35 0 0,1 1 0 0 0,0-1 0 0 0,0 1 0 0 0,0-1 0 0 0,0 1 0 0 0,0-1 0 0 0,0 1 0 0 0,0 0 0 0 0,0 0 0 0 0,0-1 0 0 0,0 1 0 0 0,0 0 0 0 0,0 0 0 0 0,0 0 0 0 0,0 0 0 0 0,0 0 0 0 0,1 0 0 0 0,-1 0 0 0 0,0 1 0 0 0,1-1 0 0 0,-18 19 61 0 0,7-12-3 0 0,8-6-58 0 0,-1-1 0 0 0,1 1 0 0 0,0 0 0 0 0,0 0 0 0 0,-1 0 0 0 0,1 0 0 0 0,0 0 0 0 0,0 0-1 0 0,0 1 1 0 0,0-1 0 0 0,0 0 0 0 0,0 0 0 0 0,-1 2 0 0 0,2-2 2 0 0,0 0-1 0 0,0-1 1 0 0,0 1 0 0 0,-1-1 0 0 0,1 1-1 0 0,0 0 1 0 0,0-1 0 0 0,-1 1 0 0 0,1-1-1 0 0,-1 1 1 0 0,1-1 0 0 0,0 1 0 0 0,-1-1-1 0 0,1 1 1 0 0,-1-1 0 0 0,1 1 0 0 0,-1-1-1 0 0,1 0 1 0 0,-2 1 0 0 0,-6 6 15 0 0,-20 18 76 0 0,24-22-90 0 0,3-2-3 0 0,1 0-1 0 0,-1-1 1 0 0,1 1 0 0 0,-1-1 0 0 0,0 1 0 0 0,1-1 0 0 0,-1 1 0 0 0,0-1 0 0 0,0 1 0 0 0,1-1 0 0 0,-1 0 0 0 0,0 0 0 0 0,0 1 0 0 0,1-1 0 0 0,-1 0 0 0 0,0 0 0 0 0,0 0 0 0 0,0 0 0 0 0,1 0-1 0 0,-1 0 1 0 0,-1 0 0 0 0,-5 1 17 0 0,1 1 0 0 0,0-1 0 0 0,0 1 0 0 0,0 0 0 0 0,0 1 0 0 0,0-1 0 0 0,0 1 0 0 0,1 0 0 0 0,-1 1 0 0 0,-6 5 0 0 0,-5 2 9 0 0,0 0 64 0 0,1 1-1 0 0,-26 25 1 0 0,24-22-63 0 0,6-3-11 0 0,6-6 8 0 0,0 0 0 0 0,-1-1-1 0 0,0 0 1 0 0,0 0 0 0 0,-9 5 0 0 0,-5-1 18 0 0,16-7-30 0 0,0 0 0 0 0,1 0 0 0 0,-1 0 1 0 0,1 1-1 0 0,0-1 0 0 0,0 1 0 0 0,-5 4 1 0 0,-4 3 49 0 0,0-1 0 0 0,0 0 0 0 0,-20 9 0 0 0,2 0 3 0 0,-38 22 170 0 0,64-37-222 0 0,-1 1 1 0 0,1-1 0 0 0,-1-1 0 0 0,0 1-1 0 0,0-1 1 0 0,0 0 0 0 0,0 0 0 0 0,-1-1 0 0 0,1 0-1 0 0,0 0 1 0 0,-10 0 0 0 0,9 0 2 0 0,0 1 0 0 0,1-1 0 0 0,-1 1 0 0 0,1 0 0 0 0,0 0 0 0 0,0 1 0 0 0,0 0 0 0 0,0 0 0 0 0,-10 7 0 0 0,-16 8 58 0 0,17-11-15 0 0,0-1-1 0 0,-22 6 1 0 0,33-12-60 0 0,0 1 0 0 0,0-1 0 0 0,-1 0 0 0 0,1 0 0 0 0,0-1 0 0 0,0 1 0 0 0,1-1 0 0 0,-1 0 0 0 0,0 0 0 0 0,0 0 0 0 0,0-1 0 0 0,0 1 0 0 0,-4-4 0 0 0,-2 0 0 0 0,1-1 0 0 0,0 0-1 0 0,-16-13 1 0 0,20 13-42 0 0,0 1 1 0 0,0-1-1 0 0,1 0 0 0 0,0 0 1 0 0,0 0-1 0 0,0-1 0 0 0,1 0 1 0 0,0 1-1 0 0,-4-12 0 0 0,2 2-71 0 0,1 0-1 0 0,1-1 0 0 0,-2-18 1 0 0,-5-89-955 0 0,8 40 514 0 0,11-66-580 0 0,0 52 374 0 0,-3 46 417 0 0,5-34-367 0 0,-7 64 407 0 0,8-32 1 0 0,-6 32-16 0 0,3-29 0 0 0,-5 30 93 0 0,0-1-1 0 0,2 1 0 0 0,8-22 0 0 0,0 0-185 0 0,5 0 27 0 0,1-13-431 0 0,2 2-1 0 0,55-99 1 0 0,-39 75 553 0 0,-23 46 127 0 0,21-37 0 0 0,60-81-166 0 0,49-38 494 0 0,-122 160-347 0 0,35-35 87 0 0,-10 14 502 0 0,-26 27-272 0 0,35-28 0 0 0,-15 14-379 0 0,149-118 1312 0 0,-128 107-638 0 0,-43 32-369 0 0,-13 11-19 0 0,0-1 1 0 0,0-1-1 0 0,9-8 0 0 0,-12 10-22 0 0,0 0 1 0 0,1 1-1 0 0,-1 0 0 0 0,1 0 1 0 0,0 0-1 0 0,7-3 0 0 0,-6 3 6 0 0,0 0-1 0 0,0-1 0 0 0,11-8 1 0 0,7-10 47 0 0,2 1 1 0 0,1 1-1 0 0,0 1 0 0 0,2 2 1 0 0,0 1-1 0 0,39-16 0 0 0,65-30 626 0 0,-5-10-92 0 0,-254 142 0 0 0,2 12-36 0 0,-9 5-13 0 0,54-38-249 0 0,-34 34 315 0 0,50-29-359 0 0,-21 17 138 0 0,-103 62 507 0 0,133-96-492 0 0,-60 55-1 0 0,23-14-46 0 0,-55 51 351 0 0,130-111-751 0 0,0 1 0 0 0,-16 27 0 0 0,-32 46 0 0 0,-18 27 0 0 0,64-90 0 0 0,9-17 0 0 0,2 1 0 0 0,-8 14 0 0 0,8-10 0 0 0,18-40-214 0 0,12-36 1 0 0,6-14-218 0 0,2 11-468 0 0,2 1 0 0 0,78-106 0 0 0,-88 136 660 0 0,150-183-1890 0 0,-41 74 664 0 0,-98 107 843 0 0,78-57 0 0 0,117-55 856 0 0,-180 114-239 0 0,5-3-190 0 0,-20 11 347 0 0,2 2-1 0 0,1 1 1 0 0,56-23-1 0 0,-85 41-119 0 0,0 0-1 0 0,0 0 1 0 0,0 1-1 0 0,0 0 0 0 0,0 1 1 0 0,0-1-1 0 0,1 2 1 0 0,10 0-1 0 0,-16-1-18 0 0,0 1 0 0 0,0-1 0 0 0,0 1 0 0 0,0 0 0 0 0,0-1 0 0 0,0 1 0 0 0,0 1 0 0 0,0-1 0 0 0,0 0 0 0 0,0 1 0 0 0,-1-1 0 0 0,1 1 0 0 0,0 0 0 0 0,-1 0 0 0 0,0 0 0 0 0,1 0 0 0 0,-1 0 0 0 0,0 1 0 0 0,0-1 0 0 0,0 1 0 0 0,0-1 0 0 0,-1 1 0 0 0,1 0 0 0 0,1 3 0 0 0,-2 0 13 0 0,-1 1 0 0 0,1-1-1 0 0,-1 1 1 0 0,0-1 0 0 0,-1 1-1 0 0,0-1 1 0 0,0 1 0 0 0,0-1-1 0 0,0 0 1 0 0,-1 1 0 0 0,-4 7-1 0 0,-4 24 174 0 0,7-22-136 0 0,-3 16 113 0 0,1 0 0 0 0,2 1 0 0 0,1 61 0 0 0,4-73-82 0 0,6 24 0 0 0,-8-45-92 0 0,0 0-1 0 0,0 1 1 0 0,0-1-1 0 0,0 0 1 0 0,0 1-1 0 0,0-1 0 0 0,0 1 1 0 0,1-1-1 0 0,-1 0 1 0 0,0 1-1 0 0,0-1 1 0 0,0 0-1 0 0,0 1 1 0 0,1-1-1 0 0,-1 0 0 0 0,0 1 1 0 0,0-1-1 0 0,0 0 1 0 0,1 0-1 0 0,-1 1 1 0 0,0-1-1 0 0,1 0 0 0 0,-1 0 1 0 0,0 1-1 0 0,1-1 1 0 0,-1 0-1 0 0,0 0 1 0 0,1 0-1 0 0,-1 0 1 0 0,0 1-1 0 0,1-1 0 0 0,10-7 105 0 0,4-16 90 0 0,65-147-1056 0 0,-33 65 124 0 0,-45 101 711 0 0,0-1 0 0 0,1 1 0 0 0,0-1 0 0 0,0 1 0 0 0,0 0 0 0 0,4-4 0 0 0,-4 8-65 0 0,-1 6 93 0 0,-2 10 74 0 0,0-12-85 0 0,2 48 231 0 0,2 0 0 0 0,13 67-1 0 0,34 101 516 0 0,-14-69-271 0 0,-32-126-380 0 0,-1-3 18 0 0,1 0 1 0 0,1 0-1 0 0,1 0 1 0 0,14 29-1 0 0,-20-50-102 0 0,-1 0-1 0 0,1 0 1 0 0,-1 0 0 0 0,0 0 0 0 0,1 0 0 0 0,0-1-1 0 0,-1 1 1 0 0,1 0 0 0 0,-1 0 0 0 0,1-1-1 0 0,0 1 1 0 0,0 0 0 0 0,-1-1 0 0 0,1 1 0 0 0,0-1-1 0 0,0 1 1 0 0,0-1 0 0 0,0 1 0 0 0,-1-1-1 0 0,1 1 1 0 0,1-1 0 0 0,-1 0 0 0 0,0 0 0 0 0,0 0 0 0 0,-1-1 1 0 0,1 1-1 0 0,0 0 0 0 0,-1 0 0 0 0,1-1 0 0 0,0 1 0 0 0,-1-1 0 0 0,1 1 1 0 0,-1-1-1 0 0,1 1 0 0 0,-1-1 0 0 0,1 1 0 0 0,-1-1 0 0 0,1 1 0 0 0,-1-1 0 0 0,1 1 1 0 0,-1-1-1 0 0,0 0 0 0 0,1 0 0 0 0,2-7 31 0 0,0 1 1 0 0,0-1-1 0 0,2-14 0 0 0,-4 20-26 0 0,64-249-1439 0 0,-63 243 1351 0 0,-1 5 48 0 0,0-1 1 0 0,0 0-1 0 0,0 0 0 0 0,0 0 1 0 0,0 0-1 0 0,-1 0 1 0 0,0 0-1 0 0,0 0 0 0 0,0 0 1 0 0,-1-5-1 0 0,1 9 30 0 0,0-1 0 0 0,0 1-1 0 0,0 0 1 0 0,0 0 0 0 0,0 0-1 0 0,-1 0 1 0 0,1 0 0 0 0,0-1-1 0 0,0 1 1 0 0,0 0 0 0 0,0 0 0 0 0,0 0-1 0 0,0 0 1 0 0,0 0 0 0 0,-1 0-1 0 0,1 0 1 0 0,0 0 0 0 0,0 0-1 0 0,0-1 1 0 0,0 1 0 0 0,-1 0-1 0 0,1 0 1 0 0,0 0 0 0 0,0 0 0 0 0,0 0-1 0 0,0 0 1 0 0,0 0 0 0 0,-1 0-1 0 0,1 0 1 0 0,0 0 0 0 0,0 0-1 0 0,0 0 1 0 0,0 0 0 0 0,-1 0 0 0 0,1 1-1 0 0,0-1 1 0 0,0 0 0 0 0,0 0-1 0 0,0 0 1 0 0,0 0 0 0 0,-1 0-1 0 0,1 0 1 0 0,0 0 0 0 0,0 0-1 0 0,0 0 1 0 0,0 1 0 0 0,0-1 0 0 0,-7 7-5 0 0,5-5 22 0 0,-11 16 70 0 0,0 0 0 0 0,1 1 0 0 0,1 1-1 0 0,-15 39 1 0 0,7-19 52 0 0,-179 359 1034 0 0,-33-18 21 0 0,229-378-1184 0 0,-3 5 31 0 0,-1 1-1 0 0,-1-1 0 0 0,1 0 1 0 0,-1-1-1 0 0,-12 10 0 0 0,19-17-35 0 0,-1 1 0 0 0,1-1-1 0 0,0 0 1 0 0,-1 1 0 0 0,1-1-1 0 0,0 0 1 0 0,-1 1 0 0 0,1-1-1 0 0,-1 0 1 0 0,1 0 0 0 0,-1 0 0 0 0,1 1-1 0 0,-1-1 1 0 0,1 0 0 0 0,-1 0-1 0 0,1 0 1 0 0,-1 0 0 0 0,1 0-1 0 0,-1 0 1 0 0,1 0 0 0 0,-1 0-1 0 0,1 0 1 0 0,0 0 0 0 0,-1 0 0 0 0,1 0-1 0 0,-1 0 1 0 0,1 0 0 0 0,-1-1-1 0 0,1 1 1 0 0,-1 0 0 0 0,0-1 1 0 0,0 0 1 0 0,1 0 0 0 0,-1 1 0 0 0,1-1 0 0 0,0 0-1 0 0,-1 0 1 0 0,1 0 0 0 0,0 0 0 0 0,-1 0 0 0 0,1 0-1 0 0,0 0 1 0 0,0 0 0 0 0,0 0 0 0 0,0-1 0 0 0,3-39-79 0 0,-3 39 48 0 0,11-59-674 0 0,32-99 1 0 0,34-55-645 0 0,-59 172 1023 0 0,24-75-474 0 0,-39 103 709 0 0,-3 15 84 0 0,0 0-1 0 0,0 0 0 0 0,0 0 1 0 0,0-1-1 0 0,0 1 1 0 0,0 0-1 0 0,0 0 0 0 0,0 0 1 0 0,0 0-1 0 0,0 0 0 0 0,-1 0 1 0 0,1 0-1 0 0,0 0 0 0 0,0 0 1 0 0,0 0-1 0 0,0-1 1 0 0,0 1-1 0 0,0 0 0 0 0,0 0 1 0 0,0 0-1 0 0,0 0 0 0 0,0 0 1 0 0,0 0-1 0 0,0 0 0 0 0,0 0 1 0 0,-1 0-1 0 0,1 0 1 0 0,0 0-1 0 0,0 0 0 0 0,0 0 1 0 0,0 0-1 0 0,0 0 0 0 0,0 0 1 0 0,0 0-1 0 0,0 0 0 0 0,0 0 1 0 0,-1 0-1 0 0,1 0 1 0 0,0 0-1 0 0,0 0 0 0 0,0 0 1 0 0,0 0-1 0 0,0 0 0 0 0,0 0 1 0 0,0 0-1 0 0,0 0 0 0 0,0 0 1 0 0,0 0-1 0 0,-1 0 1 0 0,1 0-1 0 0,0 0 0 0 0,0 0 1 0 0,0 0-1 0 0,0 1 0 0 0,0-1 1 0 0,0 0-1 0 0,0 0 0 0 0,0 0 1 0 0,-17 21-3 0 0,-82 145 640 0 0,60-96-408 0 0,-361 557 2044 0 0,361-579-2060 0 0,23-29-87 0 0,1 0 1 0 0,-16 27-1 0 0,87-108-91 0 0,-27 27-304 0 0,66-75-594 0 0,-77 91 637 0 0,1 1 1 0 0,1 1-1 0 0,32-22 1 0 0,-47 36 236 0 0,-1 1 0 0 0,1-1 0 0 0,0 1 1 0 0,8-3-1 0 0,-12 5-8 0 0,-1-1 0 0 0,1 1 0 0 0,0 0-1 0 0,-1 0 1 0 0,1-1 0 0 0,0 1 0 0 0,-1 0 0 0 0,1 0 0 0 0,0 0 0 0 0,-1 0 0 0 0,1 0 0 0 0,0 0 0 0 0,-1 0 0 0 0,1 0-1 0 0,0 0 1 0 0,-1 0 0 0 0,1 0 0 0 0,0 1 0 0 0,-1-1 0 0 0,1 0 0 0 0,0 0 0 0 0,-1 1 0 0 0,1-1 0 0 0,-1 0 0 0 0,1 1-1 0 0,-1-1 1 0 0,1 0 0 0 0,0 1 0 0 0,-1-1 0 0 0,1 1 0 0 0,-1-1 0 0 0,0 1 0 0 0,1-1 0 0 0,-1 1 0 0 0,1 0 0 0 0,-1-1-1 0 0,0 1 1 0 0,0-1 0 0 0,1 1 0 0 0,-1 0 0 0 0,0-1 0 0 0,0 1 0 0 0,0 0 0 0 0,1-1 0 0 0,-1 1 0 0 0,0 0 0 0 0,0-1-1 0 0,0 1 1 0 0,0 1 0 0 0,-1 6 31 0 0,0 1 0 0 0,0 0-1 0 0,-1-1 1 0 0,0 0-1 0 0,0 1 1 0 0,-6 12 0 0 0,-27 51 134 0 0,24-52-111 0 0,-15 31 147 0 0,-2-2 0 0 0,-38 49 0 0 0,59-90-182 0 0,26-46 131 0 0,110-136-1351 0 0,-82 114 746 0 0,164-200-1311 0 0,-154 194 1256 0 0,74-86-647 0 0,-115 137 1124 0 0,-34 35 83 0 0,0 1-1 0 0,-25 38 0 0 0,14-19 131 0 0,12-17-64 0 0,-364 466 2389 0 0,268-354-1800 0 0,-57 64 322 0 0,116-143-670 0 0,46-49-304 0 0,-1 0 0 0 0,1 0 0 0 0,-1-1 0 0 0,-1 0 0 0 0,-9 4 0 0 0,-3 0 13 0 0,15-8-15 0 0,1 0 0 0 0,-1 1-1 0 0,1 0 1 0 0,0 0 0 0 0,0 1 0 0 0,0 0 0 0 0,1 0-1 0 0,-1 0 1 0 0,-7 9 0 0 0,-1 3 152 0 0,-31 27-1 0 0,41-39-175 0 0,-1 0 1 0 0,0 0-1 0 0,0-1 0 0 0,-1 0 1 0 0,1 0-1 0 0,-1 0 0 0 0,1 0 0 0 0,-1-1 1 0 0,0 0-1 0 0,0 0 0 0 0,-7 0 0 0 0,10-1-8 0 0,1-1 0 0 0,-1 0-1 0 0,0 0 1 0 0,1 0 0 0 0,-1-1-1 0 0,0 1 1 0 0,1-1 0 0 0,-1 1-1 0 0,1-1 1 0 0,-1 0 0 0 0,1 0-1 0 0,-1 0 1 0 0,1 0 0 0 0,0-1-1 0 0,-1 1 1 0 0,-1-3 0 0 0,0 1-21 0 0,1 0 1 0 0,0 0-1 0 0,0-1 1 0 0,0 0 0 0 0,0 1-1 0 0,0-1 1 0 0,1 0 0 0 0,-3-7-1 0 0,-1-4-132 0 0,1 0 0 0 0,1 0 0 0 0,0-1 0 0 0,-2-21 0 0 0,-9-37-348 0 0,9 50 273 0 0,2 0-1 0 0,0 0 1 0 0,0-29-1 0 0,5-4-434 0 0,14-94 0 0 0,-12 126 353 0 0,-3 25 287 0 0,0 0 0 0 0,0 0 0 0 0,0 0 0 0 0,0 0 0 0 0,0 0 0 0 0,0 0 0 0 0,0 0-1 0 0,0 0 1 0 0,0 0 0 0 0,0-1 0 0 0,0 1 0 0 0,0 0 0 0 0,0 0 0 0 0,0 0 0 0 0,0 0 0 0 0,0 0 0 0 0,0 0 0 0 0,0 0 0 0 0,0 0 0 0 0,0 0-1 0 0,0 0 1 0 0,0 0 0 0 0,0 0 0 0 0,0-1 0 0 0,0 1 0 0 0,0 0 0 0 0,0 0 0 0 0,0 0 0 0 0,0 0 0 0 0,0 0 0 0 0,0 0 0 0 0,0 0-1 0 0,0 0 1 0 0,0 0 0 0 0,0 0 0 0 0,0 0 0 0 0,0 0 0 0 0,0 0 0 0 0,0 0 0 0 0,0 0 0 0 0,0-1 0 0 0,-1 1 0 0 0,1 0 0 0 0,0 0 0 0 0,0 0-1 0 0,0 0 1 0 0,0 0 0 0 0,0 0 0 0 0,0 0 0 0 0,0 0 0 0 0,0 0 0 0 0,0 0 0 0 0,0 0 0 0 0,0 0 0 0 0,0 0 0 0 0,0 0 0 0 0,-1 0 0 0 0,1 0-1 0 0,0 0 1 0 0,0 0 0 0 0,0 0 0 0 0,0 0 0 0 0,0 0 0 0 0,0 0 0 0 0,0 0 0 0 0,-6 13-55 0 0,-72 225 725 0 0,55-162-461 0 0,-38 103 340 0 0,74-282-683 0 0,9-31-662 0 0,37-195-1037 0 0,-35 218 1275 0 0,30-126-776 0 0,-37 178 661 0 0,46-109-1 0 0,-61 164 650 0 0,23-45-287 0 0,-22 45 283 0 0,-1 0 0 0 0,1 0 1 0 0,0 1-1 0 0,0-1 0 0 0,0 1 1 0 0,0-1-1 0 0,1 1 1 0 0,-1 0-1 0 0,7-3 0 0 0,-9 6 34 0 0,0-1 0 0 0,0 1 0 0 0,0 0 0 0 0,1 0 0 0 0,-1 0-1 0 0,0 0 1 0 0,0 0 0 0 0,0 0 0 0 0,0 0 0 0 0,1 1 0 0 0,-1-1 0 0 0,0 0 0 0 0,0 1-1 0 0,0-1 1 0 0,0 1 0 0 0,0-1 0 0 0,0 1 0 0 0,0-1 0 0 0,0 1 0 0 0,0 0 0 0 0,0-1-1 0 0,0 1 1 0 0,0 0 0 0 0,0 0 0 0 0,-1 0 0 0 0,1 0 0 0 0,0 0 0 0 0,-1 0 0 0 0,2 1-1 0 0,2 3 31 0 0,-1 0-1 0 0,0 0 0 0 0,0 0 0 0 0,4 10 0 0 0,-5-7 22 0 0,0 0 1 0 0,0 0-1 0 0,-1 1 0 0 0,0-1 1 0 0,-1 0-1 0 0,1 1 1 0 0,-2-1-1 0 0,1 1 0 0 0,-1-1 1 0 0,-4 16-1 0 0,-3 7 221 0 0,-18 43-1 0 0,25-71-256 0 0,-49 118 647 0 0,38-96-466 0 0,-2 0 1 0 0,-24 36-1 0 0,33-53-110 0 0,-3 4-40 0 0,6-13-41 0 0,5-7 4 0 0,13-34-112 0 0,3 1 0 0 0,33-54 0 0 0,-27 51-65 0 0,64-111-871 0 0,110-144 1 0 0,-134 215 502 0 0,2 3 1 0 0,5 3-1 0 0,88-75 1 0 0,-159 152 527 0 0,9-9-66 0 0,1 1 0 0 0,0 0-1 0 0,0 1 1 0 0,1 0 0 0 0,0 1 0 0 0,21-9-1 0 0,-33 16 74 0 0,0 0-1 0 0,1 0 0 0 0,-1 0 0 0 0,1 0 0 0 0,-1-1 0 0 0,0 1 0 0 0,1 0 0 0 0,-1 0 0 0 0,1 0 1 0 0,-1 0-1 0 0,0 0 0 0 0,1 0 0 0 0,-1 0 0 0 0,1 0 0 0 0,-1 0 0 0 0,0 0 0 0 0,1 0 0 0 0,-1 1 1 0 0,1-1-1 0 0,-1 0 0 0 0,0 0 0 0 0,1 0 0 0 0,-1 0 0 0 0,0 1 0 0 0,1-1 0 0 0,-1 0 0 0 0,0 0 1 0 0,1 1-1 0 0,-1-1 0 0 0,1 13 76 0 0,-10 14 68 0 0,-9 7 240 0 0,-2-2-1 0 0,-45 57 1 0 0,64-87-369 0 0,-79 101 1304 0 0,-134 134-1 0 0,169-195-892 0 0,59-67-262 0 0,42-65-146 0 0,-16 24-347 0 0,37-61-233 0 0,-75 124 530 0 0,0 1 25 0 0,-1 0 0 0 0,0 0 1 0 0,0 0-1 0 0,0 0 0 0 0,0 0 0 0 0,0 0 1 0 0,-1 0-1 0 0,1 0 0 0 0,-1 0 0 0 0,1 0 1 0 0,-1 0-1 0 0,0 0 0 0 0,0-3 1 0 0,0 5 2 0 0,0 0 0 0 0,0 0 1 0 0,0-1-1 0 0,0 1 1 0 0,0 0-1 0 0,0 0 1 0 0,0 0-1 0 0,0-1 0 0 0,-1 1 1 0 0,1 0-1 0 0,0 0 1 0 0,0 0-1 0 0,0 0 1 0 0,0-1-1 0 0,0 1 0 0 0,-1 0 1 0 0,1 0-1 0 0,0 0 1 0 0,0 0-1 0 0,0 0 1 0 0,-1 0-1 0 0,1-1 0 0 0,0 1 1 0 0,0 0-1 0 0,0 0 1 0 0,-1 0-1 0 0,1 0 1 0 0,0 0-1 0 0,0 0 1 0 0,-1 0-1 0 0,1 0 0 0 0,0 0 1 0 0,-1 0-1 0 0,-9 3-68 0 0,-11 9 48 0 0,21-12 27 0 0,-31 24 218 0 0,0 2 0 0 0,2 0 0 0 0,-31 37 0 0 0,58-60-205 0 0,-66 71 733 0 0,-84 120 0 0 0,124-152-446 0 0,2 1 1 0 0,2 1-1 0 0,1 1 1 0 0,-30 90 0 0 0,49-121-240 0 0,-10 28 198 0 0,2 1 0 0 0,2 0 0 0 0,-8 70 0 0 0,18-107-227 0 0,0-1 1 0 0,0 0-1 0 0,0 1 1 0 0,1-1 0 0 0,2 10-1 0 0,-2-15-31 0 0,-1 1-1 0 0,0 0 1 0 0,0 0 0 0 0,1 0-1 0 0,-1-1 1 0 0,0 1-1 0 0,1 0 1 0 0,-1-1 0 0 0,1 1-1 0 0,-1 0 1 0 0,1-1-1 0 0,-1 1 1 0 0,1-1 0 0 0,0 1-1 0 0,-1-1 1 0 0,1 1-1 0 0,0-1 1 0 0,1 1 0 0 0,-2 0-4 0 0,1-1 0 0 0,0 0 0 0 0,0 0 0 0 0,0 0 0 0 0,0 0 0 0 0,0-1 0 0 0,0 1 0 0 0,-1 0 0 0 0,1 0 0 0 0,0 0 1 0 0,0-1-1 0 0,0 1 0 0 0,0-1 0 0 0,-1 1 0 0 0,1 0 0 0 0,0-1 0 0 0,0 1 0 0 0,-1-1 0 0 0,1 1 0 0 0,0-1 0 0 0,0-1 0 0 0,14-14-34 0 0,-1 0 0 0 0,-1-1 0 0 0,-1-1 0 0 0,0 0 0 0 0,14-30 0 0 0,-5 9-218 0 0,141-266-1618 0 0,-4 6 49 0 0,25 16 38 0 0,-160 253 1460 0 0,1 1 0 0 0,32-31 0 0 0,-45 51 343 0 0,0-1 0 0 0,0 2 0 0 0,1-1 0 0 0,0 2 0 0 0,0-1 0 0 0,0 2 0 0 0,1 0 0 0 0,27-9 0 0 0,-35 14 8 0 0,0 0 1 0 0,0 0-1 0 0,-1 0 1 0 0,1 1-1 0 0,0 0 1 0 0,0 0-1 0 0,0 0 1 0 0,8 2 0 0 0,-13-2-30 0 0,1 0 1 0 0,-1 0-1 0 0,0 1 1 0 0,0-1-1 0 0,1 0 1 0 0,-1 1-1 0 0,0-1 1 0 0,0 0-1 0 0,1 1 1 0 0,-1-1 0 0 0,0 0-1 0 0,0 1 1 0 0,0-1-1 0 0,1 1 1 0 0,-1-1-1 0 0,0 0 1 0 0,0 1-1 0 0,0-1 1 0 0,0 1 0 0 0,0-1-1 0 0,0 0 1 0 0,0 1-1 0 0,0-1 1 0 0,0 1-1 0 0,0-1 1 0 0,0 0-1 0 0,0 1 1 0 0,0-1-1 0 0,-1 1 1 0 0,1-1 0 0 0,0 0-1 0 0,0 1 1 0 0,0-1-1 0 0,0 1 1 0 0,-1-1-1 0 0,1 0 1 0 0,0 1-1 0 0,0-1 1 0 0,-1 0 0 0 0,1 1-1 0 0,-14 15 157 0 0,12-13-112 0 0,-15 15 164 0 0,-2-1 0 0 0,-41 30-1 0 0,20-17 12 0 0,-321 231 2067 0 0,196-161-1311 0 0,164-100-968 0 0,0 1-1 0 0,0 0 1 0 0,-1-1-1 0 0,1 1 1 0 0,0-1-1 0 0,-1 1 0 0 0,1-1 1 0 0,-1 1-1 0 0,1-1 1 0 0,0 0-1 0 0,-1 0 1 0 0,-2 0-1 0 0,4 0-6 0 0,0 0-1 0 0,0 0 0 0 0,0 0 0 0 0,-1 0 1 0 0,1 0-1 0 0,0 0 0 0 0,0 0 0 0 0,0 0 1 0 0,0 0-1 0 0,0-1 0 0 0,-1 1 1 0 0,1 0-1 0 0,0 0 0 0 0,0 0 0 0 0,0 0 1 0 0,0 0-1 0 0,0 0 0 0 0,0-1 1 0 0,0 1-1 0 0,0 0 0 0 0,0 0 0 0 0,0 0 1 0 0,-1 0-1 0 0,1-1 0 0 0,0 1 0 0 0,0 0 1 0 0,0 0-1 0 0,0 0 0 0 0,0 0 1 0 0,0-1-1 0 0,0 1 0 0 0,0 0 0 0 0,0 0 1 0 0,0 0-1 0 0,6-11 98 0 0,-1 4-84 0 0,-4 5 7 0 0,0 0 0 0 0,0 1 0 0 0,0-1 0 0 0,0 0 0 0 0,1 1 0 0 0,-1-1 0 0 0,1 1 0 0 0,-1 0 0 0 0,1-1 0 0 0,1 0 0 0 0,-3 2-19 0 0,0 0 0 0 0,1 0 1 0 0,-1 0-1 0 0,0 0 0 0 0,0 0 0 0 0,0 0 1 0 0,0 0-1 0 0,0 0 0 0 0,0 0 0 0 0,0 0 0 0 0,0 0 1 0 0,0 0-1 0 0,0 0 0 0 0,0 0 0 0 0,1 0 0 0 0,-1 0 1 0 0,0 0-1 0 0,0 0 0 0 0,0 0 0 0 0,0 0 0 0 0,0 0 1 0 0,0 0-1 0 0,0 0 0 0 0,0 0 0 0 0,0 0 1 0 0,0 0-1 0 0,0 0 0 0 0,0 0 0 0 0,0 0 0 0 0,0 0 1 0 0,0 1-1 0 0,1-1 0 0 0,-1 0 0 0 0,0 0 0 0 0,0 0 1 0 0,0 0-1 0 0,0 0 0 0 0,0 0 0 0 0,0 0 1 0 0,0 0-1 0 0,0 0 0 0 0,0 0 0 0 0,0 0 0 0 0,0 1 1 0 0,0-1-1 0 0,0 0 0 0 0,0 0 0 0 0,0 0 0 0 0,0 0 1 0 0,0 0-1 0 0,0 0 0 0 0,0 0 0 0 0,0 0 0 0 0,0 0 1 0 0,-1 0-1 0 0,1 0 0 0 0,0 1 0 0 0,0-1 1 0 0,0 0-1 0 0,0 0 0 0 0,0 0 0 0 0,0 0 0 0 0,0 0 1 0 0,0 0-1 0 0,0 0 0 0 0,0 0 0 0 0,0 0 0 0 0,0 0 1 0 0,-3 7-23 0 0,2-7 30 0 0,-11 22 225 0 0,-16 34 0 0 0,70-134-33 0 0,-40 73-229 0 0,110-211-1279 0 0,-96 190 1122 0 0,1 1 1 0 0,1 1-1 0 0,1 1 1 0 0,1 0-1 0 0,1 1 0 0 0,25-19 1 0 0,132-81-1 0 0,11 16 229 0 0,-154 86-42 0 0,-11 6 135 0 0,1 1-1 0 0,0 1 1 0 0,0 1-1 0 0,42-12 1 0 0,-52 23-124 0 0,-25 1 27 0 0,-1 0-1 0 0,1 1 0 0 0,0 0 0 0 0,-1 0 1 0 0,1 1-1 0 0,1 1 0 0 0,-1 0 0 0 0,0 0 1 0 0,-9 6-1 0 0,-80 55 459 0 0,96-63-493 0 0,-62 48 478 0 0,2 3-1 0 0,-109 119 1 0 0,-83 147 988 0 0,209-258-1223 0 0,-85 120 547 0 0,96-127-394 0 0,-42 84 0 0 0,73-130-355 0 0,0 1 1 0 0,0 0-1 0 0,0 0 0 0 0,1 0 1 0 0,1 0-1 0 0,0 0 1 0 0,0 1-1 0 0,0-1 1 0 0,1 1-1 0 0,1 0 0 0 0,0-1 1 0 0,0 1-1 0 0,2 12 1 0 0,1-1 23 0 0,-3-17-56 0 0,1 0 0 0 0,-1 1-1 0 0,1-1 1 0 0,0 0 0 0 0,0 0 0 0 0,1 0-1 0 0,1 5 1 0 0,-3-9-15 0 0,0 0 0 0 0,1 1 0 0 0,-1-1 1 0 0,0 0-1 0 0,0 0 0 0 0,0 0 0 0 0,0 0 0 0 0,0 0 0 0 0,0 1 0 0 0,0-1 0 0 0,1 0 1 0 0,-1 0-1 0 0,0 0 0 0 0,0 0 0 0 0,0 0 0 0 0,0 0 0 0 0,0 0 0 0 0,1 0 0 0 0,-1 0 0 0 0,0 1 1 0 0,0-1-1 0 0,0 0 0 0 0,0 0 0 0 0,1 0 0 0 0,-1 0 0 0 0,0 0 0 0 0,0 0 0 0 0,0 0 1 0 0,1 0-1 0 0,-1 0 0 0 0,0 0 0 0 0,0 0 0 0 0,0-1 0 0 0,0 1 0 0 0,1 0 0 0 0,-1 0 1 0 0,0 0-1 0 0,0 0 0 0 0,0 0 0 0 0,0 0 0 0 0,0 0 0 0 0,1 0 0 0 0,-1 0 0 0 0,0 0 0 0 0,0-1 1 0 0,0 1-1 0 0,0 0 0 0 0,0 0 0 0 0,0 0 0 0 0,1 0 0 0 0,-1 0 0 0 0,0-1 0 0 0,0 1 1 0 0,0 0-1 0 0,0 0 0 0 0,0 0 0 0 0,0 0 0 0 0,0-1 0 0 0,0 1 0 0 0,0 0 0 0 0,0 0 1 0 0,0 0-1 0 0,0 0 0 0 0,0-1 0 0 0,4-10 74 0 0,-4 11-69 0 0,43-120-542 0 0,-27 80 265 0 0,195-457-3633 0 0,-194 463 3567 0 0,-24 60 457 0 0,-13 31 0 0 0,3-11 10 0 0,-16 42 358 0 0,-81 149 0 0 0,107-226-434 0 0,0 0 0 0 0,-11 15-1 0 0,16-27-44 0 0,4-7 12 0 0,2-10 31 0 0,10-22-120 0 0,31-99-675 0 0,-38 110 453 0 0,0 0-1 0 0,4-55 1 0 0,-10 78 247 0 0,-1 0 0 0 0,-1 0 1 0 0,1 0-1 0 0,-1 0 0 0 0,-1-8 0 0 0,1 13 39 0 0,1 1-1 0 0,0-1 1 0 0,0 0-1 0 0,-1 0 1 0 0,1 1-1 0 0,0-1 1 0 0,-1 0-1 0 0,1 1 1 0 0,0-1-1 0 0,-1 0 0 0 0,1 1 1 0 0,-1-1-1 0 0,1 1 1 0 0,-1-1-1 0 0,0 0 1 0 0,1 1-1 0 0,-1 0 1 0 0,0-1-1 0 0,1 1 1 0 0,-2-1-1 0 0,1 1 8 0 0,0 0 0 0 0,0 0-1 0 0,0 0 1 0 0,0 0 0 0 0,0 0 0 0 0,0 0-1 0 0,0 1 1 0 0,0-1 0 0 0,0 0 0 0 0,0 1-1 0 0,0-1 1 0 0,0 1 0 0 0,0-1 0 0 0,0 1-1 0 0,0-1 1 0 0,0 1 0 0 0,1 0 0 0 0,-1-1-1 0 0,0 1 1 0 0,-1 1 0 0 0,-15 16 132 0 0,0 0-1 0 0,-25 39 1 0 0,15-20 14 0 0,-48 58 213 0 0,85-117-385 0 0,-1 0 1 0 0,0-1-1 0 0,5-27 1 0 0,-9 34-97 0 0,84-335-1757 0 0,-88 344 1843 0 0,1 2-1 0 0,-1-1 1 0 0,0 0-1 0 0,0 0 1 0 0,0 1 0 0 0,-1-1-1 0 0,0 0 1 0 0,0 0 0 0 0,0 0-1 0 0,-3-10 1 0 0,3 16 31 0 0,0-1 1 0 0,-1 1 0 0 0,1 0-1 0 0,0 0 1 0 0,0-1-1 0 0,0 1 1 0 0,-1 0 0 0 0,1 0-1 0 0,0-1 1 0 0,0 1-1 0 0,-1 0 1 0 0,1 0-1 0 0,0 0 1 0 0,0 0 0 0 0,-1 0-1 0 0,1-1 1 0 0,0 1-1 0 0,-1 0 1 0 0,1 0-1 0 0,0 0 1 0 0,0 0 0 0 0,-1 0-1 0 0,1 0 1 0 0,0 0-1 0 0,-1 0 1 0 0,1 0-1 0 0,0 0 1 0 0,-1 0 0 0 0,1 0-1 0 0,0 0 1 0 0,0 0-1 0 0,-1 0 1 0 0,1 1 0 0 0,0-1-1 0 0,-1 0 1 0 0,1 0-1 0 0,0 0 1 0 0,0 0-1 0 0,-1 0 1 0 0,1 1 0 0 0,0-1-1 0 0,0 0 1 0 0,-1 0-1 0 0,1 0 1 0 0,0 1-1 0 0,-11 10 12 0 0,-1 6 75 0 0,2 1 1 0 0,0 0-1 0 0,1 0 1 0 0,-7 22 0 0 0,3-7 61 0 0,-92 251 927 0 0,76-196-761 0 0,19-62-205 0 0,-53 168 597 0 0,44-129-334 0 0,-9 68-1 0 0,26-113-296 0 0,1-1-1 0 0,1 1 1 0 0,1 0-1 0 0,3 19 0 0 0,1 35 190 0 0,-4-50-108 0 0,5 32 0 0 0,0-8-2 0 0,-6-46-143 0 0,0 1-1 0 0,1-1 1 0 0,-1 0-1 0 0,0 0 1 0 0,1 0-1 0 0,-1-1 1 0 0,1 1-1 0 0,0 0 1 0 0,0 0-1 0 0,-1 0 1 0 0,1 0-1 0 0,0 0 1 0 0,1-1 0 0 0,-1 1-1 0 0,0-1 1 0 0,0 1-1 0 0,1-1 1 0 0,-1 1-1 0 0,4 1 1 0 0,-4-2-2 0 0,1 0 0 0 0,0-1 1 0 0,0 1-1 0 0,-1-1 1 0 0,1 1-1 0 0,0-1 0 0 0,0 0 1 0 0,0 0-1 0 0,0 0 0 0 0,0 0 1 0 0,-1 0-1 0 0,1 0 0 0 0,0 0 1 0 0,0-1-1 0 0,0 1 1 0 0,0-1-1 0 0,-1 1 0 0 0,1-1 1 0 0,0 0-1 0 0,-1 0 0 0 0,1 0 1 0 0,2-1-1 0 0,5-3 54 0 0,1 1 0 0 0,-1-1 1 0 0,1 2-1 0 0,1 0 0 0 0,12-3 0 0 0,54-4 240 0 0,-74 10-289 0 0,5-1 27 0 0,-1-1 0 0 0,1 0 0 0 0,0-1 0 0 0,-1 0-1 0 0,1 0 1 0 0,6-4 0 0 0,-3 2 29 0 0,-1 0 0 0 0,14-4-1 0 0,-21 8-57 0 0,0 1 0 0 0,0-1 0 0 0,1 1 0 0 0,-1-1 0 0 0,0 1 0 0 0,1 0 0 0 0,-1 0 0 0 0,0 0 0 0 0,1 1 0 0 0,-1-1 0 0 0,6 2 0 0 0,-6 0 6 0 0,0 0-1 0 0,0-1 0 0 0,-1 1 1 0 0,1 0-1 0 0,-1 0 1 0 0,1 0-1 0 0,-1 0 1 0 0,0 1-1 0 0,0-1 1 0 0,0 1-1 0 0,0-1 1 0 0,0 1-1 0 0,-1 0 1 0 0,1 0-1 0 0,-1 0 1 0 0,1 0-1 0 0,-1 0 0 0 0,0 0 1 0 0,-1 0-1 0 0,2 5 1 0 0,0 1 20 0 0,-1 0 1 0 0,1 0 0 0 0,-2 0-1 0 0,1 0 1 0 0,-1 0-1 0 0,-2 11 1 0 0,-15 122 488 0 0,16-134-497 0 0,0-4-12 0 0,0 0 1 0 0,1-1-1 0 0,0 1 1 0 0,-1 0-1 0 0,1-1 1 0 0,0 1-1 0 0,1 0 0 0 0,0 4 1 0 0,1-10 8 0 0,0-1 0 0 0,0 1-1 0 0,0-1 1 0 0,0 0 0 0 0,0 0 0 0 0,-1 0 0 0 0,3-5-1 0 0,33-86-681 0 0,22-65-703 0 0,-58 156 1339 0 0,0 0 0 0 0,0 0 1 0 0,-1-1-1 0 0,0 1 1 0 0,1 0-1 0 0,-1-4 1 0 0,0 6 17 0 0,0 1-1 0 0,0 0 1 0 0,0-1 0 0 0,0 1 0 0 0,0-1-1 0 0,-1 1 1 0 0,1 0 0 0 0,0-1 0 0 0,0 1 0 0 0,0 0-1 0 0,0-1 1 0 0,0 1 0 0 0,-1 0 0 0 0,1 0-1 0 0,0-1 1 0 0,0 1 0 0 0,0 0 0 0 0,-1-1 0 0 0,1 1-1 0 0,0 0 1 0 0,0 0 0 0 0,-1 0 0 0 0,1-1-1 0 0,-1 1 1 0 0,0 0-3 0 0,0 0-1 0 0,1 0 1 0 0,-1 0-1 0 0,0 0 1 0 0,0 0-1 0 0,1 0 1 0 0,-1 0-1 0 0,0 1 1 0 0,1-1 0 0 0,-1 0-1 0 0,0 0 1 0 0,0 1-1 0 0,1-1 1 0 0,-1 1-1 0 0,0-1 1 0 0,1 0-1 0 0,-1 2 1 0 0,-17 13 43 0 0,1 0 0 0 0,0 2-1 0 0,2 0 1 0 0,-24 33 0 0 0,30-38-20 0 0,-51 68 115 0 0,-103 124 222 0 0,143-187-301 0 0,20-17-52 0 0,0 0 0 0 0,0 0-1 0 0,0 0 1 0 0,0 0-1 0 0,0 0 1 0 0,0 1-1 0 0,0-1 1 0 0,0 0-1 0 0,-1 0 1 0 0,1 0-1 0 0,0 0 1 0 0,0 0-1 0 0,0 0 1 0 0,0 0 0 0 0,0 0-1 0 0,0 0 1 0 0,0 0-1 0 0,0 0 1 0 0,0 0-1 0 0,0 0 1 0 0,0 0-1 0 0,-1 0 1 0 0,1 0-1 0 0,0 0 1 0 0,0 0-1 0 0,0 0 1 0 0,0 0 0 0 0,0 0-1 0 0,0 0 1 0 0,0 0-1 0 0,0-1 1 0 0,0 1-1 0 0,0 0 1 0 0,0 0-1 0 0,0 0 1 0 0,-1 0-1 0 0,1 0 1 0 0,0 0-1 0 0,0 0 1 0 0,0 0 0 0 0,0 0-1 0 0,0 0 1 0 0,0 0-1 0 0,0 0 1 0 0,0 0-1 0 0,0 0 1 0 0,0-1-1 0 0,0 1 1 0 0,0 0-1 0 0,0 0 1 0 0,0 0-1 0 0,0 0 1 0 0,0 0 0 0 0,0 0-1 0 0,0 0 1 0 0,0 0-1 0 0,0 0 1 0 0,0 0-1 0 0,0 0 1 0 0,0-1-1 0 0,0 1 1 0 0,0 0-1 0 0,0 0 1 0 0,0 0-1 0 0,7-14 13 0 0,74-122-898 0 0,-5 12-93 0 0,31-55-1435 0 0,209-266-1 0 0,-95 200 358 0 0,-107 124 931 0 0,-103 110 1059 0 0,-4 3-54 0 0,0 0 0 0 0,0 0 0 0 0,6-10 0 0 0,-78 129 1007 0 0,-28 51 102 0 0,-72 131 767 0 0,153-273-1590 0 0,12-19-156 0 0,7-11 16 0 0,163-269-815 0 0,5-7-494 0 0,-85 150 220 0 0,149-174-1 0 0,-186 257 912 0 0,-53 53 151 0 0,0 0 1 0 0,0 0 0 0 0,0 0 0 0 0,0 0 0 0 0,0 0 0 0 0,0 0 0 0 0,0 1-1 0 0,0-1 1 0 0,0 0 0 0 0,0 0 0 0 0,0 0 0 0 0,0 0 0 0 0,0 0 0 0 0,0 0-1 0 0,0 0 1 0 0,0 0 0 0 0,0 0 0 0 0,0 0 0 0 0,0 0 0 0 0,0 0 0 0 0,0 0-1 0 0,0 0 1 0 0,0 0 0 0 0,0 0 0 0 0,0 0 0 0 0,0 0 0 0 0,0 0 0 0 0,1 0-1 0 0,-1 0 1 0 0,0 0 0 0 0,0 0 0 0 0,0 0 0 0 0,0 0 0 0 0,0 0 0 0 0,0 0 0 0 0,0 0-1 0 0,0 0 1 0 0,0 0 0 0 0,0 0 0 0 0,0 0 0 0 0,0 0 0 0 0,0 0 0 0 0,0 0-1 0 0,1 0 1 0 0,-1 0 0 0 0,0 0 0 0 0,0 0 0 0 0,0 0 0 0 0,0 0 0 0 0,0 0-1 0 0,0 0 1 0 0,0 0 0 0 0,0 0 0 0 0,0 0 0 0 0,0 0 0 0 0,0 0 0 0 0,0 0-1 0 0,0 0 1 0 0,0 0 0 0 0,0 0 0 0 0,0-1 0 0 0,-2 10 48 0 0,-6 10 159 0 0,-1 1 15 0 0,-9 32 0 0 0,2-4 93 0 0,-7 11 137 0 0,-2-1 0 0 0,-3-1 0 0 0,-2-1 0 0 0,-53 73 0 0 0,80-125-405 0 0,0 0 1 0 0,1-1 0 0 0,-1 1-1 0 0,-1-1 1 0 0,1 0 0 0 0,0 0-1 0 0,-1 0 1 0 0,1 0 0 0 0,-1-1-1 0 0,-6 4 1 0 0,9-6-46 0 0,1 0 1 0 0,0 0-1 0 0,-1 0 0 0 0,1 0 1 0 0,0 0-1 0 0,-1 0 0 0 0,1 0 0 0 0,0 0 1 0 0,-1 0-1 0 0,1 0 0 0 0,0 0 1 0 0,-1 0-1 0 0,1 0 0 0 0,0 0 0 0 0,-1 0 1 0 0,1 0-1 0 0,0 0 0 0 0,-1-1 1 0 0,1 1-1 0 0,0 0 0 0 0,-1 0 1 0 0,1 0-1 0 0,0-1 0 0 0,0 1 0 0 0,-1 0 1 0 0,1 0-1 0 0,0-1 0 0 0,-1 0 1 0 0,-4-12 73 0 0,2-14 35 0 0,4 1-198 0 0,-1 0-77 0 0,0 0 0 0 0,-8-47 0 0 0,8 70 153 0 0,-1 0-1 0 0,0 0 0 0 0,1 1 1 0 0,-1-1-1 0 0,0 1 0 0 0,0-1 1 0 0,-1 0-1 0 0,1 1 1 0 0,0 0-1 0 0,-1-1 0 0 0,0 1 1 0 0,1 0-1 0 0,-1 0 0 0 0,0 0 1 0 0,0 0-1 0 0,-3-2 0 0 0,3 3 18 0 0,0 0 0 0 0,0 0-1 0 0,0 0 1 0 0,0 1 0 0 0,1-1-1 0 0,-1 1 1 0 0,0 0 0 0 0,0-1-1 0 0,0 1 1 0 0,0 0 0 0 0,0 0-1 0 0,0 0 1 0 0,0 1 0 0 0,0-1-1 0 0,0 0 1 0 0,0 1 0 0 0,0-1-1 0 0,0 1 1 0 0,0-1 0 0 0,0 1-1 0 0,1 0 1 0 0,-1 0-1 0 0,-2 1 1 0 0,-4 4 54 0 0,0-1-1 0 0,1 1 1 0 0,-1 0 0 0 0,1 0-1 0 0,-11 13 1 0 0,-27 41 334 0 0,-114 194 815 0 0,19 12 27 0 0,140-265-1228 0 0,-16 29 191 0 0,2 0 0 0 0,1 1 1 0 0,-14 48-1 0 0,27-69-23 0 0,5-14-84 0 0,8-15-23 0 0,-12 17-61 0 0,99-179-829 0 0,-33 54 56 0 0,214-311-1920 0 0,-204 336 1807 0 0,5 3 0 0 0,100-91 0 0 0,-167 175 770 0 0,-6 6 14 0 0,0 0 1 0 0,1 1 0 0 0,16-11-1 0 0,-35 27 206 0 0,0 1 0 0 0,0 1 0 0 0,1-1 0 0 0,-8 12 0 0 0,-8 10 126 0 0,-29 26 439 0 0,-67 55 0 0 0,7-7 199 0 0,81-70-470 0 0,1 2-1 0 0,-42 68 0 0 0,69-99-364 0 0,1 0 0 0 0,0 0-1 0 0,0 0 1 0 0,0 0 0 0 0,1 0-1 0 0,-2 9 1 0 0,4-15-41 0 0,0 0 0 0 0,0 0 0 0 0,0 0 0 0 0,0 0-1 0 0,0 0 1 0 0,0 1 0 0 0,0-1 0 0 0,-1 0 0 0 0,1 0 0 0 0,0 0 0 0 0,0 0 0 0 0,0 0 0 0 0,0 0 0 0 0,0 1 0 0 0,0-1 0 0 0,0 0 0 0 0,0 0 0 0 0,0 0 0 0 0,0 0-1 0 0,0 0 1 0 0,0 0 0 0 0,1 1 0 0 0,-1-1 0 0 0,0 0 0 0 0,0 0 0 0 0,0 0 0 0 0,0 0 0 0 0,0 0 0 0 0,0 0 0 0 0,0 0 0 0 0,0 1 0 0 0,0-1 0 0 0,0 0 0 0 0,0 0-1 0 0,0 0 1 0 0,1 0 0 0 0,-1 0 0 0 0,0 0 0 0 0,0 0 0 0 0,0 0 0 0 0,0 0 0 0 0,0 0 0 0 0,1 0 0 0 0,5-3 16 0 0,5-8 101 0 0,51-78 34 0 0,127-169-1485 0 0,-97 147 740 0 0,79-102-539 0 0,-133 163 855 0 0,40-56-331 0 0,-48 63 322 0 0,-28 42 287 0 0,1-4 0 0 0,-23 24 29 0 0,4 0 164 0 0,0 0 1 0 0,-18 31-1 0 0,9-13 38 0 0,-59 81 494 0 0,-262 401 2432 0 0,334-499-3035 0 0,-195 348 2012 0 0,188-330-1950 0 0,3-10 100 0 0,3 0 0 0 0,-21 57 0 0 0,34-85-283 0 0,0 1 1 0 0,0-1-1 0 0,0 0 0 0 0,0 0 0 0 0,0 1 1 0 0,0-1-1 0 0,0 0 0 0 0,0 1 0 0 0,0-1 0 0 0,0 0 1 0 0,0 1-1 0 0,0-1 0 0 0,0 0 0 0 0,0 1 1 0 0,0-1-1 0 0,0 0 0 0 0,0 1 0 0 0,0-1 1 0 0,0 0-1 0 0,0 0 0 0 0,0 1 0 0 0,1-1 1 0 0,-1 0-1 0 0,0 1 0 0 0,0-1 0 0 0,0 0 1 0 0,1 0-1 0 0,-1 1 0 0 0,0-1 0 0 0,0 0 0 0 0,1 0 1 0 0,-1 0-1 0 0,0 1 0 0 0,0-1 0 0 0,1 0 1 0 0,-1 0-1 0 0,0 0 0 0 0,1 0 0 0 0,-1 0 1 0 0,0 1-1 0 0,0-1 0 0 0,1 0 0 0 0,-1 0 1 0 0,0 0-1 0 0,1 0 0 0 0,-1 0 0 0 0,0 0 0 0 0,1 0 1 0 0,-1 0-1 0 0,1 0 2 0 0,0-1-1 0 0,0 1 1 0 0,0 0-1 0 0,-1 0 1 0 0,1-1-1 0 0,0 1 1 0 0,0 0 0 0 0,-1-1-1 0 0,1 1 1 0 0,0-1-1 0 0,-1 1 1 0 0,1 0-1 0 0,0-1 1 0 0,-1 0 0 0 0,1 1-1 0 0,-1-1 1 0 0,1 1-1 0 0,-1-1 1 0 0,1 0-1 0 0,-1 1 1 0 0,1-1 0 0 0,-1 0-1 0 0,1-1 1 0 0,-32 68 440 0 0,10-24-38 0 0,-2-1 1 0 0,-39 53 0 0 0,20-31 36 0 0,14-22-170 0 0,15-22-105 0 0,0 1-1 0 0,-11 21 1 0 0,16-23-78 0 0,2-9-15 0 0,1 1-1 0 0,1 0 0 0 0,0-1 1 0 0,1 1-1 0 0,0 0 1 0 0,0 1-1 0 0,1-1 1 0 0,-2 20-1 0 0,3-12-23 0 0,0-1 0 0 0,-1 1 1 0 0,-1-1-1 0 0,-1 0 0 0 0,0 0 0 0 0,-1-1 0 0 0,-1 1 0 0 0,-1-1 0 0 0,0 0 1 0 0,-1 0-1 0 0,-14 20 0 0 0,-3 1-50 0 0,15-21 0 0 0,-1 0 0 0 0,-1 0 0 0 0,0-1 0 0 0,-15 14 0 0 0,22-26 0 0 0,-1 0 0 0 0,1 1 0 0 0,-1-2 0 0 0,1 1 0 0 0,-12 3 0 0 0,-12 6 0 0 0,16-4 0 0 0,0 0 0 0 0,-21 20 0 0 0,21-16 0 0 0,-27 17 0 0 0,40-29 0 0 0,-1 0 0 0 0,1 1 0 0 0,0-1 0 0 0,0 0 0 0 0,-1 0 0 0 0,1 0 1 0 0,0 0-1 0 0,0 0 0 0 0,0 0 0 0 0,-1 0 0 0 0,1 0 0 0 0,0 1 0 0 0,0-1 0 0 0,-1 0 0 0 0,1 0 0 0 0,0 0 0 0 0,0 0 1 0 0,-1 0-1 0 0,1 0 0 0 0,0-1 0 0 0,0 1 0 0 0,-1 0 0 0 0,1 0 0 0 0,0 0 0 0 0,0 0 0 0 0,-1 0 0 0 0,1 0 0 0 0,0 0 1 0 0,0 0-1 0 0,0-1 0 0 0,-1 1 0 0 0,1 0 0 0 0,0 0 0 0 0,0 0 0 0 0,0 0 0 0 0,-1-1 0 0 0,1 1 0 0 0,0 0 0 0 0,0 0 0 0 0,0 0 1 0 0,0-1-1 0 0,-4-14 3 0 0,6-19-40 0 0,9-57-654 0 0,-9 76 524 0 0,0 1 0 0 0,1-1 1 0 0,1 1-1 0 0,0-1 0 0 0,9-19 0 0 0,36-68-692 0 0,-41 89 705 0 0,45-81-698 0 0,12-24-86 0 0,55-83-872 0 0,-94 161 1472 0 0,128-174-1675 0 0,-32 50 521 0 0,-20 14-131 0 0,-99 146 1546 0 0,7-8-46 0 0,-9 11 121 0 0,-1 1 1 0 0,0-1-1 0 0,0 1 1 0 0,1-1-1 0 0,-1 1 1 0 0,0-1-1 0 0,0 1 0 0 0,0-1 1 0 0,1 1-1 0 0,-1-1 1 0 0,0 1-1 0 0,0-1 1 0 0,0 1-1 0 0,0-1 1 0 0,0 1-1 0 0,0-1 0 0 0,0 1 1 0 0,0-1-1 0 0,0 1 1 0 0,-1-1-1 0 0,1 1 1 0 0,0-1-1 0 0,0 1 1 0 0,0-1-1 0 0,-1 0 0 0 0,1 1 3 0 0,-1-1-1 0 0,1 1 0 0 0,-1 0 1 0 0,1 0-1 0 0,-1 0 0 0 0,1 0 0 0 0,0 0 1 0 0,-1 0-1 0 0,1 0 0 0 0,-1 0 1 0 0,1 0-1 0 0,-1 0 0 0 0,1 0 0 0 0,-1 0 1 0 0,1 0-1 0 0,0 0 0 0 0,-1 0 1 0 0,1 1-1 0 0,-1-1 0 0 0,1 0 1 0 0,0 0-1 0 0,-1 0 0 0 0,1 1 0 0 0,-1-1 1 0 0,1 0-1 0 0,0 1 0 0 0,-1-1 1 0 0,1 0-1 0 0,0 1 0 0 0,0-1 0 0 0,-1 0 1 0 0,1 1-1 0 0,0 0 0 0 0,-15 16 147 0 0,12-14-108 0 0,-140 154 1150 0 0,122-131-918 0 0,2 1 1 0 0,-23 41-1 0 0,-24 63 487 0 0,21-31-175 0 0,-53 106 636 0 0,91-198-1099 0 0,6-14-41 0 0,6-18 68 0 0,27-74-1008 0 0,76-155 0 0 0,-69 166 448 0 0,69-149-809 0 0,-58 125 679 0 0,22-53-407 0 0,-62 142 839 0 0,-15 37 211 0 0,2-10-61 0 0,1-1 0 0 0,0 1-1 0 0,0 0 1 0 0,0 0 0 0 0,0 0-1 0 0,0 5 1 0 0,-4 11 68 0 0,-37 83 879 0 0,-74 131 0 0 0,46-103-243 0 0,-131 224 1233 0 0,145-265-1418 0 0,-32 46 317 0 0,96-191-658 0 0,1-78-910 0 0,5-50-332 0 0,39-111-597 0 0,-34 220 809 0 0,54-138 0 0 0,-22 100-470 0 0,107-172 0 0 0,-146 268 1332 0 0,1 0 1 0 0,0 0-1 0 0,2 2 0 0 0,26-23 1 0 0,-14 13-48 0 0,-8 9 52 0 0,0 1 0 0 0,0 1-1 0 0,2 1 1 0 0,-1 0 0 0 0,27-9-1 0 0,-38 17-6 0 0,0 0 0 0 0,0 1 0 0 0,0 0-1 0 0,0 0 1 0 0,1 1 0 0 0,-1 0 0 0 0,1 1 0 0 0,-1-1-1 0 0,1 2 1 0 0,-1-1 0 0 0,0 1 0 0 0,1 1 0 0 0,-1-1-1 0 0,0 1 1 0 0,0 1 0 0 0,10 3 0 0 0,-11-3 1 0 0,-1 0 1 0 0,1 1 0 0 0,-1-1-1 0 0,0 1 1 0 0,0 1 0 0 0,0-1-1 0 0,-1 1 1 0 0,1 0 0 0 0,-1 0-1 0 0,-1 0 1 0 0,1 1 0 0 0,-1 0-1 0 0,1 0 1 0 0,-2 0-1 0 0,1 0 1 0 0,-1 1 0 0 0,0 0-1 0 0,0-1 1 0 0,2 8 0 0 0,-1 12 115 0 0,0 0 0 0 0,-2 0 1 0 0,-1 0-1 0 0,-1 0 0 0 0,-4 31 1 0 0,1 0 88 0 0,-1 25 171 0 0,-1 44 228 0 0,5-124-641 0 0,0 0 0 0 0,0 0 1 0 0,0 0-1 0 0,0-1 1 0 0,1 1-1 0 0,-1 0 0 0 0,1 0 1 0 0,-1-1-1 0 0,1 1 0 0 0,0 0 1 0 0,-1-1-1 0 0,3 4 1 0 0,-3-5-9 0 0,0 0 1 0 0,1 0 0 0 0,-1 1 0 0 0,0-1 0 0 0,0 0 0 0 0,1 0-1 0 0,-1 0 1 0 0,0 1 0 0 0,0-1 0 0 0,1 0 0 0 0,-1 0-1 0 0,0 0 1 0 0,1 0 0 0 0,-1 0 0 0 0,0 0 0 0 0,1 1 0 0 0,-1-1-1 0 0,0 0 1 0 0,1 0 0 0 0,-1 0 0 0 0,0 0 0 0 0,0 0-1 0 0,1 0 1 0 0,-1 0 0 0 0,0-1 0 0 0,1 1 0 0 0,0 0 5 0 0,0-1 0 0 0,0 1 1 0 0,0-1-1 0 0,0 0 0 0 0,-1 1 1 0 0,1-1-1 0 0,0 0 0 0 0,0 1 1 0 0,-1-1-1 0 0,1 0 0 0 0,0 0 1 0 0,0-1-1 0 0,20-36-122 0 0,32-77 1 0 0,-26 50-178 0 0,135-247-1303 0 0,-154 298 1516 0 0,-6 11 15 0 0,-5 9-20 0 0,-71 109 626 0 0,35-58-254 0 0,-59 96 406 0 0,-79 117 627 0 0,131-206-878 0 0,-3-3 0 0 0,-62 60 1 0 0,108-118-429 0 0,-20 19 166 0 0,-28 21-1 0 0,45-38-134 0 0,-1 0-1 0 0,0 0 0 0 0,0-1 1 0 0,-1 0-1 0 0,1-1 1 0 0,-1 1-1 0 0,0-2 1 0 0,0 1-1 0 0,-12 2 0 0 0,16-5-33 0 0,1 0-1 0 0,-1 0 0 0 0,0 0 0 0 0,1 0 1 0 0,-1-1-1 0 0,1 1 0 0 0,-1-1 0 0 0,1 0 1 0 0,-1 0-1 0 0,1 0 0 0 0,-1-1 0 0 0,1 1 1 0 0,0-1-1 0 0,0 0 0 0 0,-1 0 0 0 0,1 0 1 0 0,1 0-1 0 0,-1 0 0 0 0,0-1 0 0 0,0 1 1 0 0,1-1-1 0 0,-4-5 0 0 0,-4-6-89 0 0,2 0 0 0 0,-1 0 0 0 0,-10-28 0 0 0,6 14-182 0 0,4 10 81 0 0,-1 0 0 0 0,-1 1 0 0 0,-24-31 0 0 0,27 39 188 0 0,0 0 1 0 0,-1 1-1 0 0,0 0 0 0 0,-1 1 0 0 0,0 0 0 0 0,0 0 0 0 0,0 1 0 0 0,-13-5 0 0 0,-3-1 58 0 0,6 4 1 0 0,1 0 1 0 0,0-2 0 0 0,0 0 0 0 0,1-2 0 0 0,-17-13 0 0 0,33 23-63 0 0,0 1 1 0 0,1-1-1 0 0,-1 1 1 0 0,0 0-1 0 0,0-1 1 0 0,0 1-1 0 0,0 0 1 0 0,0 0-1 0 0,0 0 1 0 0,0 0-1 0 0,0 1 1 0 0,-1-1-1 0 0,1 0 1 0 0,0 1-1 0 0,0 0 1 0 0,-1-1-1 0 0,1 1 1 0 0,-4 0-1 0 0,2 0 6 0 0,1 0 0 0 0,-1-1 0 0 0,1 0 0 0 0,0 0 0 0 0,-7-2 0 0 0,7 2-2 0 0,-1-1 0 0 0,1 1 0 0 0,-1 1 0 0 0,1-1 0 0 0,-8 0 0 0 0,8 0-12 0 0,0 1-1 0 0,0 0 1 0 0,0 0 0 0 0,0-1-1 0 0,0 0 1 0 0,0 1-1 0 0,0-1 1 0 0,1 0-1 0 0,-1 0 1 0 0,0-1 0 0 0,0 1-1 0 0,1-1 1 0 0,-1 1-1 0 0,1-1 1 0 0,0 0-1 0 0,-4-3 1 0 0,0-2-3 0 0,0 0-1 0 0,0-1 1 0 0,-8-15-1 0 0,-12-15-3 0 0,24 35 8 0 0,-1 1-1 0 0,1-1 0 0 0,-1 1 1 0 0,1-1-1 0 0,-1 1 0 0 0,0 0 1 0 0,0 0-1 0 0,0 0 0 0 0,0 1 1 0 0,-5-3-1 0 0,6 4 7 0 0,0-1 0 0 0,0 1-1 0 0,0 0 1 0 0,0 0 0 0 0,0-1 0 0 0,0 1-1 0 0,0 1 1 0 0,0-1 0 0 0,0 0 0 0 0,0 0 0 0 0,0 1-1 0 0,-1-1 1 0 0,1 1 0 0 0,1 0 0 0 0,-1-1 0 0 0,-2 2-1 0 0,-32 21 93 0 0,7-5 24 0 0,20-15-103 0 0,-1 0 1 0 0,1-1-1 0 0,-1 0 1 0 0,1-1-1 0 0,-1 0 1 0 0,-16 0-1 0 0,-21 2 111 0 0,43-2-118 0 0,-1 0-1 0 0,0-1 1 0 0,1 0 0 0 0,-1 0 0 0 0,0 0 0 0 0,-7-2 0 0 0,10 2-6 0 0,0-1 0 0 0,0 0 0 0 0,0 1 1 0 0,0-1-1 0 0,0 0 0 0 0,1 0 0 0 0,-1 0 0 0 0,0 0 0 0 0,1 0 0 0 0,-1 0 1 0 0,1-1-1 0 0,-1 1 0 0 0,1 0 0 0 0,-1-1 0 0 0,1 0 0 0 0,0 1 1 0 0,-2-4-1 0 0,2 2-23 0 0,-1 0 0 0 0,1 0 0 0 0,0 0 1 0 0,0-1-1 0 0,1 1 0 0 0,-1-1 0 0 0,1 1 1 0 0,-1-1-1 0 0,1 1 0 0 0,0 0 0 0 0,1-1 0 0 0,-1 1 1 0 0,0-1-1 0 0,1 1 0 0 0,2-7 0 0 0,2-6-133 0 0,1 0 0 0 0,10-17 0 0 0,1-4-120 0 0,0 1-37 0 0,-13 29 266 0 0,0 0 0 0 0,0-1 0 0 0,-1 1 1 0 0,0-1-1 0 0,1-8 0 0 0,0 5-42 0 0,0 0 0 0 0,0 0 0 0 0,1 0 1 0 0,0 1-1 0 0,1 0 0 0 0,8-12 0 0 0,6-11-121 0 0,37-54-299 0 0,-13 22 443 0 0,-23 40-34 0 0,0-3 137 0 0,-18 24-21 0 0,-1 1 0 0 0,1 0-1 0 0,0 0 1 0 0,0 0 0 0 0,3-4 0 0 0,14-14 53 0 0,-14 14-30 0 0,-1 0 1 0 0,1 1 0 0 0,0 0-1 0 0,1 0 1 0 0,-1 0-1 0 0,8-4 1 0 0,12-10 53 0 0,8-10 101 0 0,0 1-129 0 0,-25 21-86 0 0,1 1-1 0 0,15-8 1 0 0,-15 9 13 0 0,0 0 1 0 0,13-12 0 0 0,47-33 263 0 0,-63 45-244 0 0,10-8-182 0 0,-1-2 1 0 0,20-24 0 0 0,-81 81 429 0 0,27-19-133 0 0,1 2 1 0 0,-14 25 0 0 0,1-1 16 0 0,-8 6 63 0 0,19-28-87 0 0,1 1-1 0 0,1 0 0 0 0,-16 38 1 0 0,8-15 38 0 0,15-31-69 0 0,-9 22 0 0 0,19-22-32 0 0,0-18-62 0 0,0 0-1 0 0,0 0 1 0 0,0-1-1 0 0,0 1 1 0 0,0 0-1 0 0,1-1 1 0 0,-1 1-1 0 0,0 0 1 0 0,0 0-1 0 0,1-1 1 0 0,-1 1-1 0 0,1-1 1 0 0,-1 1-1 0 0,0 0 1 0 0,1-1-1 0 0,-1 1 1 0 0,1-1-1 0 0,-1 1 1 0 0,1-1-1 0 0,0 1 1 0 0,-1-1-1 0 0,1 1 1 0 0,-1-1-1 0 0,1 0 1 0 0,0 1-1 0 0,-1-1 1 0 0,1 0-1 0 0,0 1 1 0 0,-1-1-1 0 0,1 0 1 0 0,0 0-1 0 0,0 0 1 0 0,-1 0-1 0 0,1 0 1 0 0,0 0-1 0 0,0 0 1 0 0,-1 0-1 0 0,1 0 1 0 0,0 0-1 0 0,0 0 1 0 0,-1 0-1 0 0,2-1 0 0 0,1 1 5 0 0,0-1 0 0 0,0 0 0 0 0,0 1 0 0 0,0-1 0 0 0,0 0-1 0 0,-1-1 1 0 0,1 1 0 0 0,0-1 0 0 0,-1 1 0 0 0,4-3 0 0 0,30-32 73 0 0,38-48 1 0 0,-44 47-44 0 0,8-5-492 0 0,1 1-1 0 0,85-66 0 0 0,93-33 1112 0 0,-122 83-970 0 0,-73 43 244 0 0,0 0 136 0 0,1 0-1 0 0,1 1 1 0 0,0 1 0 0 0,31-10-1 0 0,23-2 139 0 0,-27 6-20 0 0,1 3 0 0 0,95-14 0 0 0,-99 24-40 0 0,-1 2 0 0 0,61 5 0 0 0,-91 0-93 0 0,0 1 0 0 0,-1 1 0 0 0,18 6 0 0 0,-22-6-19 0 0,0 0-1 0 0,0-1 0 0 0,1 0 0 0 0,-1-1 0 0 0,1 0 0 0 0,-1-1 0 0 0,16-1 1 0 0,36-1 121 0 0,-42 2-77 0 0,27-3 0 0 0,-42 1-55 0 0,0 0 0 0 0,0-1 0 0 0,0 1 1 0 0,0-1-1 0 0,0-1 0 0 0,0 1 0 0 0,11-8 0 0 0,6-5 8 0 0,-1-1 0 0 0,-1-1 0 0 0,0-1-1 0 0,-2-1 1 0 0,0 0 0 0 0,-1-2 0 0 0,19-25 0 0 0,-14 15 31 0 0,-17 24-62 0 0,-5 7 3 0 0,12 0 25 0 0,-12-1-22 0 0,-1 0 0 0 0,1 0 0 0 0,-1 0 0 0 0,1 0 0 0 0,-1 0 0 0 0,1 0-1 0 0,-1 0 1 0 0,0-1 0 0 0,1 1 0 0 0,-1-1 0 0 0,0 1 0 0 0,1-2 0 0 0,-1 1 7 0 0,49-56 97 0 0,-19 29-45 0 0,-19 19-42 0 0,-12 9-15 0 0,9-3 12 0 0,-6 4-17 0 0,0 1-1 0 0,-1 1 1 0 0,9-1 26 0 0,17-10 0 0 0,-21 6-21 0 0,-3 1 2 0 0,-1 1 1 0 0,1-1-1 0 0,-1 1 0 0 0,1 0 0 0 0,0 0 1 0 0,0 0-1 0 0,0 0 0 0 0,-1 1 1 0 0,7-1-1 0 0,-10 1-7 0 0,1 0 1 0 0,-1 0 0 0 0,1 0-1 0 0,-1 0 1 0 0,1 0-1 0 0,-1 0 1 0 0,0 0 0 0 0,1 0-1 0 0,-1 0 1 0 0,1-1-1 0 0,-1 1 1 0 0,1 0 0 0 0,-1 0-1 0 0,1 0 1 0 0,-1-1 0 0 0,0 1-1 0 0,1 0 1 0 0,-1-1-1 0 0,1 1 1 0 0,-1-1 0 0 0,19-10 12 0 0,-17 9-9 0 0,-2 1-3 0 0,1 0 1 0 0,-1 1-1 0 0,1-1 1 0 0,-1 0-1 0 0,0 0 1 0 0,0 0-1 0 0,1 0 0 0 0,-1 0 1 0 0,0 0-1 0 0,0 0 1 0 0,0 0-1 0 0,0 0 1 0 0,0 0-1 0 0,0-1 0 0 0,-1 0-1 0 0,-1 2 4 0 0,0 0-1 0 0,0-1 0 0 0,0 1 0 0 0,-1 0 1 0 0,1 0-1 0 0,0 0 0 0 0,-4 1 0 0 0,-78-3 75 0 0,70 3-55 0 0,0 0 1 0 0,-22 6-1 0 0,-1-1 14 0 0,-50 13 84 0 0,60-12-86 0 0,23-5-27 0 0,-2-1 1 0 0,1 1-1 0 0,0-1 1 0 0,0 0-1 0 0,-7 0 1 0 0,7-1-2 0 0,-1 1-1 0 0,1 0 1 0 0,-1 0 0 0 0,1 1-1 0 0,-8 3 1 0 0,-10 2 30 0 0,-41 2 50 0 0,24-4-49 0 0,17-2-24 0 0,-4 1 55 0 0,-40 11-1 0 0,52-11-47 0 0,0-1 1 0 0,0 0-1 0 0,-1-1 1 0 0,-27 0 0 0 0,37-1-10 0 0,0 0 0 0 0,-1 1 0 0 0,1 0 1 0 0,0 0-1 0 0,0 0 0 0 0,-1 0 0 0 0,2 1 1 0 0,-1 0-1 0 0,0 1 0 0 0,1-1 0 0 0,-1 1 1 0 0,-7 7-1 0 0,-8 4 9 0 0,-3 2 5 0 0,23-17-26 0 0,15 5 30 0 0,113-8 122 0 0,96 3 69 0 0,-182 3-131 0 0,53 10 0 0 0,-81-10-71 0 0,0 0 0 0 0,0 1 0 0 0,-1 0 1 0 0,1 1-1 0 0,-1 1 0 0 0,0 0 0 0 0,0 0 0 0 0,11 9 1 0 0,-15-9-8 0 0,-1 0 1 0 0,1 1 0 0 0,-2-1 0 0 0,1 1 0 0 0,-1 1 0 0 0,7 9 0 0 0,-10-11-6 0 0,0-1 0 0 0,0 1 0 0 0,-1-1 0 0 0,0 1 0 0 0,0 0 0 0 0,0 0 0 0 0,-1 0 0 0 0,0 0 0 0 0,0 0 0 0 0,0 0 0 0 0,-1 7 0 0 0,-1 2-7 0 0,0 1 0 0 0,-1 0 0 0 0,-1-1 0 0 0,-5 21 0 0 0,-25 59 0 0 0,8-26 0 0 0,8-25 0 0 0,-2-2 0 0 0,-33 56 0 0 0,-3 6 0 0 0,-28 50 0 0 0,24-43 0 0 0,-21 45 0 0 0,22-24 0 0 0,-34 73 0 0 0,10-36 0 0 0,36-84 0 0 0,-96 133 0 0 0,79-137 0 0 0,-110 109 0 0 0,170-187 0 0 0,-23 22 0 0 0,0-1 0 0 0,-45 31 0 0 0,-87 56 0 0 0,76-54 0 0 0,-57 38 0 0 0,110-76 0 0 0,-32 28 0 0 0,-24 16 0 0 0,42-38 0 0 0,-31 22 0 0 0,62-41 0 0 0,9-5 0 0 0,1 0 0 0 0,-1 1 0 0 0,1-1 0 0 0,0 0 0 0 0,-1 1 0 0 0,1-1 0 0 0,-2 3 0 0 0,-2 2 0 0 0,0 1 0 0 0,1 0 0 0 0,0 0 0 0 0,-6 10 0 0 0,-15 20 0 0 0,-4-7 0 0 0,26-28 0 0 0,1 1 0 0 0,-1-1 0 0 0,-1 0 0 0 0,1 0 0 0 0,0 0 0 0 0,0 0 0 0 0,-1-1 0 0 0,1 0 0 0 0,-8 1 0 0 0,0 1 0 0 0,-1-2 0 0 0,-16 1 0 0 0,25-3 0 0 0,0 1 0 0 0,0-1 0 0 0,0 0 0 0 0,0 0 0 0 0,1 0 0 0 0,-1-1 0 0 0,0 1 0 0 0,1-1 0 0 0,-1 0 0 0 0,-4-3 0 0 0,-4-1 0 0 0,11 5 0 0 0,3 1 0 0 0,19-9 0 0 0,1 2 0 0 0,33-7 0 0 0,-33 9 0 0 0,29-10-113 0 0,0-1 0 0 0,-2-2 0 0 0,64-34 0 0 0,34-33-308 0 0,-53 23 226 0 0,19-22-1616 0 0,146-139 0 0 0,-150 125 767 0 0,92-94-1014 0 0,-153 133 910 0 0,64-106 0 0 0,-11 14-173 0 0,54-65-717 0 0,-117 156 906 0 0,54-119 0 0 0,-43 61 206 0 0,10-24-354 0 0,0 28 1765 0 0,-58 111-469 0 0,1 0 1 0 0,0 0 0 0 0,0 0 0 0 0,-1 0-1 0 0,2 1 1 0 0,-1-1 0 0 0,0 1 0 0 0,0 0-1 0 0,5-4 1 0 0,-7 6-15 0 0,0 0 1 0 0,1 0-1 0 0,-1 0 1 0 0,0 1-1 0 0,0-1 0 0 0,0 0 1 0 0,0 0-1 0 0,1 0 0 0 0,-1 0 1 0 0,0 0-1 0 0,0 0 0 0 0,0 1 1 0 0,0-1-1 0 0,1 0 0 0 0,-1 0 1 0 0,0 0-1 0 0,0 1 1 0 0,0-1-1 0 0,0 0 0 0 0,0 0 1 0 0,0 0-1 0 0,0 1 0 0 0,0-1 1 0 0,0 0-1 0 0,1 0 0 0 0,-1 0 1 0 0,0 1-1 0 0,0-1 0 0 0,0 0 1 0 0,0 0-1 0 0,0 1 1 0 0,0-1-1 0 0,0 0 0 0 0,-1 0 1 0 0,1 0-1 0 0,0 1 0 0 0,1 9 86 0 0,-6 12 139 0 0,-1-1 1 0 0,0-1 0 0 0,-17 35-1 0 0,-36 57 983 0 0,48-92-1135 0 0,-27 48 439 0 0,-51 90 840 0 0,-78 97 979 0 0,165-252-2301 0 0,0 0-3 0 0,0 0 0 0 0,0 0-1 0 0,0 0 1 0 0,-1 0 0 0 0,-3 3 0 0 0,15-31 146 0 0,-1 8-92 0 0,10-25 0 0 0,-4 5-255 0 0,71-180-588 0 0,-63 165 396 0 0,26-93-1 0 0,-47 140 352 0 0,6-26-113 0 0,-6 29 119 0 0,-1 0 0 0 0,1 0 0 0 0,-1 0 0 0 0,0 0-1 0 0,0 0 1 0 0,0 0 0 0 0,0 0 0 0 0,-1-1 0 0 0,1 1-1 0 0,0 0 1 0 0,-1-2 0 0 0,0 4 7 0 0,1 0 0 0 0,0-1 1 0 0,0 1-1 0 0,0 0 0 0 0,0 0 0 0 0,0-1 0 0 0,0 1 1 0 0,0 0-1 0 0,-1 0 0 0 0,1 0 0 0 0,0-1 0 0 0,0 1 0 0 0,0 0 1 0 0,-1 0-1 0 0,1 0 0 0 0,0 0 0 0 0,0-1 0 0 0,0 1 1 0 0,-1 0-1 0 0,1 0 0 0 0,0 0 0 0 0,0 0 0 0 0,-1 0 0 0 0,1 0 1 0 0,0 0-1 0 0,0 0 0 0 0,-1 0 0 0 0,1 0 0 0 0,0 0 1 0 0,0 0-1 0 0,-1 0 0 0 0,1 0 0 0 0,0 0 0 0 0,-1 0 1 0 0,-6 7 13 0 0,0 12 7 0 0,0 26 221 0 0,7-43-242 0 0,-2 0 0 0 0,0 0 0 0 0,0 1 0 0 0,2-2 0 0 0,-5 3 34 0 0,1-1 1 0 0,-1 0-1 0 0,0 0 1 0 0,-7 3-1 0 0,5-2 10 0 0,-58 32 370 0 0,19-8-160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2T16:41:07.442"/>
    </inkml:context>
    <inkml:brush xml:id="br0">
      <inkml:brushProperty name="width" value="0.35" units="cm"/>
      <inkml:brushProperty name="height" value="0.35" units="cm"/>
      <inkml:brushProperty name="color" value="#10B981"/>
    </inkml:brush>
  </inkml:definitions>
  <inkml:trace contextRef="#ctx0" brushRef="#br0">2303 3147 4915 0 0,'-3'4'44'0'0,"0"-1"0"0"0,-1 0-1 0 0,1 0 1 0 0,-1-1 0 0 0,1 1 0 0 0,-6 2-1 0 0,4-2 11 0 0,0 1-25 0 0,5-4-20 0 0,-1 1 1 0 0,0 0-1 0 0,0 0 1 0 0,0-1-1 0 0,0 1 1 0 0,0-1-1 0 0,0 1 1 0 0,0 0-1 0 0,0-1 1 0 0,0 0-1 0 0,0 1 1 0 0,0-1-1 0 0,0 0 1 0 0,0 1-1 0 0,-2-1 1 0 0,2-2-10 0 0,-1 1 0 0 0,1 0 18 0 0,-1 1 1 0 0,0-1-1 0 0,0 1 0 0 0,1 0 1 0 0,-1-1-1 0 0,0 1 1 0 0,0 0-1 0 0,1 0 0 0 0,-1 0 1 0 0,0 0-1 0 0,-3 1 1 0 0,-12 0 120 0 0,15-1-137 0 0,-9-3 168 0 0,0 0-1 0 0,-20-8 1 0 0,-6 0 175 0 0,31 10-278 0 0,-1-1 1 0 0,1 1 0 0 0,0-2-1 0 0,0 1 1 0 0,-8-4 0 0 0,3-1 51 0 0,9 7-98 0 0,0-1 0 0 0,1 0 0 0 0,-1 1 0 0 0,0-1 0 0 0,1 0 0 0 0,-1 0 0 0 0,1 0 0 0 0,-1-1 1 0 0,1 1-1 0 0,0 0 0 0 0,0 0 0 0 0,-1-1 0 0 0,1 1 0 0 0,0-1 0 0 0,0 1 0 0 0,0-1 0 0 0,1 1 0 0 0,-1-1 0 0 0,-1-2 0 0 0,-2-9 89 0 0,-1 1 0 0 0,-12-22 0 0 0,-23-54-71 0 0,28 58 11 0 0,-25-45-1 0 0,-46-69 408 0 0,76 132-452 0 0,1-1 1 0 0,0 0-1 0 0,1-1 1 0 0,-4-14-1 0 0,5 17-37 0 0,0 0 0 0 0,-9-18-1 0 0,8 19 7 0 0,1 0 0 0 0,-1 0-1 0 0,-2-15 1 0 0,2 8-46 0 0,-13-31 1 0 0,6 18 28 0 0,31 60 225 0 0,8 31 488 0 0,19 68-1 0 0,33 108 883 0 0,-49-154-919 0 0,-25-71-486 0 0,0 0-1 0 0,1 0 0 0 0,1-1 0 0 0,13 18 1 0 0,1-6 35 0 0,-20-21-182 0 0,-1 0 0 0 0,0 3 57 0 0,1 0 0 0 0,0 0 0 0 0,0 0 1 0 0,0 0-1 0 0,1-1 0 0 0,2 8 0 0 0,-1-4-14 0 0,16 15 252 0 0,-13-13-267 0 0,-5-6 5 0 0,1-1 1 0 0,0 1-1 0 0,0-1 1 0 0,0 0-1 0 0,1 0 0 0 0,-1 0 1 0 0,6 4-1 0 0,-4-2 54 0 0,0 1-1 0 0,0-1 1 0 0,0 0 0 0 0,2 8 0 0 0,-4-11-78 0 0,-30-12 310 0 0,5 0-205 0 0,15 7-11 0 0,0 0 0 0 0,0-1 1 0 0,1 0-1 0 0,-1 0 0 0 0,1 0 0 0 0,-11-10 0 0 0,14 12-69 0 0,0 0-1 0 0,1 0 1 0 0,-1 0-1 0 0,0 1 1 0 0,0 0-1 0 0,0 0 1 0 0,0 0-1 0 0,0 0 1 0 0,0 0-1 0 0,-7 1 1 0 0,-13-3 65 0 0,-138-31 1106 0 0,60 7-500 0 0,71 17-427 0 0,16 5-136 0 0,0-1-1 0 0,0-1 0 0 0,1 0 1 0 0,0-1-1 0 0,-21-16 0 0 0,24 18-26 0 0,0 0 0 0 0,0 0-1 0 0,-1 1 1 0 0,0 0-1 0 0,-17-4 1 0 0,14 5 48 0 0,1-1 0 0 0,0 0 0 0 0,-20-11 0 0 0,-34-21 335 0 0,41 23-152 0 0,0-1 1 0 0,-29-21-1 0 0,38 24-7 0 0,-34-18 0 0 0,14 9-46 0 0,37 20-293 0 0,-18-11 76 0 0,-34-14 0 0 0,41 20-76 0 0,0 0 0 0 0,0-1 0 0 0,-13-10 0 0 0,-21-12 0 0 0,39 25 0 0 0,0 0 0 0 0,0-1 0 0 0,0 0 0 0 0,0 0 0 0 0,1 0 0 0 0,0-1 0 0 0,0 0 0 0 0,0 0 0 0 0,1-1 0 0 0,-6-8 0 0 0,-1-4-41 0 0,9 14 21 0 0,0 0 0 0 0,0 0 1 0 0,0 0-1 0 0,1 0 1 0 0,0 0-1 0 0,-3-9 0 0 0,-11-56-515 0 0,15 64 475 0 0,0 0 0 0 0,1 0 0 0 0,0 0 0 0 0,0-12-1 0 0,-1-16-173 0 0,-15-32-450 0 0,12 53 517 0 0,0 1 0 0 0,-1-1 0 0 0,-10-17 0 0 0,-2-5-10 0 0,-11-23-124 0 0,3 11 74 0 0,-8-20-193 0 0,24 47 296 0 0,-1 0-1 0 0,-13-18 1 0 0,10 7-30 0 0,9 19 94 0 0,-7-13-217 0 0,-23-40 0 0 0,23 45 141 0 0,-18-42-245 0 0,11 18 71 0 0,10 28 137 0 0,0 1 0 0 0,-17-24-1 0 0,-10-5 232 0 0,-3-11-41 0 0,30 42-82 0 0,1-1 0 0 0,0 0 1 0 0,0 0-1 0 0,2-1 0 0 0,-1 0 0 0 0,2 0 1 0 0,-4-19-1 0 0,-5-18-221 0 0,7 30 234 0 0,-7-20-226 0 0,7 26 128 0 0,1-1 0 0 0,0 0 0 0 0,-3-34 0 0 0,-25-127-739 0 0,25 143 623 0 0,4 21 175 0 0,0-1 0 0 0,1 0 0 0 0,1 1 1 0 0,0-18-1 0 0,1-6-128 0 0,0 10-12 0 0,5-40 1 0 0,7-71-510 0 0,-6 12 120 0 0,-9 74 300 0 0,4 46 270 0 0,-1 0 0 0 0,1-1 0 0 0,-1 1 0 0 0,-1 0 0 0 0,1 0 0 0 0,-1-1 0 0 0,0 1 0 0 0,-1 1 0 0 0,-3-9 0 0 0,-31-56-459 0 0,27 56 481 0 0,9 14 21 0 0,0-1 1 0 0,0 1-1 0 0,0 0 1 0 0,0 0-1 0 0,1-1 0 0 0,-1 1 1 0 0,0 0-1 0 0,0-1 1 0 0,1 1-1 0 0,-1-1 0 0 0,1 1 1 0 0,0 0-1 0 0,-1-1 0 0 0,1 0 1 0 0,0 1-1 0 0,0-3 1 0 0,9-78-454 0 0,-14 68 432 0 0,4 13 22 0 0,0 0 1 0 0,1 0-1 0 0,-1 0 0 0 0,1 0 0 0 0,-1-1 0 0 0,1 1 0 0 0,-1 0 0 0 0,1 0 0 0 0,-1-1 0 0 0,1 1 0 0 0,0 0 0 0 0,0-1 0 0 0,0 1 1 0 0,0 0-1 0 0,0-1 0 0 0,0 1 0 0 0,0 0 0 0 0,0-1 0 0 0,1-1 0 0 0,0-2 43 0 0,0 0 0 0 0,0-1-1 0 0,-1 1 1 0 0,0 0 0 0 0,0-1 0 0 0,-1-7-1 0 0,0-7-43 0 0,1 3-19 0 0,1 12 10 0 0,-1 0-1 0 0,0 0 1 0 0,0 0 0 0 0,0 0 0 0 0,0 0-1 0 0,-1 0 1 0 0,0 0 0 0 0,0 0-1 0 0,-2-5 1 0 0,-7 63 309 0 0,-12 86 585 0 0,-7 82 364 0 0,28-56-317 0 0,13-19-203 0 0,-9-32-69 0 0,-3-101-539 0 0,0-13-107 0 0,0 1 3 0 0,0 0 0 0 0,0 0 0 0 0,0-1 0 0 0,0 1 0 0 0,0 0 0 0 0,0 0 0 0 0,0-1 1 0 0,0 1-1 0 0,0 0 0 0 0,1 0 0 0 0,-1-1 0 0 0,0 1 0 0 0,1 0 0 0 0,0 0 0 0 0,0-22 125 0 0,-2 3-162 0 0,-5-30 0 0 0,2 21-5 0 0,-5-67-556 0 0,4-114 0 0 0,4 190 516 0 0,1-1-55 0 0,3-31 0 0 0,32-107-567 0 0,-34 153 677 0 0,-1 0 1 0 0,1-1-1 0 0,-1 1 0 0 0,0-1 1 0 0,-1-5-1 0 0,2-19-95 0 0,0-1 14 0 0,-2 26 83 0 0,1 1 0 0 0,-1-1 1 0 0,0 1-1 0 0,0-1 0 0 0,-2-5 1 0 0,1 7 4 0 0,1 0 0 0 0,1 0 0 0 0,-1 0 0 0 0,0 0 1 0 0,0 0-1 0 0,1 0 0 0 0,-1 0 0 0 0,1 0 1 0 0,-1-1-1 0 0,1 1 0 0 0,0 0 0 0 0,0 0 0 0 0,0-1 1 0 0,0 1-1 0 0,1 0 0 0 0,-1 0 0 0 0,1 0 0 0 0,-1-1 1 0 0,1 1-1 0 0,1-4 0 0 0,12-19-88 0 0,-13 24 91 0 0,-1 1 1 0 0,1 0-1 0 0,0-1 1 0 0,-1 1-1 0 0,1 0 1 0 0,0 0-1 0 0,0 0 1 0 0,-1-1-1 0 0,1 1 1 0 0,0 0-1 0 0,0 0 1 0 0,-1 0-1 0 0,1 0 1 0 0,1 1-1 0 0,4-1 40 0 0,0 1 0 0 0,0 0 1 0 0,0 0-1 0 0,0 1 0 0 0,0 0 0 0 0,-1 0 0 0 0,6 3 1 0 0,26 8 112 0 0,-8-6 195 0 0,48 20 0 0 0,-47-16-59 0 0,39 10-1 0 0,49 12 448 0 0,18 4 37 0 0,-121-34-653 0 0,0 1 1 0 0,-1 1-1 0 0,1 0 0 0 0,-1 1 0 0 0,-1 1 0 0 0,1 0 1 0 0,-1 1-1 0 0,0 0 0 0 0,-1 1 0 0 0,20 18 1 0 0,19 17 199 0 0,60 60 705 0 0,-83-78-769 0 0,-19-18-134 0 0,1 1 0 0 0,9 11 0 0 0,-7-7 33 0 0,0-1 0 0 0,0 0 0 0 0,24 15 0 0 0,-29-21-136 0 0,89 74 812 0 0,-72-60-587 0 0,-20-16-194 0 0,0 0 0 0 0,1 0-1 0 0,-1-1 1 0 0,1 0 0 0 0,0 1 0 0 0,10 3-1 0 0,4 1 118 0 0,0-2 0 0 0,26 6-1 0 0,-40-11-112 0 0,1 1 0 0 0,-1 1 0 0 0,0-1-1 0 0,1 1 1 0 0,-1-1 0 0 0,8 8 0 0 0,0-2 85 0 0,-8-5-95 0 0,-1 0 0 0 0,0 0 0 0 0,-1 0 0 0 0,1 0 0 0 0,0 1 0 0 0,-1-1 0 0 0,0 1 0 0 0,0 0 0 0 0,4 7 0 0 0,-4-7 4 0 0,0 1 0 0 0,1 0 0 0 0,-1-1 0 0 0,6 5 0 0 0,22 22 198 0 0,-19-18-4 0 0,25 19 0 0 0,19 9 11 0 0,64 52 496 0 0,-73-45-742 0 0,-22-24 0 0 0,-18-18 0 0 0,-1 1 0 0 0,1-1 0 0 0,-1 1 0 0 0,8 13 0 0 0,10 18 0 0 0,8 15 0 0 0,-25-40 0 0 0,1 0 0 0 0,15 19 0 0 0,7 10 0 0 0,-6-5 0 0 0,-14-23 0 0 0,0 1 0 0 0,14 30 0 0 0,-19-33 0 0 0,1-1 0 0 0,1 0 0 0 0,0 0 0 0 0,0-1 0 0 0,16 18 0 0 0,-10-13 0 0 0,4 4 0 0 0,-11-13 0 0 0,0 0 0 0 0,-1 1 0 0 0,0 0 0 0 0,0 0 0 0 0,5 9 0 0 0,56 111 0 0 0,60 120 0 0 0,-85-147 0 0 0,-28-71 0 0 0,16 50 0 0 0,-10-3 0 0 0,0 32 0 0 0,-14-84 0 0 0,-2-14 0 0 0,-1 1 0 0 0,0 1 0 0 0,0 11 0 0 0,7 117 0 0 0,-2-98 0 0 0,-2 37 0 0 0,-5-78 0 0 0,0-1 0 0 0,0 0 0 0 0,0 1 0 0 0,0-1 0 0 0,0 1 0 0 0,0-1 0 0 0,0 0 0 0 0,0 1 0 0 0,-1-1 0 0 0,1 1 0 0 0,0-1 0 0 0,0 0 0 0 0,0 1 0 0 0,-1-1 0 0 0,1 0 0 0 0,0 1 0 0 0,0-1 0 0 0,-1 0 0 0 0,1 1 0 0 0,0-1 0 0 0,-1 0 0 0 0,1 0 0 0 0,0 1 0 0 0,-1-1 0 0 0,1 0 0 0 0,0 0 0 0 0,-1 0 0 0 0,0 1 0 0 0,-14 0 0 0 0,-12-8 0 0 0,19 2-40 0 0,1 0 1 0 0,0 0-1 0 0,0-1 1 0 0,0 0-1 0 0,-10-12 1 0 0,-28-38-367 0 0,14 15 268 0 0,-40-49-679 0 0,-46-53 88 0 0,41 69 876 0 0,65 63-133 0 0,10 9-11 0 0,0 1 0 0 0,-1 0-1 0 0,1 0 1 0 0,0 0-1 0 0,0-1 1 0 0,-1 1-1 0 0,1 0 1 0 0,0 0 0 0 0,-1 1-1 0 0,1-1 1 0 0,-1 0-1 0 0,1 0 1 0 0,-1 1-1 0 0,0-1 1 0 0,1 1-1 0 0,-1-1 1 0 0,0 1 0 0 0,1 0-1 0 0,-1 0 1 0 0,0 0-1 0 0,1 0 1 0 0,-3 0-1 0 0,-4-1 8 0 0,0 1-1 0 0,-1 1 0 0 0,1-1 0 0 0,0 1 1 0 0,0 1-1 0 0,0-1 0 0 0,0 1 0 0 0,0 1 1 0 0,1 0-1 0 0,-10 4 0 0 0,7-2 10 0 0,0 1-1 0 0,0 0 0 0 0,1 0 1 0 0,-1 1-1 0 0,1 0 0 0 0,1 1 1 0 0,0 0-1 0 0,0 1 0 0 0,0-1 1 0 0,1 1-1 0 0,-10 18 0 0 0,15-24-14 0 0,1 1-1 0 0,0 0 1 0 0,0-1 0 0 0,0 1-1 0 0,1 0 1 0 0,-1-1-1 0 0,1 1 1 0 0,0 0-1 0 0,0 5 1 0 0,6 36 38 0 0,-1-14-2 0 0,11 142 142 0 0,11 12 5 0 0,-23-164-169 0 0,1 15 58 0 0,2 66-1 0 0,-7-102-74 0 0,0 1-1 0 0,0 0 1 0 0,0-1-1 0 0,0 1 1 0 0,0 0-1 0 0,-1 0 1 0 0,1-1-1 0 0,0 1 1 0 0,0 0-1 0 0,0-1 1 0 0,-1 1-1 0 0,1 0 1 0 0,0-1-1 0 0,-1 1 1 0 0,1-1-1 0 0,-1 1 1 0 0,1-1-1 0 0,0 1 1 0 0,-1-1-1 0 0,1 1 1 0 0,-1-1-1 0 0,0 1 1 0 0,1-1-1 0 0,-1 1 1 0 0,-1 0 1 0 0,1-1 1 0 0,-1 1-1 0 0,1-1 1 0 0,-1 1 0 0 0,1-1-1 0 0,-1 0 1 0 0,1 0-1 0 0,-1 0 1 0 0,1 0-1 0 0,-4 0 1 0 0,0-1 5 0 0,-1 0-1 0 0,0 0 1 0 0,1 0 0 0 0,0-1 0 0 0,-6-2 0 0 0,4 0 10 0 0,1 0 1 0 0,0 0-1 0 0,-11-9 0 0 0,-6-4 6 0 0,7 5 30 0 0,0-1 0 0 0,-24-24-1 0 0,23 20-134 0 0,-28-21-1 0 0,-56-42-50 0 0,26 19-118 0 0,29 28 137 0 0,27 20 139 0 0,1 0 1 0 0,0-2-1 0 0,-16-16 1 0 0,8 4 1 0 0,-21-23 32 0 0,28 28-33 0 0,-1 1 0 0 0,-27-21 1 0 0,24 21-161 0 0,-34-36 1 0 0,28 24 162 0 0,16 19-62 0 0,1 0 0 0 0,0-1 0 0 0,-12-22 0 0 0,16 25-133 0 0,-1 0 0 0 0,-11-13 0 0 0,11 13-31 0 0,0 0 1 0 0,-9-14-1 0 0,-5-6 6 0 0,8 7 231 0 0,-3-9-180 0 0,-48-129-944 0 0,40 101 754 0 0,4 12 31 0 0,-17-43-347 0 0,36 85 596 0 0,0 0 0 0 0,-9-15 0 0 0,8 16-4 0 0,0 0 0 0 0,0 0 0 0 0,-4-14 0 0 0,5 10-30 0 0,-1 1 0 0 0,0-1 0 0 0,-1 1 0 0 0,0 0 0 0 0,-9-12 0 0 0,-37-44-206 0 0,30 39 158 0 0,18 24 78 0 0,-5-7 43 0 0,1 1 1 0 0,0-2 0 0 0,-11-19 0 0 0,5 0-75 0 0,8 16 2 0 0,-1 0-1 0 0,-14-24 1 0 0,17 34 69 0 0,1-1 1 0 0,-1 1-1 0 0,1-1 0 0 0,1 0 1 0 0,-1 1-1 0 0,0-1 0 0 0,1 0 1 0 0,0 0-1 0 0,0-6 1 0 0,0-5-123 0 0,2-25 0 0 0,0 10 26 0 0,-2 16 23 0 0,-1 1 0 0 0,0 0 0 0 0,-1 0 0 0 0,0 0 0 0 0,-1 0 0 0 0,-7-16 0 0 0,5 14-32 0 0,1 0-1 0 0,0 0 1 0 0,-3-31 0 0 0,7 40 84 0 0,0 0-1 0 0,0 0 1 0 0,1 0 0 0 0,0 0-1 0 0,0 0 1 0 0,3-13-1 0 0,0 5-57 0 0,-1 1-1 0 0,-1-1 0 0 0,-1 0 1 0 0,0 0-1 0 0,-4-29 0 0 0,-2 5-231 0 0,-1-66-1 0 0,6 75 147 0 0,-1-1 0 0 0,-2 1-1 0 0,-7-31 1 0 0,7 23 8 0 0,4 32 128 0 0,0 0 0 0 0,-1 0 0 0 0,1 0 0 0 0,-1 0 0 0 0,-1 0 1 0 0,-2-10-1 0 0,-8-26-181 0 0,10 36 186 0 0,0-1 0 0 0,0 0 0 0 0,1 0 0 0 0,0 0 0 0 0,1 0 0 0 0,0 0 0 0 0,0 0 0 0 0,0 0 0 0 0,1-1-1 0 0,0 1 1 0 0,2-7 0 0 0,-3 13 36 0 0,0 1-1 0 0,0-1 1 0 0,0 1-1 0 0,0 0 1 0 0,0-1-1 0 0,1 1 1 0 0,-1-1 0 0 0,0 1-1 0 0,0-1 1 0 0,1 1-1 0 0,-1-1 1 0 0,0 1-1 0 0,1 0 1 0 0,-1-1-1 0 0,0 1 1 0 0,1 0-1 0 0,-1-1 1 0 0,1 1-1 0 0,-1 0 1 0 0,0 0-1 0 0,1-1 1 0 0,-1 1 0 0 0,1 0-1 0 0,-1 0 1 0 0,1 0-1 0 0,-1-1 1 0 0,1 1-1 0 0,-1 0 1 0 0,1 0-1 0 0,-1 0 1 0 0,1 0-1 0 0,-1 0 1 0 0,1 0-1 0 0,17 9-57 0 0,-15-8 57 0 0,10 6 126 0 0,0 0 1 0 0,0-1-1 0 0,16 4 0 0 0,-23-8-110 0 0,8 3 97 0 0,1 0 0 0 0,0-1 0 0 0,15 1 0 0 0,-19-2-22 0 0,0 0 0 0 0,0 0 1 0 0,21 9-1 0 0,-15-5-11 0 0,99 45 759 0 0,-97-40-712 0 0,-2 1 0 0 0,1 1 1 0 0,-1 0-1 0 0,15 17 0 0 0,3 2 182 0 0,119 111 1105 0 0,-121-118-1211 0 0,-23-20-122 0 0,-1 1 0 0 0,-1 0 0 0 0,1 1 0 0 0,10 12 0 0 0,-19-20-78 0 0,0 0-1 0 0,0 0 0 0 0,0 0 0 0 0,0 1 1 0 0,0-1-1 0 0,1 0 0 0 0,-1 0 1 0 0,0 0-1 0 0,0 0 0 0 0,0 0 1 0 0,0 0-1 0 0,0 0 0 0 0,0 0 1 0 0,0 0-1 0 0,0 0 0 0 0,0 0 1 0 0,0 0-1 0 0,0 1 0 0 0,0-1 1 0 0,0 0-1 0 0,0 0 0 0 0,0 0 1 0 0,0 0-1 0 0,0 0 0 0 0,1 0 1 0 0,-1 0-1 0 0,0 0 0 0 0,0 1 1 0 0,0-1-1 0 0,0 0 0 0 0,0 0 1 0 0,0 0-1 0 0,-1 0 0 0 0,1 0 1 0 0,0 0-1 0 0,0 0 0 0 0,0 0 1 0 0,0 1-1 0 0,0-1 0 0 0,0 0 1 0 0,0 0-1 0 0,0 0 0 0 0,0 0 1 0 0,0 0-1 0 0,0 0 0 0 0,0 0 1 0 0,0 0-1 0 0,0 0 0 0 0,0 0 1 0 0,0 1-1 0 0,-1-1 0 0 0,1 0 0 0 0,0 0 1 0 0,0 0-1 0 0,0 0 0 0 0,0 0 1 0 0,0 0-1 0 0,0 0 0 0 0,0 0 1 0 0,0 0-1 0 0,0 0 0 0 0,-1 0 1 0 0,1 0-1 0 0,-11-2 52 0 0,-19-10 84 0 0,25 10-106 0 0,-18-8 239 0 0,-39-25 0 0 0,39 21-2 0 0,-38-18 1 0 0,21 16-35 0 0,-157-63 955 0 0,176 71-1034 0 0,0 0 0 0 0,1-2 0 0 0,-28-17 0 0 0,-9-3 296 0 0,40 21-255 0 0,0 0-1 0 0,-22-15 1 0 0,35 21-161 0 0,0 0-1 0 0,-1 0 0 0 0,1 0 1 0 0,0 1-1 0 0,-1 0 1 0 0,0 0-1 0 0,1 0 1 0 0,-1 0-1 0 0,-8-1 1 0 0,9 3-9 0 0,1 0 1 0 0,-1 0-1 0 0,1 0 0 0 0,0 0 1 0 0,-1 0-1 0 0,1 1 1 0 0,-1 0-1 0 0,1 0 0 0 0,-1 0 1 0 0,1 0-1 0 0,0 0 1 0 0,0 1-1 0 0,0-1 1 0 0,-6 4-1 0 0,1 1 62 0 0,1 1 1 0 0,-12 11-1 0 0,15-14-43 0 0,0 0-1 0 0,0 1 1 0 0,-1-1-1 0 0,1-1 1 0 0,-1 1 0 0 0,0-1-1 0 0,0 0 1 0 0,0 0-1 0 0,0 0 1 0 0,-1 0 0 0 0,-7 1-1 0 0,13-3-36 0 0,-1-1-1 0 0,1 0 0 0 0,-1 0 0 0 0,1 0 1 0 0,-1 0-1 0 0,1 0 0 0 0,-1 0 0 0 0,1 0 1 0 0,-1-1-1 0 0,1 1 0 0 0,-1 0 0 0 0,1 0 1 0 0,-1 0-1 0 0,1 0 0 0 0,-1-1 1 0 0,1 1-1 0 0,-1 0 0 0 0,1-1 0 0 0,-1 1 1 0 0,1 0-1 0 0,-1-1 0 0 0,1 1 0 0 0,0 0 1 0 0,-1-1-1 0 0,-5-15 110 0 0,4-23-153 0 0,2 33-45 0 0,4-76-443 0 0,-3 72 397 0 0,0 0 1 0 0,0 0-1 0 0,1 0 1 0 0,0 0-1 0 0,4-12 1 0 0,-4 16 67 0 0,0 0 0 0 0,1 0 0 0 0,-1 0-1 0 0,1 1 1 0 0,1-1 0 0 0,-1 1 0 0 0,1-1 0 0 0,0 1 0 0 0,6-6 0 0 0,-7 9 64 0 0,-1 0 0 0 0,1 1 1 0 0,0-1-1 0 0,1 0 1 0 0,-1 1-1 0 0,0 0 1 0 0,0 0-1 0 0,0 0 1 0 0,1 0-1 0 0,-1 0 1 0 0,1 1-1 0 0,-1 0 1 0 0,0-1-1 0 0,6 2 1 0 0,7-1 24 0 0,29 6 1 0 0,-25-3-4 0 0,21 2 19 0 0,-7-2 15 0 0,-1 2 1 0 0,53 14 0 0 0,-77-16-47 0 0,1 1-1 0 0,-1 0 1 0 0,1 0 0 0 0,-1 1-1 0 0,0 0 1 0 0,-1 0 0 0 0,1 1-1 0 0,-1 1 1 0 0,0-1 0 0 0,-1 1-1 0 0,0 0 1 0 0,13 16 0 0 0,-16-16-7 0 0,32 43 121 0 0,54 59 1 0 0,-62-82-64 0 0,1-1 1 0 0,2-1 0 0 0,37 24 0 0 0,108 56 181 0 0,-134-81-185 0 0,17 9 8 0 0,10 4 65 0 0,-2 4 0 0 0,67 53 1 0 0,-107-72-82 0 0,81 71 101 0 0,-88-74-109 0 0,-1 0 1 0 0,-1 2-1 0 0,18 27 1 0 0,49 60 132 0 0,-84-106-179 0 0,268 435 174 0 0,-166-203-174 0 0,-65-139 0 0 0,-21-51 0 0 0,20 90 0 0 0,-23-62 0 0 0,-13-70 0 0 0,-1 0 0 0 0,0-1 0 0 0,1 0 0 0 0,-1 0 0 0 0,0 1 0 0 0,0-1 0 0 0,0 0 0 0 0,0 1 0 0 0,0-1 0 0 0,0 0 0 0 0,0 1 0 0 0,0-1 0 0 0,-1 0 0 0 0,0 3 0 0 0,1-4 0 0 0,-1 0 0 0 0,1 0 0 0 0,0 0 0 0 0,-1 0 0 0 0,1 0 0 0 0,0 0 0 0 0,-1 0 0 0 0,1 0 0 0 0,0 0 0 0 0,-1 0 0 0 0,1-1 0 0 0,0 1 0 0 0,-1 0 0 0 0,1 0 0 0 0,0 0 0 0 0,-1 0 0 0 0,1-1 0 0 0,0 1 0 0 0,-1 0 0 0 0,1 0 0 0 0,0 0 0 0 0,0-1 0 0 0,-1 1 0 0 0,1 0 0 0 0,0-1 0 0 0,0 1 0 0 0,0 0 0 0 0,-1 0 0 0 0,1-1 0 0 0,-9-10 0 0 0,8 10 0 0 0,-56-70-415 0 0,-69-91-1133 0 0,-128-256-2084 0 0,248 406 3514 0 0,-36-67-807 0 0,-3 3-1 0 0,-57-74 1 0 0,72 110 596 0 0,-8-9-490 0 0,-87-87 0 0 0,106 121 941 0 0,0 0 1 0 0,-1 1-1 0 0,-1 1 0 0 0,0 1 1 0 0,0 1-1 0 0,-44-15 0 0 0,-146-31 919 0 0,114 34-636 0 0,-30-9 223 0 0,86 25-352 0 0,28 5-205 0 0,-1-1-1 0 0,1 0 0 0 0,0 0 1 0 0,-15-7-1 0 0,1-1 132 0 0,14 6-89 0 0,1 0 0 0 0,-23-14-1 0 0,16 8-7 0 0,15 7-86 0 0,1 0 1 0 0,-1 0-1 0 0,1-1 1 0 0,0 1-1 0 0,1-1 0 0 0,-1 0 1 0 0,1 0-1 0 0,0 0 0 0 0,0 0 1 0 0,-2-7-1 0 0,-1-3-15 0 0,4 8-87 0 0,5 7 98 0 0,-4 0-10 0 0,1 1 0 0 0,0-1 1 0 0,-1 1-1 0 0,1-1 0 0 0,-1 1 1 0 0,1-1-1 0 0,0 1 1 0 0,-1-1-1 0 0,1 1 0 0 0,-1-1 1 0 0,1 1-1 0 0,-1 0 0 0 0,0-1 1 0 0,1 2-1 0 0,22 55 192 0 0,-9-25-61 0 0,12 48 1 0 0,3 22 287 0 0,4 0 1 0 0,66 137-1 0 0,31 8 350 0 0,-58-116-419 0 0,-41-78-49 0 0,58 76 1 0 0,59 65 434 0 0,-79-105-472 0 0,46 66 257 0 0,32 42 270 0 0,-82-116-589 0 0,-51-64-207 0 0,-8-10 0 0 0,1 0 0 0 0,7 14 0 0 0,-14-21 0 0 0,0 1 0 0 0,0-1 0 0 0,0 0 0 0 0,1 0 0 0 0,-1 0 0 0 0,0 0 0 0 0,0 0 0 0 0,0 0 0 0 0,0 0 0 0 0,0 0 0 0 0,0 0 0 0 0,0 0 0 0 0,0 0 0 0 0,0 0 0 0 0,0 1 0 0 0,0-1 0 0 0,0 0 0 0 0,0 0 0 0 0,0 0 0 0 0,0 0 0 0 0,0 0 0 0 0,0 0 0 0 0,0 0 0 0 0,0 0 0 0 0,0 1 0 0 0,0-1 0 0 0,0 0 0 0 0,0 0 0 0 0,0 0 0 0 0,0 0 0 0 0,0 0 0 0 0,0 0 0 0 0,0 0 0 0 0,0 0 0 0 0,0 0 0 0 0,0 1 0 0 0,0-1 0 0 0,0 0 0 0 0,0 0 0 0 0,0 0 0 0 0,0 0 0 0 0,0 0 0 0 0,0 0 0 0 0,-1 0 0 0 0,1 0 0 0 0,0 0 0 0 0,0 0 0 0 0,0 0 0 0 0,0 0 0 0 0,0 0 0 0 0,0 0 0 0 0,0 0 0 0 0,0 1 0 0 0,-1-1 0 0 0,-6-2 0 0 0,-8-5 0 0 0,2-3-69 0 0,1 1 0 0 0,-19-20 0 0 0,12 12-6 0 0,-49-48-796 0 0,4-3 1 0 0,-62-82 0 0 0,-93-164-1819 0 0,-45-116-836 0 0,204 316 2491 0 0,28 51 460 0 0,-10-7 128 0 0,-5-11 122 0 0,43 72 286 0 0,0 1 1 0 0,1-1 0 0 0,0 1 0 0 0,1-1 0 0 0,0 0 0 0 0,0 0-1 0 0,1 0 1 0 0,0 0 0 0 0,0 0 0 0 0,1 0 0 0 0,1 0 0 0 0,2-17 0 0 0,-1-2-69 0 0,-2 22 90 0 0,1 0-1 0 0,-1 0 1 0 0,1 0 0 0 0,0 0 0 0 0,0 1 0 0 0,4-10 0 0 0,-3 10 0 0 0,-1 3 15 0 0,-1 1 1 0 0,0-1-1 0 0,1 1 0 0 0,0-1 1 0 0,-1 1-1 0 0,1-1 1 0 0,0 1-1 0 0,-1-1 0 0 0,1 1 1 0 0,0 0-1 0 0,0 0 1 0 0,0-1-1 0 0,0 1 0 0 0,1 0 1 0 0,-1 0-1 0 0,0 0 0 0 0,0 0 1 0 0,1 0-1 0 0,-1 0 1 0 0,0 1-1 0 0,1-1 0 0 0,-1 0 1 0 0,1 1-1 0 0,-1-1 1 0 0,1 1-1 0 0,-1-1 0 0 0,1 1 1 0 0,0 0-1 0 0,-1 0 1 0 0,3-1-1 0 0,5 2 55 0 0,0 0 0 0 0,1 0 1 0 0,-1 1-1 0 0,0 0 0 0 0,0 1 0 0 0,0 0 1 0 0,10 5-1 0 0,61 34 510 0 0,-63-32-424 0 0,42 27 397 0 0,-2 2 0 0 0,60 56 0 0 0,-76-65 16 0 0,79 46 0 0 0,-81-53-325 0 0,37 16 374 0 0,-55-29-431 0 0,-1 0 0 0 0,-1 0 0 0 0,0 2 1 0 0,31 24-1 0 0,-3 9 247 0 0,-1 3 1 0 0,-3 1-1 0 0,-2 2 1 0 0,-2 2-1 0 0,-2 1 0 0 0,39 79 1 0 0,98 172 1566 0 0,-167-297-1959 0 0,-5-8-28 0 0,-4-6-1 0 0,-14-27-190 0 0,-2 2 1 0 0,-26-35-1 0 0,-2-4-134 0 0,30 46 120 0 0,-215-343-2828 0 0,-30 21 35 0 0,234 315 2709 0 0,11 10 266 0 0,-1 2 0 0 0,-1 0 0 0 0,0 1 1 0 0,-37-27-1 0 0,53 44 38 0 0,-1-1 0 0 0,0 1 0 0 0,0 0 0 0 0,0 0 0 0 0,0 0 0 0 0,0 0 1 0 0,-1 0-1 0 0,1 1 0 0 0,0-1 0 0 0,0 1 0 0 0,-1 0 0 0 0,-5 1 0 0 0,-17-3 110 0 0,8-1-77 0 0,7 0 42 0 0,0 2 0 0 0,-18-2 0 0 0,1 9 108 0 0,27-6-189 0 0,0 0 1 0 0,0 0-1 0 0,0 0 1 0 0,0 0-1 0 0,0 0 1 0 0,-1 0-1 0 0,1 0 1 0 0,0 1-1 0 0,0-1 1 0 0,0 0-1 0 0,0 1 1 0 0,0-1-1 0 0,0 0 1 0 0,0 1 0 0 0,0-1-1 0 0,0 1 1 0 0,0 0-1 0 0,0-1 1 0 0,1 1-1 0 0,-1 0 1 0 0,0-1-1 0 0,0 1 1 0 0,0 0-1 0 0,1 0 1 0 0,-2 1-1 0 0,2-1 3 0 0,0 1 0 0 0,0-1 0 0 0,-1 1-1 0 0,1-1 1 0 0,0 0 0 0 0,0 1 0 0 0,1-1 0 0 0,-1 1-1 0 0,0-1 1 0 0,0 1 0 0 0,1-1 0 0 0,-1 0-1 0 0,0 1 1 0 0,1-1 0 0 0,0 0 0 0 0,-1 1 0 0 0,1-1-1 0 0,0 0 1 0 0,1 2 0 0 0,11 20 188 0 0,15 38 1 0 0,-12-25-19 0 0,163 281 1294 0 0,-142-257-1210 0 0,208 299 1515 0 0,-212-317-1429 0 0,1-2-1 0 0,58 52 1 0 0,-84-85-302 0 0,-6-5-27 0 0,1 0-1 0 0,-1 0 1 0 0,0 0-1 0 0,1 0 1 0 0,-1 1-1 0 0,0-1 1 0 0,3 6-1 0 0,-4-6-20 0 0,-12-6 0 0 0,-14-11 87 0 0,1 0 183 0 0,-28-13 0 0 0,24 14-109 0 0,0-1 0 0 0,1-1-1 0 0,-34-27 1 0 0,-68-68-1196 0 0,125 107 971 0 0,-31-29-490 0 0,2-2 1 0 0,-56-76-1 0 0,-40-90-1112 0 0,83 126 1038 0 0,3 8-322 0 0,-2 1 0 0 0,-107-118 0 0 0,145 177 1018 0 0,1 0-8 0 0,0 1 0 0 0,0 1 0 0 0,0-1 0 0 0,-1 1 0 0 0,-12-7 1 0 0,19 11-61 0 0,0 1 0 0 0,0 0 1 0 0,-1 0-1 0 0,1 0 0 0 0,0 0 1 0 0,0 0-1 0 0,-1 0 0 0 0,1-1 1 0 0,0 1-1 0 0,-1 0 1 0 0,1 0-1 0 0,0 0 0 0 0,0 0 1 0 0,-1 0-1 0 0,1 0 0 0 0,0 0 1 0 0,-1 0-1 0 0,1 0 1 0 0,0 0-1 0 0,-1 0 0 0 0,1 1 1 0 0,0-1-1 0 0,0 0 0 0 0,-1 0 1 0 0,1 0-1 0 0,0 0 1 0 0,-1 0-1 0 0,1 0 0 0 0,0 1 1 0 0,0-1-1 0 0,0 0 0 0 0,-1 0 1 0 0,1 0-1 0 0,0 1 1 0 0,-2 12 61 0 0,6 14 51 0 0,-4-26-113 0 0,7 17 103 0 0,0 0 0 0 0,0-1 0 0 0,2 0 0 0 0,0 0 0 0 0,12 16 0 0 0,-9-15-8 0 0,265 375 1779 0 0,-118-204-883 0 0,-22-27-216 0 0,13 11 166 0 0,-45-63-137 0 0,-24-31-159 0 0,-80-79-642 0 0,0 1 1 0 0,-1 0 0 0 0,1-1 0 0 0,0 1-1 0 0,-1-1 1 0 0,1 0 0 0 0,0 1-1 0 0,-1-1 1 0 0,1 1 0 0 0,0-1-1 0 0,0 0 1 0 0,0 0 0 0 0,-1 1 0 0 0,1-1-1 0 0,0 0 1 0 0,0 0 0 0 0,0 0-1 0 0,-1 0 1 0 0,1 0 0 0 0,0 0-1 0 0,0 0 1 0 0,0 0 0 0 0,0 0 0 0 0,-1-1-1 0 0,1 1 1 0 0,0 0 0 0 0,0 0-1 0 0,-1-1 1 0 0,1 1 0 0 0,0 0-1 0 0,0-1 1 0 0,-1 1 0 0 0,1-1 0 0 0,0 1-1 0 0,-1-1 1 0 0,1 1 0 0 0,-1-1-1 0 0,1 0 1 0 0,0 1 0 0 0,-1-1 0 0 0,1 0-1 0 0,-1 1 1 0 0,0-1 0 0 0,1 0-1 0 0,-1 1 1 0 0,0-1 0 0 0,1 0-1 0 0,-1 0 1 0 0,0 0 0 0 0,0 0 0 0 0,10-38 77 0 0,-6 19-297 0 0,2 0-1 0 0,9-25 0 0 0,-14 41 181 0 0,0-1-1 0 0,0 0 1 0 0,0 0 0 0 0,-1 1-1 0 0,0-1 1 0 0,0 0 0 0 0,0 0-1 0 0,-1 0 1 0 0,1 1-1 0 0,-1-1 1 0 0,-3-9 0 0 0,-1-11-179 0 0,1 6 51 0 0,-1 0 0 0 0,0 0 0 0 0,-9-18 0 0 0,9 25 90 0 0,0-4-19 0 0,-2 2-1 0 0,0-1 1 0 0,-1 1 0 0 0,0 0 0 0 0,-1 0 0 0 0,0 1 0 0 0,-1 0 0 0 0,-21-19-1 0 0,-25-25-280 0 0,32 36 241 0 0,-37-46-1 0 0,52 56 28 0 0,0-1 0 0 0,1 0-1 0 0,1-1 1 0 0,0 0 0 0 0,1 0 0 0 0,-7-20 0 0 0,9 21 5 0 0,-6-19-188 0 0,10 29 281 0 0,0 0 0 0 0,-1 1 0 0 0,1-1 0 0 0,0 0 0 0 0,0 0 0 0 0,0 0 0 0 0,0 1 0 0 0,0-1 0 0 0,1 0 0 0 0,-1 0 0 0 0,0 0 0 0 0,1 1-1 0 0,1-4 1 0 0,-2 4 11 0 0,1 0 0 0 0,-1 1 0 0 0,1-1 0 0 0,-1 0-1 0 0,1 1 1 0 0,0-1 0 0 0,-1 1 0 0 0,1-1 0 0 0,0 1-1 0 0,-1-1 1 0 0,1 1 0 0 0,0 0 0 0 0,0-1 0 0 0,-1 1-1 0 0,1 0 1 0 0,0 0 0 0 0,0-1 0 0 0,0 1 0 0 0,0 0-1 0 0,-1 0 1 0 0,1 0 0 0 0,0 0 0 0 0,0 0-1 0 0,0 0 1 0 0,0 0 0 0 0,-1 0 0 0 0,1 0 0 0 0,0 1-1 0 0,0-1 1 0 0,1 1 0 0 0,27 11 57 0 0,-21-7-22 0 0,11 4 40 0 0,0 1-1 0 0,0 1 1 0 0,-1 1-1 0 0,-1 0 0 0 0,0 2 1 0 0,0 0-1 0 0,-1 0 1 0 0,-1 2-1 0 0,16 21 0 0 0,-14-14 27 0 0,-2 0 0 0 0,0 1 0 0 0,-2 1-1 0 0,0 0 1 0 0,-2 1 0 0 0,13 45-1 0 0,27 107 451 0 0,-45-160-474 0 0,-1 1 1 0 0,-1-1-1 0 0,0 1 1 0 0,1 34-1 0 0,-5-47-60 0 0,-1 0 1 0 0,1 0-1 0 0,-1 0 0 0 0,0 1 0 0 0,-1-1 0 0 0,1-1 1 0 0,-1 1-1 0 0,0 0 0 0 0,-1 0 0 0 0,-5 10 0 0 0,6-13-6 0 0,0-1 0 0 0,0 1 0 0 0,0-1 0 0 0,0 1 0 0 0,0-1 0 0 0,-1 0-1 0 0,1 0 1 0 0,-1 0 0 0 0,0 0 0 0 0,0 0 0 0 0,1 0 0 0 0,-1-1 0 0 0,0 1-1 0 0,0-1 1 0 0,0 0 0 0 0,-1 0 0 0 0,1 0 0 0 0,0-1 0 0 0,0 1 0 0 0,-1-1-1 0 0,-5 1 1 0 0,-4-2 29 0 0,1 0 1 0 0,-1-1-1 0 0,0 0 0 0 0,1-1 0 0 0,-1-1 0 0 0,1 0 0 0 0,0-1 0 0 0,0 0 0 0 0,0 0 0 0 0,1-1 1 0 0,-11-8-1 0 0,-11-9-206 0 0,2-1-1 0 0,-37-37 1 0 0,32 27-221 0 0,2-1 0 0 0,0-2 0 0 0,3-2-1 0 0,-36-56 1 0 0,42 52-105 0 0,2-1-1 0 0,2-1 1 0 0,-28-90 0 0 0,45 121 327 0 0,1 2 55 0 0,0 1 1 0 0,-1 0-1 0 0,0 0 1 0 0,-11-18 0 0 0,14 28 104 0 0,1 0 0 0 0,0 1 0 0 0,-1-1 0 0 0,1 1 1 0 0,-1-1-1 0 0,1 1 0 0 0,-1-1 0 0 0,1 1 1 0 0,-1-1-1 0 0,0 1 0 0 0,1 0 0 0 0,-1-1 1 0 0,1 1-1 0 0,-1 0 0 0 0,0 0 0 0 0,1-1 0 0 0,-1 1 1 0 0,0 0-1 0 0,1 0 0 0 0,-2 0 0 0 0,2 0 2 0 0,-1 0-1 0 0,1 0 0 0 0,-1 0 1 0 0,1 0-1 0 0,0 0 0 0 0,-1 0 1 0 0,1 0-1 0 0,0 0 0 0 0,-1 1 1 0 0,1-1-1 0 0,0 0 0 0 0,0 0 1 0 0,-1 0-1 0 0,1 1 0 0 0,0-1 1 0 0,-1 0-1 0 0,1 0 0 0 0,0 1 1 0 0,0-1-1 0 0,0 0 0 0 0,-1 0 1 0 0,1 1-1 0 0,0-1 0 0 0,0 0 1 0 0,0 1-1 0 0,-1-1 0 0 0,1 0 1 0 0,0 1-1 0 0,0-1 0 0 0,0 0 1 0 0,0 1-1 0 0,0-1 0 0 0,0 1 1 0 0,0-1-1 0 0,0 0 0 0 0,0 1 1 0 0,1 10 14 0 0,0 1 1 0 0,1-1-1 0 0,1 0 1 0 0,4 14-1 0 0,3 12 137 0 0,39 151 456 0 0,25 175 641 0 0,-26-116-419 0 0,-42-222-718 0 0,0 0 1 0 0,2-1 0 0 0,1 0 0 0 0,16 33 0 0 0,-16-42-24 0 0,0 0 0 0 0,0 0-1 0 0,2-1 1 0 0,0-1 0 0 0,0 0-1 0 0,1 0 1 0 0,19 15 0 0 0,-24-23-66 0 0,-5-2-9 0 0,1-1 0 0 0,-1 0-1 0 0,1 0 1 0 0,-1 0 0 0 0,1-1 0 0 0,-1 1-1 0 0,1 0 1 0 0,0-1 0 0 0,0 0-1 0 0,0 0 1 0 0,4 1 0 0 0,-7-3-12 0 0,-1 0 0 0 0,1 0 0 0 0,0 0 0 0 0,-1-1 1 0 0,1 1-1 0 0,-1 0 0 0 0,0 0 0 0 0,1 0 0 0 0,-1 0 0 0 0,0 0 0 0 0,0-1 0 0 0,-92-125-529 0 0,49 64-191 0 0,-52-58-1 0 0,-113-87-1052 0 0,77 82 704 0 0,-44-79-550 0 0,138 158 1578 0 0,32 39 82 0 0,-1-1 0 0 0,0 2 1 0 0,-1-1-1 0 0,-16-12 0 0 0,19 19 32 0 0,6 7-30 0 0,6 7 46 0 0,83 114 670 0 0,-15-19-158 0 0,110 111 578 0 0,-97-119-659 0 0,-28-29-139 0 0,110 122 748 0 0,-130-148-727 0 0,-34-41-373 0 0,-6-4-26 0 0,1 0-1 0 0,-1 0 1 0 0,1 0-1 0 0,-1 1 1 0 0,1-1 0 0 0,-1 0-1 0 0,1 1 1 0 0,-1-1-1 0 0,0 0 1 0 0,1 1-1 0 0,-1-1 1 0 0,1 0-1 0 0,-1 1 1 0 0,0-1 0 0 0,1 1-1 0 0,-1-1 1 0 0,0 0-1 0 0,0 1 1 0 0,1 0-1 0 0,-21-5 115 0 0,6-2-47 0 0,0 0 1 0 0,0-1-1 0 0,-25-17 0 0 0,-37-33-360 0 0,41 30 63 0 0,-171-141-1287 0 0,178 141 1223 0 0,0-1-1 0 0,3-1 0 0 0,0-1 0 0 0,-37-61 0 0 0,44 59 13 0 0,2-2 1 0 0,1 1-1 0 0,2-2 1 0 0,-13-47-1 0 0,20 56 95 0 0,1-1-1 0 0,1 1 0 0 0,1-1 0 0 0,2 0 1 0 0,0 1-1 0 0,6-47 0 0 0,-1 42-41 0 0,2 1-1 0 0,1 1 0 0 0,2-1 1 0 0,17-41-1 0 0,-20 58 124 0 0,0 0 1 0 0,1 1-1 0 0,0-1 1 0 0,1 2-1 0 0,0-1 1 0 0,1 1-1 0 0,1 0 1 0 0,-1 1-1 0 0,2 0 1 0 0,-1 1-1 0 0,23-15 1 0 0,-24 19 154 0 0,0 0-1 0 0,-1 1 1 0 0,2 0 0 0 0,-1 1-1 0 0,0 0 1 0 0,1 1 0 0 0,0 0 0 0 0,-1 0-1 0 0,12 0 1 0 0,-6 2 46 0 0,0 0 0 0 0,0 1 0 0 0,0 0 0 0 0,0 2 0 0 0,18 4 0 0 0,10 7 283 0 0,-1 2-1 0 0,77 41 1 0 0,-107-51-320 0 0,334 191 2028 0 0,-316-175-1764 0 0,0 1-1 0 0,-1 1 1 0 0,41 46 0 0 0,-69-69-314 0 0,1 0 1 0 0,-1 0-1 0 0,0 0 0 0 0,0 0 1 0 0,0 0-1 0 0,0 0 0 0 0,1 0 0 0 0,-1-1 1 0 0,1 1-1 0 0,2 0 0 0 0,1-3-25 0 0,-6-8 40 0 0,-6-9-79 0 0,-1 0-1 0 0,0 1 1 0 0,-2 0 0 0 0,0 1 0 0 0,-14-18 0 0 0,-7-13-180 0 0,-176-331-1766 0 0,107 188 1010 0 0,98 189 973 0 0,-30-58-556 0 0,-48-66 0 0 0,73 112 514 0 0,6 14 55 0 0,1 0 1 0 0,0 0-1 0 0,0 0 1 0 0,0-1-1 0 0,0 1 1 0 0,0 0-1 0 0,-1 0 1 0 0,1 0-1 0 0,0-1 1 0 0,0 1-1 0 0,0 0 1 0 0,0 0-1 0 0,0 0 1 0 0,0 0-1 0 0,0-1 1 0 0,0 1-1 0 0,0 0 1 0 0,0 0 0 0 0,0-1-1 0 0,0 1 1 0 0,0 0-1 0 0,0 0 1 0 0,0 0-1 0 0,0-1 1 0 0,0 1-1 0 0,0 0 1 0 0,0 0-1 0 0,0 0 1 0 0,0-1-1 0 0,0 1 1 0 0,0 0-1 0 0,0 0 1 0 0,0 0-1 0 0,0-1 1 0 0,1 1-1 0 0,-1 0 1 0 0,0 0-1 0 0,0 0 1 0 0,0 0-1 0 0,0-1 1 0 0,1 1-1 0 0,-1 0 1 0 0,0 0 0 0 0,0 0-1 0 0,0 0 1 0 0,0 0-1 0 0,1 0 1 0 0,-1 0-1 0 0,0 0 1 0 0,0-1-1 0 0,0 1 1 0 0,1 0-1 0 0,-1 0 1 0 0,0 0-1 0 0,0 0 1 0 0,0 0-1 0 0,1 0 1 0 0,-1 0-1 0 0,0 0 1 0 0,0 0-1 0 0,1 0 1 0 0,-1 0-1 0 0,0 0 1 0 0,0 1-1 0 0,0-1 1 0 0,1 0-1 0 0,-1 0 1 0 0,0 0-1 0 0,0 0 1 0 0,4 2 19 0 0,1 1 1 0 0,-1-1-1 0 0,-1 1 1 0 0,1 0-1 0 0,0 0 1 0 0,-1 0-1 0 0,0 1 0 0 0,1-1 1 0 0,-1 1-1 0 0,4 7 1 0 0,6 5 105 0 0,97 114 1095 0 0,95 146 1 0 0,-146-188-694 0 0,197 277 1633 0 0,-22-67-250 0 0,-228-291-1803 0 0,-5-4-82 0 0,1 0 1 0 0,0 0-1 0 0,1 0 0 0 0,-1-1 1 0 0,0 1-1 0 0,1-1 0 0 0,0 0 1 0 0,-1 0-1 0 0,1 0 0 0 0,4 2 1 0 0,-7-4-22 0 0,0 0 0 0 0,1 0 0 0 0,-1 0 0 0 0,0 0 0 0 0,1 0 0 0 0,-1 0 0 0 0,0 0 0 0 0,0 0 0 0 0,1 0 0 0 0,-1 0 0 0 0,0 0 0 0 0,1 0 0 0 0,-1 0 0 0 0,0 0 0 0 0,0-1 1 0 0,1 1-1 0 0,-1 0 0 0 0,0 0 0 0 0,0 0 0 0 0,1-1 0 0 0,-1 1 0 0 0,0 0 0 0 0,0 0 0 0 0,0 0 0 0 0,1-1 0 0 0,-1 1 0 0 0,0 0 0 0 0,0 0 0 0 0,0-1 0 0 0,0 1 0 0 0,0 0 0 0 0,0-1 0 0 0,1 1 0 0 0,-1 0 0 0 0,0-1 0 0 0,0 1 1 0 0,0 0-1 0 0,0 0 0 0 0,0-1 0 0 0,0 1 0 0 0,0 0 0 0 0,0-1 0 0 0,0 1 0 0 0,0 0 0 0 0,-1-1 0 0 0,1 1 0 0 0,-2-17 73 0 0,2 16-60 0 0,-5-14-121 0 0,0 0 0 0 0,-1 1 0 0 0,0-1-1 0 0,-1 1 1 0 0,-1 1 0 0 0,-9-14 0 0 0,-5-8-140 0 0,-145-280-1893 0 0,-56-172-1083 0 0,212 462 3050 0 0,-87-193-1235 0 0,67 157 662 0 0,-57-84 0 0 0,45 74 194 0 0,34 58 516 0 0,21 42 6 0 0,18 30 744 0 0,48 72 1 0 0,-40-71-369 0 0,38 70 1170 0 0,87 201 0 0 0,-160-326-1496 0 0,3 9 94 0 0,0 0 0 0 0,-1 1-1 0 0,0-1 1 0 0,-1 1 0 0 0,0 0 0 0 0,1 24 0 0 0,-5-39-115 0 0,1 1 0 0 0,-1-1 0 0 0,0 0 0 0 0,0 0 0 0 0,0 0 0 0 0,0 1 0 0 0,0-1 0 0 0,0 0 0 0 0,0 0 0 0 0,0 0 0 0 0,0 1 0 0 0,0-1 0 0 0,-1 0 0 0 0,1 0 0 0 0,0 0 0 0 0,0 1 0 0 0,0-1 0 0 0,0 0 0 0 0,0 0 0 0 0,0 0 0 0 0,0 0 0 0 0,0 1 0 0 0,0-1 0 0 0,-1 0 0 0 0,1 0 0 0 0,0 0 0 0 0,0 0 0 0 0,0 1 0 0 0,0-1 0 0 0,-1 0 0 0 0,1 0 0 0 0,0 0 0 0 0,0 0 0 0 0,0 0 0 0 0,0 0 0 0 0,-1 0 0 0 0,1 0 0 0 0,0 0 0 0 0,0 0 0 0 0,-1 0 0 0 0,1 0 0 0 0,0 0 0 0 0,0 0 0 0 0,0 0 0 0 0,-1 0 0 0 0,1 0 0 0 0,0 0 0 0 0,-13-7 109 0 0,-11-15 98 0 0,24 22-208 0 0,-96-110-323 0 0,9 8-311 0 0,33 47 249 0 0,-2 3-1 0 0,-3 2 0 0 0,-1 3 0 0 0,-3 2 1 0 0,-1 3-1 0 0,-86-41 0 0 0,-109-40 468 0 0,161 72 564 0 0,58 29-221 0 0,-48-19 0 0 0,76 37-330 0 0,0 1 1 0 0,0 0 0 0 0,0 1 0 0 0,-1 0 0 0 0,-16-1 0 0 0,3 3 138 0 0,-41 5 1 0 0,36 1 26 0 0,1 1 0 0 0,-54 19 0 0 0,41-11 69 0 0,32-11-252 0 0,0 0 1 0 0,-14 7 0 0 0,25-10-71 0 0,-1 0 1 0 0,0 0-1 0 0,1 0 0 0 0,-1 0 0 0 0,0 0 1 0 0,1 0-1 0 0,-1 0 0 0 0,1 0 1 0 0,0 0-1 0 0,-1 0 0 0 0,1 0 0 0 0,0 0 1 0 0,0 1-1 0 0,0-1 0 0 0,0 0 1 0 0,0 0-1 0 0,0 2 0 0 0,1 24 70 0 0,0-21-49 0 0,24 279 1398 0 0,-20-247-1160 0 0,2-1 0 0 0,2 0 1 0 0,22 64-1 0 0,-6-39 299 0 0,41 75-1 0 0,-32-80-160 0 0,2-3-1 0 0,2-1 1 0 0,3-1 0 0 0,2-3-1 0 0,85 76 1 0 0,-50-49 158 0 0,-77-74-505 0 0,0-1-50 0 0,-1-1 0 0 0,1 1 1 0 0,-1-1-1 0 0,1 1 0 0 0,-1-1 1 0 0,1 1-1 0 0,-1-1 0 0 0,1 0 1 0 0,0 1-1 0 0,-1-1 1 0 0,1 0-1 0 0,-1 0 0 0 0,1 1 1 0 0,0-1-1 0 0,-1 0 0 0 0,1 0 1 0 0,0 0-1 0 0,1 0 0 0 0,-2 0-4 0 0,1 0 0 0 0,-1-1 0 0 0,1 1 0 0 0,0 0 0 0 0,-1-1 0 0 0,1 1 0 0 0,-1-1 0 0 0,0 1 0 0 0,1-1 0 0 0,-1 1 0 0 0,1-1 0 0 0,-1 1 0 0 0,0-1 0 0 0,1 1 0 0 0,-1-1 0 0 0,0 0 0 0 0,1 1 0 0 0,-1-1 0 0 0,0 1 0 0 0,0-1 0 0 0,0 0 0 0 0,0 1 0 0 0,0-1 0 0 0,0 0 0 0 0,0 0 0 0 0,1-1 10 0 0,-1 1-14 0 0,-1 1 0 0 0,1-1 0 0 0,-1 0 0 0 0,1 1 0 0 0,-1-1 0 0 0,1 1 0 0 0,-1-1 0 0 0,1 1 0 0 0,-1-1 0 0 0,0 1 0 0 0,1 0 0 0 0,-1-1 0 0 0,0 1 0 0 0,1 0 0 0 0,-1-1 0 0 0,0 1 0 0 0,1 0 0 0 0,-1 0 0 0 0,0 0 0 0 0,-1-1 0 0 0,0 1 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2T16:41:07.441"/>
    </inkml:context>
    <inkml:brush xml:id="br0">
      <inkml:brushProperty name="width" value="0.35" units="cm"/>
      <inkml:brushProperty name="height" value="0.35" units="cm"/>
      <inkml:brushProperty name="color" value="#10B981"/>
    </inkml:brush>
  </inkml:definitions>
  <inkml:trace contextRef="#ctx0" brushRef="#br0">1031 2598 4915 0 0,'0'0'5'0'0,"0"0"0"0"0,0 0 0 0 0,0 0 0 0 0,0 0 0 0 0,0 0 0 0 0,0 0 0 0 0,0 0 0 0 0,0 0 1 0 0,0 0-1 0 0,0 0 0 0 0,0 0 0 0 0,0 0 0 0 0,0 0 0 0 0,0 0 0 0 0,0-1 0 0 0,0 1 0 0 0,0 0 0 0 0,0 0 0 0 0,0 0 0 0 0,0 0 0 0 0,0 0 0 0 0,0 0 0 0 0,0 0 0 0 0,0 0 0 0 0,0 0 0 0 0,0 0 1 0 0,0 0-1 0 0,0 0 0 0 0,0 0 0 0 0,0 0 0 0 0,0 0 0 0 0,0 0 0 0 0,0 0 0 0 0,0-2 0 0 0,0 2 0 0 0,0 0 0 0 0,0 0 0 0 0,0 0 0 0 0,0 0 0 0 0,0 0 0 0 0,0 0 0 0 0,0 0 0 0 0,0 0 0 0 0,-1 0 1 0 0,1 0-1 0 0,0 0 0 0 0,0 0 0 0 0,0 0 0 0 0,0 0 0 0 0,0 0 0 0 0,0 0 0 0 0,0 0 0 0 0,0 0 0 0 0,0 0 0 0 0,0 0 0 0 0,0 0 0 0 0,0 0 0 0 0,0 0 0 0 0,0 0 0 0 0,0 0 0 0 0,-1 0 0 0 0,1 0 1 0 0,8-5 39 0 0,0-1-49 0 0,-2 5 51 0 0,7 8 72 0 0,-11-6-104 0 0,154 95 1258 0 0,-119-72-871 0 0,-29-18-296 0 0,1 0 1 0 0,1-1-1 0 0,-1 1 0 0 0,18 5 0 0 0,-26-14-114 0 0,-6-7 49 0 0,-7-7 138 0 0,-27-36-40 0 0,-116-159-404 0 0,104 141 147 0 0,28 38 40 0 0,-1 0 0 0 0,-28-59 0 0 0,39 71 73 0 0,36 51-33 0 0,65 115 1107 0 0,-48-84-678 0 0,-29-40-169 0 0,-11-16-63 0 0,-9-14-73 0 0,-17-28-49 0 0,1 0-1 0 0,-19-41 1 0 0,21 35-97 0 0,-91-172-381 0 0,107 203 410 0 0,5 8 19 0 0,-1-1-1 0 0,1 1 1 0 0,0-1 0 0 0,0 1 0 0 0,0-1 0 0 0,0 1-1 0 0,1 0 1 0 0,-1-7 0 0 0,2 11 13 0 0,0 0-1 0 0,0 0 1 0 0,0 0-1 0 0,0-2 1 0 0,0 2-1 0 0,0 0 1 0 0,0 0-1 0 0,0 0 1 0 0,0 0-1 0 0,0 0 1 0 0,0 0-1 0 0,0 0 1 0 0,0 0-1 0 0,0 0 1 0 0,0 0-1 0 0,1 0 1 0 0,-1 0-1 0 0,0 0 1 0 0,0 0-1 0 0,0 0 1 0 0,0 0-1 0 0,0-1 1 0 0,0 1-1 0 0,0 0 1 0 0,0 0-1 0 0,0 0 1 0 0,0 0-1 0 0,0 0 1 0 0,0 0-1 0 0,0 0 1 0 0,0 0-1 0 0,0 0 1 0 0,0 0 0 0 0,0 0-1 0 0,0 0 1 0 0,1 0-1 0 0,-1 0 1 0 0,0 0-1 0 0,0 0 1 0 0,0 0-1 0 0,0 0 1 0 0,0 0-1 0 0,0 0 1 0 0,0 0-1 0 0,0 0 1 0 0,0 0-1 0 0,0 0 1 0 0,0 0-1 0 0,0 0 1 0 0,0 0-1 0 0,0 0 1 0 0,0 0-1 0 0,1 0 1 0 0,-1 0-1 0 0,0 1 1 0 0,0-1-1 0 0,0 0 1 0 0,0 0-1 0 0,0 0 1 0 0,0 0-1 0 0,0 0 1 0 0,0 0-1 0 0,0 0 1 0 0,0 0-1 0 0,0 0 1 0 0,7 7 77 0 0,8 12 70 0 0,15 30 297 0 0,-2 1 0 0 0,25 64 0 0 0,-49-107-378 0 0,-1 1 0 0 0,-1 0 0 0 0,1-1 0 0 0,-1 1 0 0 0,1 13 0 0 0,-3-21-66 0 0,0 0-1 0 0,0 0 1 0 0,0 0 0 0 0,0 0-1 0 0,0 1 1 0 0,0-1-1 0 0,0 0 1 0 0,0 0 0 0 0,0 0-1 0 0,0 1 1 0 0,0-1-1 0 0,0 0 1 0 0,0 0 0 0 0,0 0-1 0 0,0 1 1 0 0,0-1-1 0 0,0 0 1 0 0,-1 0 0 0 0,1 0-1 0 0,0 0 1 0 0,0 2-1 0 0,0-2 1 0 0,0 0 0 0 0,0 0-1 0 0,0 0 1 0 0,-1 0-1 0 0,1 0 1 0 0,0 1 0 0 0,0-1-1 0 0,0 0 1 0 0,0 0-1 0 0,-1 0 1 0 0,1 0-1 0 0,0 0 1 0 0,0 0 0 0 0,0 0-1 0 0,0 0 1 0 0,-1 0-1 0 0,1 0 1 0 0,0 0 0 0 0,0 0-1 0 0,0 0 1 0 0,-1 0-1 0 0,1 0 1 0 0,0 0 0 0 0,0 0-1 0 0,0 0 1 0 0,-2 0-1 0 0,2 0 1 0 0,0 0 0 0 0,0 0-1 0 0,0 0 1 0 0,0 0-1 0 0,-1 0 1 0 0,1 0 0 0 0,0-1-1 0 0,0 1 1 0 0,0 0-1 0 0,0 0 1 0 0,-1 0 0 0 0,1 0-1 0 0,0 0 1 0 0,0 0-1 0 0,0-2 1 0 0,-12-8 126 0 0,-15-24-172 0 0,2-1 0 0 0,0-2-1 0 0,-22-47 1 0 0,21 35-57 0 0,-234-441-1194 0 0,256 480 1257 0 0,-1 1 0 0 0,1-1 0 0 0,-4-15 0 0 0,8 23 26 0 0,3 5-11 0 0,2 5 21 0 0,37 86 767 0 0,-3 1-1 0 0,27 110 1 0 0,-64-199-756 0 0,1 8 76 0 0,0-1 1 0 0,0 1-1 0 0,0 16 1 0 0,-3-29-78 0 0,0 0 1 0 0,0 1-1 0 0,0-1 1 0 0,0 0 0 0 0,0 0-1 0 0,0 0 1 0 0,0 0-1 0 0,0 0 1 0 0,-1 0-1 0 0,1 0 1 0 0,0 1 0 0 0,-1-1-1 0 0,0 1 1 0 0,1-2-8 0 0,0 0 1 0 0,0 0 0 0 0,-2 0-1 0 0,2 0 1 0 0,0 0-1 0 0,0 0 1 0 0,0 0 0 0 0,-1 0-1 0 0,1 0 1 0 0,0 0-1 0 0,0 0 1 0 0,0 0 0 0 0,-1 0-1 0 0,1 0 1 0 0,0 0-1 0 0,0 0 1 0 0,-1 0 0 0 0,1 0-1 0 0,0 0 1 0 0,0 0-1 0 0,0 0 1 0 0,-1 0 0 0 0,1 0-1 0 0,0 0 1 0 0,0 0-1 0 0,0-1 1 0 0,0 1 0 0 0,-1 0-1 0 0,1 0 1 0 0,0 0-1 0 0,0 0 1 0 0,0-1 0 0 0,0 1-1 0 0,-1 0 1 0 0,-14-26 173 0 0,5 1-226 0 0,1-1 0 0 0,-9-53-1 0 0,5 22-104 0 0,-2-10-33 0 0,-111-495-1421 0 0,124 555 1587 0 0,1 0 0 0 0,1-1-1 0 0,-1 1 1 0 0,1-1 0 0 0,1-11-1 0 0,-1 19 25 0 0,0 0-1 0 0,0 0 1 0 0,0 0-1 0 0,0 0 1 0 0,0 1-1 0 0,0-1 1 0 0,0 0-1 0 0,0 0 1 0 0,1 0-1 0 0,-1 0 1 0 0,0 0-1 0 0,0 0 1 0 0,0 0-1 0 0,0 1 1 0 0,0-1 0 0 0,0 0-1 0 0,0 0 1 0 0,0 0-1 0 0,0 0 1 0 0,0 0-1 0 0,0 0 1 0 0,1 0-1 0 0,-1 0 1 0 0,0 0-1 0 0,0 0 1 0 0,0 0-1 0 0,0 0 1 0 0,0 0-1 0 0,0 1 1 0 0,0-1-1 0 0,1 0 1 0 0,-1 0-1 0 0,0 0 1 0 0,0 0-1 0 0,0 0 1 0 0,0 0 0 0 0,0 0-1 0 0,0 0 1 0 0,1 0-1 0 0,-1 0 1 0 0,0 0-1 0 0,0-1 1 0 0,0 1-1 0 0,0 0 1 0 0,0 0-1 0 0,0 0 1 0 0,0 0-1 0 0,2 0 1 0 0,-2 0-1 0 0,0 0 1 0 0,0 0-1 0 0,0 0 1 0 0,0 0-1 0 0,0 0 1 0 0,0 0-1 0 0,0-1 1 0 0,0 1 0 0 0,0 0-1 0 0,1 0 1 0 0,-1 0-1 0 0,0 0 1 0 0,0 0-1 0 0,0 0 1 0 0,0 0-1 0 0,0-1 1 0 0,4 10-42 0 0,9 19 256 0 0,-3 1 0 0 0,11 43-1 0 0,-2-6 155 0 0,53 175 888 0 0,-69-217-1124 0 0,-5-17-32 0 0,-5-17 42 0 0,-21-64-339 0 0,3-1 1 0 0,-17-79-1 0 0,13 39-114 0 0,-53-200-610 0 0,80 305 890 0 0,0 6 17 0 0,1-1 0 0 0,0 1 1 0 0,1 1-1 0 0,-1-2 0 0 0,1 1 0 0 0,-2-1 0 0 0,2-5 0 0 0,5 16 24 0 0,-2-2 0 0 0,1 2-1 0 0,-2-1 1 0 0,6 12 0 0 0,2 18 266 0 0,-1 3 1 0 0,6 54-1 0 0,-15-90-260 0 0,0 0-1 0 0,0 1 1 0 0,0-1 0 0 0,0 0-1 0 0,-1 0 1 0 0,1 0 0 0 0,-2 1-1 0 0,2 0 1 0 0,-1-2 0 0 0,0 1-1 0 0,-2 5 1 0 0,3-7-11 0 0,0 0 0 0 0,0 1 1 0 0,0-1-1 0 0,-1 0 0 0 0,1 0 0 0 0,0 1 1 0 0,0-1-1 0 0,0 0 0 0 0,-1 0 0 0 0,1 0 1 0 0,0 1-1 0 0,0-1 0 0 0,-2 0 0 0 0,2 0 1 0 0,0 0-1 0 0,0 0 0 0 0,-1 0 1 0 0,1 1-1 0 0,0-1 0 0 0,0 0 0 0 0,-1 0 1 0 0,1 0-1 0 0,0 0 0 0 0,-1 0 0 0 0,1 0 1 0 0,0 0-1 0 0,0 0 0 0 0,-1 0 0 0 0,0 0 1 0 0,1-1-1 0 0,-1 1 0 0 0,0-1 0 0 0,1 0 1 0 0,-2 1-1 0 0,2-1 0 0 0,-1 1 1 0 0,1-1-1 0 0,-1 0 0 0 0,1 0 0 0 0,-1 1 1 0 0,1-1-1 0 0,-1-1 0 0 0,1 1 1 0 0,0 0-1 0 0,-1-1 0 0 0,-9-32-95 0 0,1-2-1 0 0,1 1 1 0 0,-5-55-1 0 0,11 29-173 0 0,4-78-1 0 0,3 89 122 0 0,0-26-48 0 0,-5 74 182 0 0,-1-1 1 0 0,1 1-1 0 0,0 0 1 0 0,-1 0-1 0 0,0-1 0 0 0,1 1 1 0 0,-1 0-1 0 0,0 1 1 0 0,-1-4-1 0 0,-6-12-55 0 0,-16-64-201 0 0,23 73 234 0 0,1 0 0 0 0,-1 1-1 0 0,1-1 1 0 0,0 0 0 0 0,0 0-1 0 0,2-8 1 0 0,-2 15 31 0 0,0 1-1 0 0,0 0 1 0 0,0 0-1 0 0,0-1 0 0 0,0 1 1 0 0,0 0-1 0 0,0 0 1 0 0,0-1-1 0 0,0 1 1 0 0,1 0-1 0 0,-1 0 1 0 0,0-2-1 0 0,0 2 1 0 0,0 0-1 0 0,0 0 0 0 0,0 0 1 0 0,1-1-1 0 0,-1 1 1 0 0,0 0-1 0 0,0 0 1 0 0,0 0-1 0 0,0-1 1 0 0,1 1-1 0 0,-1 0 0 0 0,0 0 1 0 0,0 0-1 0 0,1 0 1 0 0,-1 0-1 0 0,0 0 1 0 0,0 0-1 0 0,2-1 1 0 0,-2 1-1 0 0,0 0 1 0 0,0 0-1 0 0,1 0 0 0 0,-1 0 1 0 0,0 0-1 0 0,0 0 1 0 0,1 0-1 0 0,-1 0 1 0 0,0 0-1 0 0,0 0 1 0 0,1 0-1 0 0,-1 1 0 0 0,0-1 1 0 0,0 0-1 0 0,1 0 1 0 0,-1 0-1 0 0,0 0 1 0 0,0 0-1 0 0,1 0 1 0 0,-1 1-1 0 0,0-1 1 0 0,0 0-1 0 0,0 0 0 0 0,1 0 1 0 0,-1 0-1 0 0,0 1 1 0 0,0-1-1 0 0,0 0 1 0 0,0 0-1 0 0,0 2 1 0 0,1-2-1 0 0,-1 0 0 0 0,9 17 126 0 0,-7-15-118 0 0,17 39 453 0 0,23 76 0 0 0,3 45 418 0 0,-37-132-733 0 0,-2 0 69 0 0,0 1 0 0 0,-1-1-1 0 0,-1 53 1 0 0,-6-74-206 0 0,-3-14 17 0 0,-1-11 73 0 0,-2-13-105 0 0,2 0-1 0 0,-3-55 0 0 0,7-61-454 0 0,3 87 304 0 0,-1 51 135 0 0,0 0-1 0 0,0 2 1 0 0,1-2 0 0 0,0 2-1 0 0,0-2 1 0 0,0 0 0 0 0,2 2-1 0 0,-1-1 1 0 0,2-6 0 0 0,-4 11 20 0 0,0 1 0 0 0,0 0 0 0 0,1-1 0 0 0,-1 1 0 0 0,0-1 1 0 0,0 1-1 0 0,0 0 0 0 0,2-1 0 0 0,-2 1 0 0 0,0 0 0 0 0,1-2 1 0 0,-1 2-1 0 0,0 0 0 0 0,1 0 0 0 0,-1-1 0 0 0,0 1 1 0 0,1 0-1 0 0,-1 0 0 0 0,0-1 0 0 0,1 1 0 0 0,-1 0 0 0 0,1 0 1 0 0,-1 0-1 0 0,0 0 0 0 0,1 0 0 0 0,-1 0 0 0 0,2 0 0 0 0,-2 0 1 0 0,0 0-1 0 0,1 0 0 0 0,0 0 0 0 0,0 0 9 0 0,-1 1-1 0 0,1-1 1 0 0,0 1 0 0 0,0-1-1 0 0,0 2 1 0 0,-1-2 0 0 0,2 1-1 0 0,-1 0 1 0 0,-1-1 0 0 0,1 1-1 0 0,-1 0 1 0 0,1 0 0 0 0,0 1-1 0 0,13 29 223 0 0,-6 6-133 0 0,2 2 210 0 0,5 62 0 0 0,-9 116 566 0 0,-6-213-860 0 0,-1 1-15 0 0,-2-10 17 0 0,-3-14 70 0 0,4-38-258 0 0,3 1 0 0 0,2-2 1 0 0,13-67-1 0 0,-14 113 128 0 0,-1 3 4 0 0,1 0 0 0 0,-1 1 0 0 0,1-1 0 0 0,0 0 0 0 0,6-12 0 0 0,-8 21 43 0 0,1 0 0 0 0,-1-1 0 0 0,0 1 0 0 0,0 0 1 0 0,0 0-1 0 0,0 0 0 0 0,0 0 0 0 0,0 0 0 0 0,1 0 0 0 0,-1 0 0 0 0,0 0 0 0 0,0-1 0 0 0,0 1 0 0 0,0 0 1 0 0,0 0-1 0 0,1 0 0 0 0,-1 0 0 0 0,0 0 0 0 0,0 0 0 0 0,0 0 0 0 0,0 0 0 0 0,0 0 0 0 0,2 0 0 0 0,-2 0 1 0 0,0 0-1 0 0,0 0 0 0 0,0 0 0 0 0,0 0 0 0 0,1 0 0 0 0,-1 0 0 0 0,0 0 0 0 0,0 1 0 0 0,0-1 0 0 0,0 0 1 0 0,0 0-1 0 0,1 0 0 0 0,-1 0 0 0 0,0 0 0 0 0,0 0 0 0 0,0 0 0 0 0,0 0 0 0 0,0 1 0 0 0,0-1 0 0 0,0 0 1 0 0,0 0-1 0 0,1 0 0 0 0,-1 0 0 0 0,0 0 0 0 0,0 1 0 0 0,0-1 0 0 0,0 0 0 0 0,0 0 0 0 0,0 0 0 0 0,6 11-26 0 0,42 224 746 0 0,-35-165-456 0 0,9 77 334 0 0,-20-119-428 0 0,0 2 0 0 0,-7 58 0 0 0,2-76-128 0 0,-2-21 52 0 0,1-23 41 0 0,1-19-410 0 0,3 0 0 0 0,12-74-1 0 0,30-99-590 0 0,-39 216 834 0 0,-2 1-4 0 0,1-1 1 0 0,0 2-1 0 0,1-2 0 0 0,-1 1 0 0 0,0 1 1 0 0,2-1-1 0 0,-1 0 0 0 0,5-5 0 0 0,-8 12 36 0 0,0-1 0 0 0,0 1 0 0 0,0 0-1 0 0,1 0 1 0 0,-1 0 0 0 0,0 0 0 0 0,0 0-1 0 0,0 0 1 0 0,0-1 0 0 0,0 1 0 0 0,0 0 0 0 0,0 0-1 0 0,1 0 1 0 0,-1 0 0 0 0,0 0 0 0 0,0 0-1 0 0,0 0 1 0 0,0 0 0 0 0,1 0 0 0 0,-1 0-1 0 0,0-1 1 0 0,0 1 0 0 0,0 0 0 0 0,0 0-1 0 0,0 0 1 0 0,1 0 0 0 0,-1 0 0 0 0,0 0 0 0 0,0 0-1 0 0,0 0 1 0 0,0 0 0 0 0,1 0 0 0 0,-1 1-1 0 0,0-1 1 0 0,0 0 0 0 0,0 0 0 0 0,0 0-1 0 0,2 0 1 0 0,-2 0 0 0 0,0 0 0 0 0,0 0 0 0 0,0 0-1 0 0,0 0 1 0 0,0 0 0 0 0,1 1 0 0 0,2 10-24 0 0,-1 13-12 0 0,-5 76 737 0 0,-31 192-1 0 0,28-264-605 0 0,4-10-11 0 0,0-2 1 0 0,-3 2-1 0 0,1 0 0 0 0,-10 18 1 0 0,14-36-85 0 0,0 0 1 0 0,0 1 0 0 0,0-1-1 0 0,0 0 1 0 0,0 0-1 0 0,0 1 1 0 0,0-1 0 0 0,0 0-1 0 0,-1 0 1 0 0,1 1 0 0 0,0-1-1 0 0,0 0 1 0 0,0 0-1 0 0,0 2 1 0 0,-1-2 0 0 0,1 0-1 0 0,0 0 1 0 0,0 0-1 0 0,-1 0 1 0 0,1 1 0 0 0,0-1-1 0 0,0 0 1 0 0,-1 0-1 0 0,1 0 1 0 0,0 0 0 0 0,-1 0-1 0 0,1 0 1 0 0,0 0-1 0 0,0 0 1 0 0,-1 1 0 0 0,1-1-1 0 0,-1 0 1 0 0,-6-9 48 0 0,-1-19 71 0 0,8 27-112 0 0,-8-43-188 0 0,2 0 1 0 0,2-2-1 0 0,3 2 1 0 0,1-1 0 0 0,8-61-1 0 0,11-15-271 0 0,-16 104 362 0 0,2 2 0 0 0,-1-2 0 0 0,2 1 0 0 0,1 1 1 0 0,9-19-1 0 0,-14 33 88 0 0,-1-2 1 0 0,-1 2-1 0 0,1 0 0 0 0,0 0 1 0 0,0 0-1 0 0,-1-1 1 0 0,1 1-1 0 0,0-1 1 0 0,1 1-1 0 0,-1 0 1 0 0,1 0-1 0 0,-1 0 1 0 0,0 1-1 0 0,0-1 1 0 0,0 0-1 0 0,2 1 1 0 0,-2-1-1 0 0,0 0 1 0 0,1 1-1 0 0,-1 0 0 0 0,2-1 1 0 0,-2 1-1 0 0,0 0 1 0 0,1-2-1 0 0,1 2 1 0 0,0 2 9 0 0,-2-2 0 0 0,1 1 0 0 0,-1 0 0 0 0,2-1-1 0 0,-2 1 1 0 0,0 0 0 0 0,1 0 0 0 0,-1 0 0 0 0,0 0 0 0 0,0 0 0 0 0,1 0 0 0 0,-1 1 0 0 0,0-1 0 0 0,0 0 0 0 0,0 1 0 0 0,0-1 0 0 0,0 0-1 0 0,0 1 1 0 0,-1 0 0 0 0,2 0 0 0 0,-1-1 0 0 0,0 3 0 0 0,4 17 100 0 0,1 0 1 0 0,-1 0-1 0 0,3 31 1 0 0,-3 69 346 0 0,-3-58-225 0 0,0 98 298 0 0,-4-133-376 0 0,-1 1 0 0 0,-1 0 1 0 0,-13 42-1 0 0,17-70-148 0 0,0 0 0 0 0,0-1 0 0 0,0 1 0 0 0,0 0 0 0 0,-2 0 0 0 0,2 0 0 0 0,0-1 0 0 0,-1 2 0 0 0,1-1 0 0 0,0-1 0 0 0,-1 1 0 0 0,1 0 0 0 0,-1-1 0 0 0,1 1 0 0 0,-1 0 0 0 0,0 0 0 0 0,0-1-2 0 0,1 0 0 0 0,0-1-1 0 0,-1 1 1 0 0,1 0 0 0 0,0 0 0 0 0,0-1-1 0 0,-2 1 1 0 0,2 0 0 0 0,0 0 0 0 0,0-1-1 0 0,0 1 1 0 0,-1 0 0 0 0,1-1-1 0 0,0 1 1 0 0,0 0 0 0 0,0-1 0 0 0,0 1-1 0 0,0 0 1 0 0,0-1 0 0 0,0 1-1 0 0,-1 0 1 0 0,1-2 0 0 0,0 1 0 0 0,-2-32 90 0 0,2 12-200 0 0,2-1 0 0 0,0 1 0 0 0,11-33-1 0 0,23-63-420 0 0,-28 93 458 0 0,1 0-90 0 0,1 1-1 0 0,2-1 1 0 0,23-34-1 0 0,-35 55 150 0 0,2 1 0 0 0,-1 1 0 0 0,0 0 0 0 0,1-1 0 0 0,-1 1 0 0 0,0-2 0 0 0,0 2 0 0 0,2 0 0 0 0,-2 0 0 0 0,0 0 0 0 0,1 0 0 0 0,-1 0 0 0 0,2 0 0 0 0,-1 0 0 0 0,-1-1 0 0 0,5 1 0 0 0,-5 1 16 0 0,0 0-1 0 0,0 0 0 0 0,-1 0 0 0 0,1 0 0 0 0,0 0 0 0 0,0 1 1 0 0,1-1-1 0 0,-2 0 0 0 0,1 2 0 0 0,0-2 0 0 0,0 0 0 0 0,-1 1 1 0 0,1-1-1 0 0,0 1 0 0 0,-1-1 0 0 0,1 1 0 0 0,0 0 0 0 0,-1-1 1 0 0,2 1-1 0 0,-2-1 0 0 0,1 1 0 0 0,-1 0 0 0 0,1 0 0 0 0,-1-1 1 0 0,0 2-1 0 0,1-1 0 0 0,-1 0 0 0 0,0 0 0 0 0,0-1 0 0 0,1 1 1 0 0,-1 0-1 0 0,0 0 0 0 0,0 0 0 0 0,0 2 0 0 0,8 46 316 0 0,2 86 0 0 0,-6-54-29 0 0,1-17-80 0 0,1-17-13 0 0,-4 0 0 0 0,-3 62 0 0 0,-5-77-81 0 0,6-30-109 0 0,0-1 0 0 0,0 2 1 0 0,-1-2-1 0 0,1 1 1 0 0,-1-1-1 0 0,1 0 0 0 0,-1 1 1 0 0,1-1-1 0 0,-1 0 1 0 0,0 1-1 0 0,0-1 0 0 0,-1 1 1 0 0,1-1-1 0 0,0 0 1 0 0,0 0-1 0 0,0 0 0 0 0,-1 2 1 0 0,1-3-4 0 0,1 0 0 0 0,-2 0 1 0 0,2 0-1 0 0,-1 0 0 0 0,1 0 0 0 0,-1 0 1 0 0,0 0-1 0 0,1 0 0 0 0,-1 0 0 0 0,1 0 0 0 0,-1-2 1 0 0,1 2-1 0 0,0 0 0 0 0,-1 0 0 0 0,1-1 1 0 0,-2 1-1 0 0,2 0 0 0 0,-1-1 0 0 0,1 1 1 0 0,0 0-1 0 0,-1-1 0 0 0,1 1 0 0 0,-1 0 0 0 0,1-1 1 0 0,0 1-1 0 0,0-1 0 0 0,-1 1 0 0 0,1-1 1 0 0,0 1-1 0 0,0-1 0 0 0,-1 1 0 0 0,1-1 1 0 0,0 1-1 0 0,0-2 0 0 0,-7-22 34 0 0,6 20-27 0 0,-2-15-120 0 0,-1-1 0 0 0,2-1-1 0 0,1 1 1 0 0,1 0 0 0 0,1 0 0 0 0,5-31 0 0 0,4-1-260 0 0,20-64 1 0 0,-22 92 190 0 0,2 0 0 0 0,16-28 0 0 0,-3 9 28 0 0,-19 34 80 0 0,1 1 0 0 0,0-1 0 0 0,1 0 1 0 0,0 1-1 0 0,1 0 0 0 0,7-8 0 0 0,-14 18 79 0 0,1-1 0 0 0,-1 1-1 0 0,0 0 1 0 0,0 1 0 0 0,0-2-1 0 0,0 1 1 0 0,0 0 0 0 0,0 0 0 0 0,0 0-1 0 0,-1 3 1 0 0,-10 61 169 0 0,2-7 202 0 0,-22 76 0 0 0,30-133-366 0 0,1 1 0 0 0,-1 0 0 0 0,0-1 0 0 0,0 0 1 0 0,0 1-1 0 0,0-1 0 0 0,-2 0 0 0 0,2 0 1 0 0,-1 0-1 0 0,1 1 0 0 0,-1-2 0 0 0,-2 3 1 0 0,3-4-12 0 0,1 1 0 0 0,-1-1 0 0 0,1 0 0 0 0,-1 0 0 0 0,1 0 0 0 0,-1 1 0 0 0,1-1 0 0 0,-1 0 0 0 0,1 0 0 0 0,-2 0 0 0 0,2 0 0 0 0,-1 0 0 0 0,1 0 0 0 0,-1 0 0 0 0,1 0 0 0 0,-1 0 0 0 0,1 0 1 0 0,-1 0-1 0 0,1 0 0 0 0,-1 0 0 0 0,1 0 0 0 0,-1-1 0 0 0,-2 0 2 0 0,2 1 0 0 0,0-1 1 0 0,0 0-1 0 0,0 0 0 0 0,0 0 1 0 0,0 0-1 0 0,0 0 0 0 0,1-1 1 0 0,-2 1-1 0 0,1 0 0 0 0,0-1 1 0 0,0-1-1 0 0,-5-8-25 0 0,2 0 1 0 0,0-2 0 0 0,1 2-1 0 0,0-1 1 0 0,0 0-1 0 0,1 0 1 0 0,0-13-1 0 0,2-90-464 0 0,1 94 424 0 0,0-20-96 0 0,5-246-937 0 0,-5 284 1082 0 0,-1 1-1 0 0,0-1 1 0 0,-1 1 0 0 0,1-1 0 0 0,0 1 0 0 0,0 0-1 0 0,-1 0 1 0 0,0 0 0 0 0,1-1 0 0 0,-2 1-1 0 0,1 0 1 0 0,-1-4 0 0 0,2 6 7 0 0,-1 0 0 0 0,1 0-1 0 0,0-1 1 0 0,-1 1 0 0 0,1 0 0 0 0,0-1-1 0 0,-1 1 1 0 0,1 0 0 0 0,0 0 0 0 0,-1 0-1 0 0,1 0 1 0 0,-2-1 0 0 0,2 1 0 0 0,0 0-1 0 0,-1 0 1 0 0,1 0 0 0 0,-1 0 0 0 0,1 0-1 0 0,0 0 1 0 0,-1 0 0 0 0,1 0 0 0 0,-1 0 0 0 0,0 0-1 0 0,0 1 5 0 0,-1-1 0 0 0,0 0 0 0 0,1 1-1 0 0,0 0 1 0 0,-1-1 0 0 0,1 1 0 0 0,-1 1 0 0 0,1-1 0 0 0,0 0-1 0 0,-2 1 1 0 0,-10 11 120 0 0,0 1 0 0 0,-11 15 1 0 0,-18 20 226 0 0,33-40-323 0 0,-1 1 87 0 0,0 0 0 0 0,-20 13-1 0 0,26-20-88 0 0,0 0 0 0 0,-1-1 0 0 0,2 0 0 0 0,-2 0 0 0 0,1-1 0 0 0,-1 2 0 0 0,1-2 0 0 0,-2 0 0 0 0,2 0 0 0 0,-1 0 0 0 0,-10-1 0 0 0,14 1-18 0 0,0-1 0 0 0,0 0 0 0 0,1 1 0 0 0,-1-1 0 0 0,0 0 0 0 0,0 1 0 0 0,-1-1 1 0 0,1 2-1 0 0,0-2 0 0 0,0 1 0 0 0,1 0 0 0 0,-1-1 0 0 0,0 1 0 0 0,0 0 0 0 0,1 0 0 0 0,-1-1 0 0 0,1 1 0 0 0,-2 0 0 0 0,2 0 0 0 0,-1 0 0 0 0,1 1 0 0 0,-1-1 0 0 0,1 0 0 0 0,0 0 0 0 0,-1-1 0 0 0,1 1 0 0 0,0 0 0 0 0,0 0 0 0 0,0 0 0 0 0,0 0 0 0 0,0 3 0 0 0,0 37 148 0 0,3-7 24 0 0,5 21 183 0 0,-3 2 0 0 0,-5 109 0 0 0,-7-108 67 0 0,-29 117 0 0 0,26-139-240 0 0,-3-2 0 0 0,-1 0 1 0 0,-1 1-1 0 0,-29 43 1 0 0,34-61-114 0 0,0 0 67 0 0,0-1-1 0 0,-15 16 1 0 0,25-32-142 0 0,0 0 1 0 0,0 1 0 0 0,-1-1-1 0 0,1 0 1 0 0,0 0 0 0 0,0 1-1 0 0,0-1 1 0 0,0 0 0 0 0,-1 0 0 0 0,1 0-1 0 0,0 2 1 0 0,0-2 0 0 0,0 0-1 0 0,-2 0 1 0 0,2 0 0 0 0,0 0-1 0 0,0 0 1 0 0,-1 1 0 0 0,1-1-1 0 0,0 0 1 0 0,-1 0 0 0 0,1 0-1 0 0,0 0 1 0 0,0 0 0 0 0,-1 0-1 0 0,1 0 1 0 0,0 0 0 0 0,-1 0-1 0 0,1 0 1 0 0,0 0 0 0 0,0 0 0 0 0,-1 0-1 0 0,1 0 1 0 0,-1 0 0 0 0,-3-11 100 0 0,5-14 67 0 0,-1 22-165 0 0,1 0-1 0 0,-1 0 1 0 0,2 0 0 0 0,-1 1 0 0 0,0-1 0 0 0,0 0 0 0 0,0 1 0 0 0,1-1 0 0 0,0 1 0 0 0,0-1-1 0 0,-1 1 1 0 0,1 0 0 0 0,0 0 0 0 0,1-1 0 0 0,1-1 0 0 0,-3 3-2 0 0,0 0 0 0 0,2 1 0 0 0,-2-1 1 0 0,0 0-1 0 0,0 0 0 0 0,0 1 0 0 0,1-2 0 0 0,0 2 1 0 0,-1-1-1 0 0,1 1 0 0 0,-1 0 0 0 0,0-1 0 0 0,1 1 0 0 0,0 0 1 0 0,-1 0-1 0 0,1 0 0 0 0,-1 0 0 0 0,1 0 0 0 0,0 0 0 0 0,-1 0 1 0 0,1 1-1 0 0,-1-1 0 0 0,0 1 0 0 0,1-1 0 0 0,0 0 1 0 0,-1 2-1 0 0,0-1 0 0 0,1-1 0 0 0,-1 1 0 0 0,1 1 0 0 0,4 2 12 0 0,-1 1-1 0 0,0 0 1 0 0,0 0-1 0 0,-2 0 1 0 0,2 1 0 0 0,-1-1-1 0 0,3 9 1 0 0,21 45 134 0 0,-21-43-122 0 0,117 296 539 0 0,-100-248-458 0 0,-19-49-69 0 0,6 10 26 0 0,-2 1 0 0 0,-1-1 0 0 0,4 30 1 0 0,-13-48-50 0 0,-4-11 18 0 0,-3-15 22 0 0,-29-107-1074 0 0,-20-139 1 0 0,48 219 735 0 0,2 12 29 0 0,2 0 0 0 0,-2-40-1 0 0,10 61 184 0 0,-3 13 70 0 0,0 0 0 0 0,1 0 0 0 0,-1 0-1 0 0,0 0 1 0 0,0 0 0 0 0,0 0-1 0 0,0 0 1 0 0,0 0 0 0 0,0 0-1 0 0,1 0 1 0 0,-1 0 0 0 0,0 0-1 0 0,0 0 1 0 0,0 0 0 0 0,0 0-1 0 0,0 0 1 0 0,1 0 0 0 0,-1 0-1 0 0,0 0 1 0 0,0 0 0 0 0,0 0-1 0 0,0 0 1 0 0,0 0 0 0 0,0 0-1 0 0,0 0 1 0 0,1 0 0 0 0,-1 1-1 0 0,0-1 1 0 0,0 0 0 0 0,0 0-1 0 0,0 0 1 0 0,0 0 0 0 0,0 0-1 0 0,0 0 1 0 0,0 0 0 0 0,0 0-1 0 0,0 1 1 0 0,1-1 0 0 0,-1 0 0 0 0,0 0-1 0 0,0 0 1 0 0,11 24-94 0 0,52 204 703 0 0,-8-20-83 0 0,141 316 841 0 0,-281-757-2277 0 0,79 220 801 0 0,3 5 63 0 0,-1 1 1 0 0,2-1-1 0 0,0 0 0 0 0,-1 0 1 0 0,1-1-1 0 0,0-7 0 0 0,2 16 48 0 0,0 0 0 0 0,-1-1-1 0 0,1 1 1 0 0,0 0-1 0 0,0-1 1 0 0,0 1 0 0 0,0 0-1 0 0,0-1 1 0 0,0 1-1 0 0,0 0 1 0 0,0-2 0 0 0,0 2-1 0 0,0 0 1 0 0,0-1-1 0 0,0 1 1 0 0,0 0-1 0 0,0-1 1 0 0,1 1 0 0 0,-1 0-1 0 0,0-1 1 0 0,0 1-1 0 0,0 0 1 0 0,0-1 0 0 0,1 1-1 0 0,-1 0 1 0 0,0 0-1 0 0,0-1 1 0 0,1 1 0 0 0,-1 0-1 0 0,0 0 1 0 0,0 0-1 0 0,1-1 1 0 0,-1 1 0 0 0,0 0-1 0 0,0 0 1 0 0,1 0-1 0 0,-1 0 1 0 0,0-1 0 0 0,2 1-1 0 0,-2 0 1 0 0,0 0-1 0 0,1 0 1 0 0,-1 0 0 0 0,0 0-1 0 0,1 0 1 0 0,-1 0-1 0 0,0 0 1 0 0,1 0 0 0 0,-1 0-1 0 0,0 0 1 0 0,1 0-1 0 0,-1 0 1 0 0,0 0 0 0 0,1 1-1 0 0,-1-1 1 0 0,0 0-1 0 0,1 0 1 0 0,-1 0 0 0 0,0 0-1 0 0,1 1 1 0 0,-1-1-1 0 0,0 0 1 0 0,2 1 0 0 0,19 18-63 0 0,16 28 254 0 0,-1 3-1 0 0,42 76 0 0 0,-36-56-31 0 0,-22-37-75 0 0,64 112 290 0 0,-83-144-372 0 0,1 5 15 0 0,2-1 1 0 0,-2 2-1 0 0,1-1 0 0 0,0-1 0 0 0,-2 2 0 0 0,3 11 0 0 0,-4-18-15 0 0,0 0-1 0 0,0 0 1 0 0,0 0-1 0 0,0 1 1 0 0,0-1-1 0 0,0 0 0 0 0,0 0 1 0 0,0 0-1 0 0,0 0 1 0 0,0 0-1 0 0,0 0 1 0 0,0 1-1 0 0,0-1 1 0 0,0 0-1 0 0,0 0 1 0 0,-1 0-1 0 0,1 0 1 0 0,0 0-1 0 0,0 0 1 0 0,0 0-1 0 0,0 1 1 0 0,0-1-1 0 0,0 0 1 0 0,0 0-1 0 0,0 0 1 0 0,0 0-1 0 0,0 0 1 0 0,-1 0-1 0 0,1 0 1 0 0,0 0-1 0 0,0 0 1 0 0,0 0-1 0 0,0 0 1 0 0,0 0-1 0 0,0 0 1 0 0,0 1-1 0 0,-1-1 1 0 0,1 0-1 0 0,0 0 1 0 0,0 0-1 0 0,0 0 1 0 0,0 0-1 0 0,0 0 1 0 0,0 0-1 0 0,-1 0 1 0 0,1-1-1 0 0,-9-4 36 0 0,-11-10 22 0 0,18 13-55 0 0,-38-40-58 0 0,50 55 124 0 0,-1 0 0 0 0,12 23-1 0 0,-13-23-29 0 0,45 73 249 0 0,93 116 0 0 0,-143-198-276 0 0,15 17 50 0 0,-16-19-32 0 0,-8-14-9 0 0,-152-203-1375 0 0,131 179 1130 0 0,14 14 66 0 0,14 16 157 0 0,11 13-34 0 0,30 35 141 0 0,68 85 0 0 0,-33-35 151 0 0,-37-45-138 0 0,-10-12 40 0 0,43 40 0 0 0,-115-116-74 0 0,20 17-19 0 0,-30-24 1 0 0,13 20-434 0 0,-41-45-1 0 0,76 64 235 0 0,11 11 138 0 0,13 9 76 0 0,277 199 608 0 0,-196-158-503 0 0,-94-51-148 0 0,-9-5-10 0 0,-8-9 0 0 0,-59-50 204 0 0,-17-19 49 0 0,81 75-218 0 0,12 8-36 0 0,9 7-11 0 0,129 74 335 0 0,-140-80-260 0 0,-12-7-43 0 0,-15-7-29 0 0,16 10 18 0 0,6 1-35 0 0,-1 1 0 0 0,0-1 0 0 0,0 1 0 0 0,0-1 0 0 0,0 1 0 0 0,-1-1 0 0 0,1 1 0 0 0,0 0 0 0 0,0 0 0 0 0,0-1 0 0 0,0 1 0 0 0,0 0 0 0 0,-1 0 0 0 0,1 0 0 0 0,0 0 0 0 0,0 0 0 0 0,-1 0 0 0 0,1 0 0 0 0,0 1 0 0 0,-2-1 0 0 0,21 21 61 0 0,-7-13-3 0 0,-10-7-58 0 0,1-1 0 0 0,-1 1 0 0 0,0 0 0 0 0,0 0 0 0 0,2 0 0 0 0,-2 0 0 0 0,0 0 0 0 0,0 0-1 0 0,0 2 1 0 0,0-2 0 0 0,0 0 0 0 0,0 0 0 0 0,2 2 0 0 0,-3-2 2 0 0,0 1-1 0 0,0-2 1 0 0,0 1 0 0 0,1-1 0 0 0,-1 1-1 0 0,0 0 1 0 0,0-1 0 0 0,1 1 0 0 0,-1-1-1 0 0,1 1 1 0 0,-1-1 0 0 0,0 1 0 0 0,1-1-1 0 0,-1 1 1 0 0,1-1 0 0 0,-1 1 0 0 0,2-1-1 0 0,-2 0 1 0 0,2 1 0 0 0,7 7 15 0 0,22 20 76 0 0,-26-25-90 0 0,-4-2-3 0 0,-1 0-1 0 0,1-1 1 0 0,-1 2 0 0 0,1-2 0 0 0,0 1 0 0 0,-1-1 0 0 0,2 1 0 0 0,-1-1 0 0 0,0 1 0 0 0,-1-1 0 0 0,1 0 0 0 0,0 0 0 0 0,0 1 0 0 0,-1-1 0 0 0,1 0 0 0 0,0 0 0 0 0,1 0 0 0 0,-1 0 0 0 0,-1 0-1 0 0,1 0 1 0 0,1 0 0 0 0,6 1 17 0 0,-1 1 0 0 0,0-1 0 0 0,-1 2 0 0 0,1-1 0 0 0,0 1 0 0 0,0-1 0 0 0,-1 2 0 0 0,0-1 0 0 0,1 1 0 0 0,6 6 0 0 0,7 3 9 0 0,-1-1 64 0 0,-1 1-1 0 0,29 28 1 0 0,-26-24-63 0 0,-8-4-11 0 0,-6-7 8 0 0,0 1 0 0 0,0-1-1 0 0,1-1 1 0 0,0 1 0 0 0,10 5 0 0 0,6-1 18 0 0,-18-8-30 0 0,-1 0 0 0 0,0 0 0 0 0,0 1 1 0 0,0 0-1 0 0,0-1 0 0 0,-1 1 0 0 0,6 5 1 0 0,5 3 49 0 0,0-1 0 0 0,-1 0 0 0 0,23 10 0 0 0,-2 0 3 0 0,43 24 170 0 0,-72-40-222 0 0,1 0 1 0 0,-2-1 0 0 0,2 0 0 0 0,0 0-1 0 0,0-1 1 0 0,-1 0 0 0 0,1 1 0 0 0,1-2 0 0 0,-1 0-1 0 0,0 0 1 0 0,11 0 0 0 0,-10 0 2 0 0,0 1 0 0 0,-2-1 0 0 0,2 2 0 0 0,-1-1 0 0 0,0 0 0 0 0,0 1 0 0 0,-1 1 0 0 0,1-1 0 0 0,11 8 0 0 0,18 9 58 0 0,-19-12-15 0 0,0-2-1 0 0,25 8 1 0 0,-38-14-60 0 0,1 1 0 0 0,-1-1 0 0 0,2 0 0 0 0,-1 0 0 0 0,-1-1 0 0 0,1 1 0 0 0,-2-1 0 0 0,1-1 0 0 0,1 1 0 0 0,0 0 0 0 0,-1-1 0 0 0,1 1 0 0 0,4-5 0 0 0,2 1 0 0 0,-1-2 0 0 0,0 1-1 0 0,18-15 1 0 0,-22 14-42 0 0,0 1 1 0 0,-1 0-1 0 0,0-1 0 0 0,-1 0 1 0 0,1 1-1 0 0,-1-2 0 0 0,0 0 1 0 0,-1 2-1 0 0,5-14 0 0 0,-2 2-71 0 0,-2 0-1 0 0,0 0 0 0 0,1-21 1 0 0,7-98-955 0 0,-10 44 514 0 0,-12-73-580 0 0,-1 57 374 0 0,5 52 417 0 0,-7-39-367 0 0,9 72 407 0 0,-10-36 1 0 0,7 36-16 0 0,-3-33 0 0 0,6 34 93 0 0,-1-1-1 0 0,-2 1 0 0 0,-8-25 0 0 0,-1 0-185 0 0,-6 1 27 0 0,0-15-431 0 0,-3 2-1 0 0,-62-109 1 0 0,44 82 553 0 0,26 52 127 0 0,-23-41 0 0 0,-69-90-166 0 0,-54-43 494 0 0,137 178-347 0 0,-40-38 87 0 0,12 15 502 0 0,29 29-272 0 0,-39-30 0 0 0,17 15-379 0 0,-169-130 1312 0 0,145 118-638 0 0,48 35-369 0 0,15 12-19 0 0,1 0 1 0 0,-1-2-1 0 0,-10-8 0 0 0,13 10-22 0 0,1 1 1 0 0,-2 1-1 0 0,1-1 0 0 0,0 1 1 0 0,-1 0-1 0 0,-7-4 0 0 0,6 4 6 0 0,0-1-1 0 0,0 0 0 0 0,-12-9 1 0 0,-8-12 47 0 0,-2 2 1 0 0,-2 1-1 0 0,1 1 0 0 0,-3 2 1 0 0,0 1-1 0 0,-44-17 0 0 0,-73-34 626 0 0,6-10-92 0 0,286 156 0 0 0,-2 14-36 0 0,10 5-13 0 0,-61-42-249 0 0,39 38 315 0 0,-57-32-359 0 0,24 19 138 0 0,116 68 507 0 0,-150-106-492 0 0,67 61-1 0 0,-25-16-46 0 0,62 57 351 0 0,-147-123-751 0 0,0 1 0 0 0,18 30 0 0 0,36 50 0 0 0,21 31 0 0 0,-73-100 0 0 0,-10-18 0 0 0,-2 0 0 0 0,9 16 0 0 0,-9-11 0 0 0,-20-45-214 0 0,-14-39 1 0 0,-7-16-218 0 0,-2 12-468 0 0,-2 2 0 0 0,-89-118 0 0 0,101 151 660 0 0,-171-203-1890 0 0,47 82 664 0 0,111 118 843 0 0,-88-62 0 0 0,-133-62 856 0 0,204 127-239 0 0,-6-4-190 0 0,22 13 347 0 0,-1 2-1 0 0,-2 1 1 0 0,-63-26-1 0 0,96 46-119 0 0,0 0-1 0 0,0-1 1 0 0,0 2-1 0 0,0 0 0 0 0,0 1 1 0 0,0-1-1 0 0,-1 2 1 0 0,-12 0-1 0 0,19-1-18 0 0,0 1 0 0 0,-1-1 0 0 0,1 1 0 0 0,-1 1 0 0 0,1-2 0 0 0,0 1 0 0 0,-1 1 0 0 0,1-1 0 0 0,-1 0 0 0 0,1 1 0 0 0,1-1 0 0 0,-2 2 0 0 0,1-1 0 0 0,1 0 0 0 0,0 0 0 0 0,-2 0 0 0 0,2 1 0 0 0,0 0 0 0 0,-1-1 0 0 0,1 2 0 0 0,0-2 0 0 0,1 1 0 0 0,-2 0 0 0 0,0 4 0 0 0,2 0 13 0 0,1 0 0 0 0,-1 0-1 0 0,1 1 1 0 0,0-2 0 0 0,1 2-1 0 0,0-1 1 0 0,0 1 0 0 0,0-2-1 0 0,0 1 1 0 0,2 1 0 0 0,3 7-1 0 0,6 27 174 0 0,-9-24-136 0 0,4 17 113 0 0,-1 1 0 0 0,-3 0 0 0 0,-1 68 0 0 0,-4-80-82 0 0,-7 25 0 0 0,9-49-92 0 0,0 0-1 0 0,0 1 1 0 0,0-1-1 0 0,0 0 1 0 0,0 2-1 0 0,0-2 0 0 0,0 1 1 0 0,-1-1-1 0 0,1 0 1 0 0,0 1-1 0 0,0-1 1 0 0,0 0-1 0 0,0 1 1 0 0,-1-1-1 0 0,1 0 0 0 0,0 1 1 0 0,0-1-1 0 0,0 0 1 0 0,-1 0-1 0 0,1 1 1 0 0,0-1-1 0 0,-2 0 0 0 0,2 0 1 0 0,0 1-1 0 0,-1-1 1 0 0,1 0-1 0 0,0 0 1 0 0,-1 0-1 0 0,1 0 1 0 0,0 1-1 0 0,-1-1 0 0 0,-11-7 105 0 0,-5-19 90 0 0,-74-162-1056 0 0,38 72 124 0 0,51 111 711 0 0,0 0 0 0 0,-2 0 0 0 0,1 0 0 0 0,0 0 0 0 0,-1 1 0 0 0,-4-5 0 0 0,5 9-65 0 0,1 7 93 0 0,2 10 74 0 0,0-12-85 0 0,-3 52 231 0 0,-1 1 0 0 0,-15 74-1 0 0,-39 111 516 0 0,16-76-271 0 0,37-139-380 0 0,0-4 18 0 0,0 1 1 0 0,-2-1-1 0 0,-1 0 1 0 0,-16 33-1 0 0,23-56-102 0 0,1 0-1 0 0,-1 0 1 0 0,1 0 0 0 0,0 0 0 0 0,-1 0 0 0 0,0-1-1 0 0,1 2 1 0 0,-1-1 0 0 0,1 0 0 0 0,-1-1-1 0 0,-1 1 1 0 0,1 0 0 0 0,1-1 0 0 0,-1 1 0 0 0,0-1-1 0 0,0 1 1 0 0,0-1 0 0 0,0 1 0 0 0,1-1-1 0 0,-2 1 1 0 0,0-1 0 0 0,1 0 0 0 0,0 0 0 0 0,0 0 0 0 0,1-1 1 0 0,-1 1-1 0 0,0 0 0 0 0,1 0 0 0 0,-2-1 0 0 0,1 1 0 0 0,1-1 0 0 0,-1 1 1 0 0,1-1-1 0 0,-1 1 0 0 0,1-1 0 0 0,-1 1 0 0 0,1-1 0 0 0,-1 1 0 0 0,1-1 0 0 0,-1 1 1 0 0,1-1-1 0 0,0-1 0 0 0,-1 1 0 0 0,-3-7 31 0 0,1 0 1 0 0,-1-1-1 0 0,-1-15 0 0 0,4 21-26 0 0,-73-274-1439 0 0,72 268 1351 0 0,1 5 48 0 0,0 0 1 0 0,0 0-1 0 0,0-1 0 0 0,-1 1 1 0 0,1-1-1 0 0,1 1 1 0 0,0-1-1 0 0,0 1 0 0 0,0 0 1 0 0,1-6-1 0 0,-1 10 30 0 0,0-2 0 0 0,0 2-1 0 0,0 0 1 0 0,0 0 0 0 0,0 0-1 0 0,2 0 1 0 0,-2 0 0 0 0,0-1-1 0 0,0 1 1 0 0,0 0 0 0 0,0 0 0 0 0,0 0-1 0 0,0 0 1 0 0,0 0 0 0 0,1 0-1 0 0,-1 0 1 0 0,0 0 0 0 0,0 0-1 0 0,0-1 1 0 0,0 1 0 0 0,1 0-1 0 0,-1 0 1 0 0,0 0 0 0 0,0 0 0 0 0,0 0-1 0 0,0 0 1 0 0,0 0 0 0 0,1 0-1 0 0,-1 0 1 0 0,0 0 0 0 0,0 0-1 0 0,0 0 1 0 0,0 0 0 0 0,1 0 0 0 0,-1 1-1 0 0,0-1 1 0 0,0 0 0 0 0,0 0-1 0 0,0 0 1 0 0,0 0 0 0 0,1 0-1 0 0,-1 0 1 0 0,0 0 0 0 0,0 0-1 0 0,0 0 1 0 0,0 1 0 0 0,0-1 0 0 0,8 8-5 0 0,-6-6 22 0 0,13 18 70 0 0,0 0 0 0 0,-2 1 0 0 0,0 1-1 0 0,16 44 1 0 0,-8-22 52 0 0,203 398 1034 0 0,37-21 21 0 0,-259-417-1184 0 0,3 4 31 0 0,2 2-1 0 0,1-1 0 0 0,-1 0 1 0 0,1-1-1 0 0,13 11 0 0 0,-21-19-35 0 0,1 1 0 0 0,-1-1-1 0 0,0 0 1 0 0,2 1 0 0 0,-2-1-1 0 0,0 0 1 0 0,1 1 0 0 0,-1-1-1 0 0,1 0 1 0 0,-1 0 0 0 0,1 0 0 0 0,-1 1-1 0 0,1-1 1 0 0,-1 0 0 0 0,1 0-1 0 0,-1 0 1 0 0,1 0 0 0 0,-1 0-1 0 0,1 0 1 0 0,-1 0 0 0 0,2 0-1 0 0,-2 0 1 0 0,0 0 0 0 0,1 0 0 0 0,-1 0-1 0 0,1 0 1 0 0,-1 0 0 0 0,1-1-1 0 0,-1 1 1 0 0,1 0 0 0 0,0-1 1 0 0,0 0 1 0 0,-1 0 0 0 0,1 1 0 0 0,-1-1 0 0 0,0 0-1 0 0,2-1 1 0 0,-2 1 0 0 0,0 0 0 0 0,1 0 0 0 0,-1 0-1 0 0,0 0 1 0 0,0 0 0 0 0,0 0 0 0 0,0-2 0 0 0,-4-42-79 0 0,4 43 48 0 0,-12-66-674 0 0,-37-109 1 0 0,-38-61-645 0 0,67 191 1023 0 0,-27-84-474 0 0,43 114 709 0 0,4 17 84 0 0,0 0-1 0 0,0 0 0 0 0,0 0 1 0 0,0-1-1 0 0,0 1 1 0 0,0 0-1 0 0,0 0 0 0 0,0 0 1 0 0,0 0-1 0 0,0 0 0 0 0,1 0 1 0 0,-1 0-1 0 0,0 0 0 0 0,0 0 1 0 0,0 0-1 0 0,0-1 1 0 0,0 1-1 0 0,0 0 0 0 0,0 0 1 0 0,0 0-1 0 0,0 0 0 0 0,0 0 1 0 0,0 0-1 0 0,0 0 0 0 0,0 0 1 0 0,2 0-1 0 0,-2 0 1 0 0,0 0-1 0 0,0 0 0 0 0,0 0 1 0 0,0 0-1 0 0,0 0 0 0 0,0 0 1 0 0,0 0-1 0 0,0 0 0 0 0,0 0 1 0 0,1 0-1 0 0,-1 0 1 0 0,0 0-1 0 0,0 0 0 0 0,0 0 1 0 0,0 0-1 0 0,0 0 0 0 0,0 0 1 0 0,0 0-1 0 0,0 0 0 0 0,0 0 1 0 0,0 0-1 0 0,1 0 1 0 0,-1 0-1 0 0,0 0 0 0 0,0 0 1 0 0,0 0-1 0 0,0 1 0 0 0,0-1 1 0 0,0 0-1 0 0,0 0 0 0 0,0 0 1 0 0,19 24-3 0 0,93 159 640 0 0,-68-105-408 0 0,407 616 2044 0 0,-407-641-2060 0 0,-26-32-87 0 0,-1 0 1 0 0,18 30-1 0 0,-98-120-91 0 0,30 31-304 0 0,-74-84-594 0 0,87 101 637 0 0,-2 1 1 0 0,0 1-1 0 0,-37-24 1 0 0,53 40 236 0 0,2 0 0 0 0,-2 0 0 0 0,1 1 1 0 0,-10-4-1 0 0,14 6-8 0 0,1-1 0 0 0,-1 1 0 0 0,0 0-1 0 0,1 0 1 0 0,-2-1 0 0 0,1 1 0 0 0,1 0 0 0 0,-1 0 0 0 0,0 0 0 0 0,1 0 0 0 0,-1 0 0 0 0,0 0 0 0 0,1 0 0 0 0,-1 0-1 0 0,0 0 1 0 0,1 0 0 0 0,-2 0 0 0 0,1 1 0 0 0,1-1 0 0 0,-1 0 0 0 0,0 0 0 0 0,1 1 0 0 0,-1-1 0 0 0,1 0 0 0 0,-1 1-1 0 0,1-1 1 0 0,-1 0 0 0 0,0 1 0 0 0,1-1 0 0 0,-2 2 0 0 0,2-2 0 0 0,0 1 0 0 0,-1-1 0 0 0,1 1 0 0 0,-1 0 0 0 0,1-1-1 0 0,0 1 1 0 0,0-1 0 0 0,-1 1 0 0 0,1 0 0 0 0,0-1 0 0 0,0 1 0 0 0,0 0 0 0 0,-1-1 0 0 0,1 2 0 0 0,0-1 0 0 0,0-1-1 0 0,0 1 1 0 0,0 1 0 0 0,1 7 31 0 0,0 1 0 0 0,0 0-1 0 0,2-1 1 0 0,-1-1-1 0 0,0 2 1 0 0,7 14 0 0 0,31 55 134 0 0,-28-57-111 0 0,17 35 147 0 0,3-3 0 0 0,42 55 0 0 0,-66-101-182 0 0,-29-50 131 0 0,-125-150-1351 0 0,93 125 746 0 0,-185-220-1311 0 0,174 214 1256 0 0,-84-96-647 0 0,130 153 1124 0 0,38 38 83 0 0,0 1-1 0 0,29 42 0 0 0,-16-20 131 0 0,-14-20-64 0 0,411 516 2389 0 0,-303-391-1800 0 0,65 70 322 0 0,-131-158-670 0 0,-52-54-304 0 0,1 0 0 0 0,-1-1 0 0 0,2 0 0 0 0,0 0 0 0 0,10 4 0 0 0,4 0 13 0 0,-17-9-15 0 0,-1 0 0 0 0,1 1-1 0 0,-1 1 1 0 0,-1-1 0 0 0,1 2 0 0 0,0-1 0 0 0,-1 0-1 0 0,0 1 1 0 0,9 9 0 0 0,1 4 152 0 0,35 30-1 0 0,-47-44-175 0 0,2 0 1 0 0,-1 1-1 0 0,1-2 0 0 0,1 0 1 0 0,-2 1-1 0 0,2-1 0 0 0,-1 0 0 0 0,1 0 1 0 0,-1-1-1 0 0,1 0 0 0 0,8 0 0 0 0,-12-1-8 0 0,-1-1 0 0 0,2 0-1 0 0,-1 0 1 0 0,-1 0 0 0 0,2-1-1 0 0,-1 1 1 0 0,0-1 0 0 0,0 1-1 0 0,-1-1 1 0 0,2 0 0 0 0,-2 0-1 0 0,1 0 1 0 0,-1 0 0 0 0,1-2-1 0 0,0 2 1 0 0,2-3 0 0 0,-1 1-21 0 0,-1-1 1 0 0,1 1-1 0 0,-1-2 1 0 0,1 1 0 0 0,-1 1-1 0 0,0-2 1 0 0,0 1 0 0 0,2-8-1 0 0,2-5-132 0 0,-1 0 0 0 0,-2 1 0 0 0,1-2 0 0 0,2-23 0 0 0,9-41-348 0 0,-9 56 273 0 0,-2-1-1 0 0,-1 1 1 0 0,1-33-1 0 0,-6-4-434 0 0,-16-104 0 0 0,13 139 353 0 0,4 28 287 0 0,0 0 0 0 0,0 0 0 0 0,0 0 0 0 0,0 0 0 0 0,0 0 0 0 0,0 0 0 0 0,0 0-1 0 0,0 0 1 0 0,0 0 0 0 0,0-1 0 0 0,0 1 0 0 0,0 0 0 0 0,0 0 0 0 0,0 0 0 0 0,0 0 0 0 0,0 0 0 0 0,0 0 0 0 0,0 0 0 0 0,0 0 0 0 0,0 0-1 0 0,0 0 1 0 0,0 0 0 0 0,0 0 0 0 0,0-1 0 0 0,0 1 0 0 0,0 0 0 0 0,0 0 0 0 0,0 0 0 0 0,0 0 0 0 0,0 0 0 0 0,0 0 0 0 0,0 0-1 0 0,0 0 1 0 0,0 0 0 0 0,0 0 0 0 0,0 0 0 0 0,0 0 0 0 0,0 0 0 0 0,0 0 0 0 0,0 0 0 0 0,0-1 0 0 0,1 1 0 0 0,-1 0 0 0 0,0 0 0 0 0,0 0-1 0 0,0 0 1 0 0,0 0 0 0 0,0 0 0 0 0,0 0 0 0 0,0 0 0 0 0,0 0 0 0 0,0 0 0 0 0,0 0 0 0 0,0 0 0 0 0,0 0 0 0 0,0 0 0 0 0,2 0 0 0 0,-2 0-1 0 0,0 0 1 0 0,0 0 0 0 0,0 0 0 0 0,0 0 0 0 0,0 0 0 0 0,0 0 0 0 0,0 0 0 0 0,6 14-55 0 0,82 250 725 0 0,-62-180-461 0 0,43 114 340 0 0,-83-312-683 0 0,-11-35-662 0 0,-42-215-1037 0 0,40 241 1275 0 0,-34-139-776 0 0,42 197 661 0 0,-52-121-1 0 0,69 182 650 0 0,-27-51-287 0 0,26 51 283 0 0,1-1 0 0 0,-2 1 1 0 0,1 1-1 0 0,0-2 0 0 0,-1 2 1 0 0,1-2-1 0 0,-2 2 1 0 0,2 0-1 0 0,-8-4 0 0 0,9 7 34 0 0,1-1 0 0 0,0 1 0 0 0,0 0 0 0 0,-1 0 0 0 0,1 0-1 0 0,0 0 1 0 0,-1 0 0 0 0,1 0 0 0 0,0 0 0 0 0,-1 1 0 0 0,1-1 0 0 0,0 0 0 0 0,-1 1-1 0 0,1-1 1 0 0,0 1 0 0 0,0-1 0 0 0,0 2 0 0 0,0-2 0 0 0,0 1 0 0 0,0 0 0 0 0,-1-1-1 0 0,1 1 1 0 0,0 0 0 0 0,0 0 0 0 0,1 0 0 0 0,-1 0 0 0 0,0 0 0 0 0,1 0 0 0 0,-2 2-1 0 0,-3 2 31 0 0,2 1-1 0 0,-1-1 0 0 0,1 1 0 0 0,-5 10 0 0 0,6-7 22 0 0,-1 0 1 0 0,1 0-1 0 0,1 1 0 0 0,0-1 1 0 0,1 0-1 0 0,-1 1 1 0 0,2-2-1 0 0,-1 2 0 0 0,1-1 1 0 0,5 18-1 0 0,3 7 221 0 0,20 48-1 0 0,-28-79-256 0 0,56 131 647 0 0,-44-106-466 0 0,3 0 1 0 0,27 39-1 0 0,-37-58-110 0 0,3 4-40 0 0,-7-14-41 0 0,-6-8 4 0 0,-14-37-112 0 0,-3 1 0 0 0,-38-61 0 0 0,31 58-65 0 0,-72-124-871 0 0,-125-159 1 0 0,152 238 502 0 0,-3 4 1 0 0,-5 2-1 0 0,-100-82 1 0 0,180 168 527 0 0,-10-10-66 0 0,-2 1 0 0 0,1 0-1 0 0,0 1 1 0 0,-2 0 0 0 0,0 1 0 0 0,-23-9-1 0 0,37 17 74 0 0,0 0-1 0 0,-1 0 0 0 0,1 0 0 0 0,-1 0 0 0 0,1-2 0 0 0,0 2 0 0 0,-1 0 0 0 0,1 0 0 0 0,-1 0 1 0 0,1 0-1 0 0,0 0 0 0 0,-1 0 0 0 0,1 0 0 0 0,-2 0 0 0 0,2 0 0 0 0,0 0 0 0 0,-1 0 0 0 0,1 2 1 0 0,-1-2-1 0 0,1 0 0 0 0,0 0 0 0 0,-1 0 0 0 0,1 0 0 0 0,0 1 0 0 0,-1-1 0 0 0,1 0 0 0 0,0 0 1 0 0,-1 1-1 0 0,1-1 0 0 0,-1 14 76 0 0,11 16 68 0 0,10 8 240 0 0,3-3-1 0 0,50 64 1 0 0,-72-97-369 0 0,89 112 1304 0 0,152 148-1 0 0,-191-215-892 0 0,-67-75-262 0 0,-47-72-146 0 0,18 27-347 0 0,-42-67-233 0 0,84 136 530 0 0,1 2 25 0 0,1 0 0 0 0,0 0 1 0 0,0 0-1 0 0,0-1 0 0 0,0 1 0 0 0,-1 0 1 0 0,2 0-1 0 0,-1 0 0 0 0,1-1 0 0 0,-1 1 1 0 0,1 0-1 0 0,0 0 0 0 0,0-4 1 0 0,0 6 2 0 0,0 0 0 0 0,0 0 1 0 0,0-1-1 0 0,0 1 1 0 0,0 0-1 0 0,0 0 1 0 0,0 0-1 0 0,0-1 0 0 0,1 1 1 0 0,-1 0-1 0 0,0 0 1 0 0,0 0-1 0 0,0 0 1 0 0,0-1-1 0 0,0 1 0 0 0,1 0 1 0 0,-1 0-1 0 0,0 0 1 0 0,0 0-1 0 0,0 0 1 0 0,2 0-1 0 0,-2-1 0 0 0,0 1 1 0 0,0 0-1 0 0,0 0 1 0 0,1 0-1 0 0,-1 0 1 0 0,0 0-1 0 0,0 0 1 0 0,1 0-1 0 0,-1 0 0 0 0,0 0 1 0 0,1 0-1 0 0,10 3-68 0 0,13 10 48 0 0,-24-13 27 0 0,35 27 218 0 0,0 2 0 0 0,-2-1 0 0 0,34 42 0 0 0,-64-67-205 0 0,73 79 733 0 0,96 133 0 0 0,-140-168-446 0 0,-3 0 1 0 0,-2 2-1 0 0,-1 1 1 0 0,34 99 0 0 0,-56-133-240 0 0,12 30 198 0 0,-2 2 0 0 0,-3-1 0 0 0,9 78 0 0 0,-20-118-227 0 0,0-1 1 0 0,0-1-1 0 0,0 2 1 0 0,-1-2 0 0 0,-2 12-1 0 0,2-17-31 0 0,1 1-1 0 0,0 0 1 0 0,0 0 0 0 0,-2 0-1 0 0,2-1 1 0 0,0 1-1 0 0,-1 0 1 0 0,1-1 0 0 0,-1 2-1 0 0,1-1 1 0 0,-1-1-1 0 0,1 1 1 0 0,-1-1 0 0 0,0 1-1 0 0,1-1 1 0 0,-1 1-1 0 0,0-1 1 0 0,-2 1 0 0 0,3 0-4 0 0,-1-1 0 0 0,0 0 0 0 0,0 0 0 0 0,0 0 0 0 0,0 0 0 0 0,-1-1 0 0 0,1 1 0 0 0,1 0 0 0 0,-1 0 0 0 0,0 0 1 0 0,0-1-1 0 0,0 1 0 0 0,0-1 0 0 0,1 1 0 0 0,-1 0 0 0 0,-1-1 0 0 0,1 1 0 0 0,1-1 0 0 0,-1 1 0 0 0,0-1 0 0 0,0-2 0 0 0,-16-14-34 0 0,1-1 0 0 0,2-1 0 0 0,0-1 0 0 0,0 0 0 0 0,-15-33 0 0 0,5 10-218 0 0,-158-295-1618 0 0,3 7 49 0 0,-27 18 38 0 0,180 280 1460 0 0,-1 1 0 0 0,-37-34 0 0 0,52 56 343 0 0,0-1 0 0 0,-1 2 0 0 0,0-1 0 0 0,-1 2 0 0 0,1-1 0 0 0,-1 2 0 0 0,-1 1 0 0 0,-30-11 0 0 0,40 16 8 0 0,-1 0 1 0 0,0 0-1 0 0,2 0 1 0 0,-2 1-1 0 0,1 0 1 0 0,-1 0-1 0 0,0 0 1 0 0,-8 2 0 0 0,14-2-30 0 0,-2 0 1 0 0,2 0-1 0 0,0 1 1 0 0,0-1-1 0 0,-1 0 1 0 0,1 1-1 0 0,0-1 1 0 0,0 0-1 0 0,-1 1 1 0 0,1-1 0 0 0,0 0-1 0 0,0 1 1 0 0,0-1-1 0 0,-1 2 1 0 0,1-2-1 0 0,0 0 1 0 0,0 1-1 0 0,0-1 1 0 0,0 1 0 0 0,0-1-1 0 0,0 0 1 0 0,0 1-1 0 0,0-1 1 0 0,0 1-1 0 0,0-1 1 0 0,0 0-1 0 0,0 1 1 0 0,0-1-1 0 0,1 1 1 0 0,-1-1 0 0 0,0 0-1 0 0,0 1 1 0 0,0-1-1 0 0,0 1 1 0 0,1-1-1 0 0,-1 0 1 0 0,0 1-1 0 0,0-1 1 0 0,1 0 0 0 0,-1 2-1 0 0,16 15 157 0 0,-14-13-112 0 0,18 16 164 0 0,1-2 0 0 0,47 34-1 0 0,-23-18 12 0 0,362 254 2067 0 0,-220-177-1311 0 0,-186-111-968 0 0,0 1-1 0 0,0 0 1 0 0,1-1-1 0 0,-1 1 1 0 0,1-1-1 0 0,0 2 0 0 0,-1-2 1 0 0,1 1-1 0 0,-1-1 1 0 0,0 0-1 0 0,2 0 1 0 0,1 0-1 0 0,-4 0-6 0 0,0 0-1 0 0,0 0 0 0 0,0 0 0 0 0,1 0 1 0 0,-1 0-1 0 0,0 0 0 0 0,0 0 0 0 0,0 0 1 0 0,0 0-1 0 0,0-1 0 0 0,1 1 1 0 0,-1 0-1 0 0,0 0 0 0 0,0 0 0 0 0,0 0 1 0 0,0 0-1 0 0,0 0 0 0 0,0-2 1 0 0,0 2-1 0 0,0 0 0 0 0,0 0 0 0 0,0 0 1 0 0,2 0-1 0 0,-2-1 0 0 0,0 1 0 0 0,0 0 1 0 0,0 0-1 0 0,0 0 0 0 0,0 0 1 0 0,0-1-1 0 0,0 1 0 0 0,0 0 0 0 0,0 0 1 0 0,0 0-1 0 0,-7-12 98 0 0,1 4-84 0 0,5 6 7 0 0,0 0 0 0 0,0 1 0 0 0,0-1 0 0 0,0-1 0 0 0,-2 2 0 0 0,2-1 0 0 0,-1 1 0 0 0,1 0 0 0 0,-2-1 0 0 0,0-1 0 0 0,3 3-19 0 0,0 0 0 0 0,-1 0 1 0 0,1 0-1 0 0,0 0 0 0 0,0 0 0 0 0,0 0 1 0 0,0 0-1 0 0,0 0 0 0 0,0 0 0 0 0,0 0 0 0 0,0 0 1 0 0,0 0-1 0 0,0 0 0 0 0,0 0 0 0 0,-1 0 0 0 0,1 0 1 0 0,0 0-1 0 0,0 0 0 0 0,0 0 0 0 0,0 0 0 0 0,0 0 1 0 0,0 0-1 0 0,0 0 0 0 0,0 0 0 0 0,0 0 1 0 0,0 0-1 0 0,0 0 0 0 0,0 0 0 0 0,0 0 0 0 0,0 0 1 0 0,0 2-1 0 0,-1-2 0 0 0,1 0 0 0 0,0 0 0 0 0,0 0 1 0 0,0 0-1 0 0,0 0 0 0 0,0 0 0 0 0,0 0 1 0 0,0 0-1 0 0,0 0 0 0 0,0 0 0 0 0,0 0 0 0 0,0 1 1 0 0,0-1-1 0 0,0 0 0 0 0,0 0 0 0 0,0 0 0 0 0,0 0 1 0 0,0 0-1 0 0,0 0 0 0 0,0 0 0 0 0,0 0 0 0 0,0 0 1 0 0,1 0-1 0 0,-1 0 0 0 0,0 1 0 0 0,0-1 1 0 0,0 0-1 0 0,0 0 0 0 0,0 0 0 0 0,0 0 0 0 0,0 0 1 0 0,0 0-1 0 0,0 0 0 0 0,0 0 0 0 0,0 0 0 0 0,0 0 1 0 0,3 7-23 0 0,-2-7 30 0 0,13 25 225 0 0,18 37 0 0 0,-80-149-33 0 0,46 82-229 0 0,-125-234-1279 0 0,109 210 1122 0 0,-1 1 1 0 0,-1 2-1 0 0,-2 0 1 0 0,0 1-1 0 0,-2 1 0 0 0,-28-22 1 0 0,-149-89-1 0 0,-12 18 229 0 0,174 95-42 0 0,11 6 135 0 0,0 2-1 0 0,0 1 1 0 0,0 0-1 0 0,-48-12 1 0 0,59 25-124 0 0,29 1 27 0 0,0 0-1 0 0,-1 1 0 0 0,1 1 0 0 0,0-1 1 0 0,-1 1-1 0 0,-1 2 0 0 0,2-1 0 0 0,-1 0 1 0 0,10 7-1 0 0,91 61 459 0 0,-108-69-493 0 0,69 52 478 0 0,-2 4-1 0 0,123 131 1 0 0,94 163 988 0 0,-236-285-1223 0 0,96 132 547 0 0,-109-140-394 0 0,48 92 0 0 0,-82-143-355 0 0,-1 1 1 0 0,1 0-1 0 0,-1 0 0 0 0,0 0 1 0 0,-2 0-1 0 0,0 0 1 0 0,0 1-1 0 0,1-1 1 0 0,-2 1-1 0 0,-1 0 0 0 0,0-1 1 0 0,0 1-1 0 0,-3 14 1 0 0,0-2 23 0 0,3-19-56 0 0,-1 1 0 0 0,1 0-1 0 0,-1 0 1 0 0,0-1 0 0 0,0 0 0 0 0,-2 1-1 0 0,0 5 1 0 0,3-10-15 0 0,0 0 0 0 0,-1 1 0 0 0,1-1 1 0 0,0 0-1 0 0,0 0 0 0 0,0 0 0 0 0,0 0 0 0 0,0 0 0 0 0,0 1 0 0 0,0-1 0 0 0,-1 0 1 0 0,1 0-1 0 0,0 0 0 0 0,0 0 0 0 0,0 0 0 0 0,0 0 0 0 0,0 0 0 0 0,-1 0 0 0 0,1 0 0 0 0,0 1 1 0 0,0-1-1 0 0,0 0 0 0 0,0 0 0 0 0,-2 0 0 0 0,2 0 0 0 0,0 0 0 0 0,0 0 0 0 0,0 0 1 0 0,-1 0-1 0 0,1 0 0 0 0,0 0 0 0 0,0 0 0 0 0,0-1 0 0 0,0 1 0 0 0,-1 0 0 0 0,1 0 1 0 0,0 0-1 0 0,0 0 0 0 0,0 0 0 0 0,0 0 0 0 0,0 0 0 0 0,-1 0 0 0 0,1 0 0 0 0,0 0 0 0 0,0-1 1 0 0,0 1-1 0 0,0 0 0 0 0,0 0 0 0 0,0 0 0 0 0,-1 0 0 0 0,1 0 0 0 0,0-1 0 0 0,0 1 1 0 0,0 0-1 0 0,0 0 0 0 0,0 0 0 0 0,0 0 0 0 0,0-1 0 0 0,0 1 0 0 0,0 0 0 0 0,0 0 1 0 0,0 0-1 0 0,0 0 0 0 0,0-1 0 0 0,-5-12 74 0 0,5 13-69 0 0,-48-132-542 0 0,30 87 265 0 0,-220-505-3633 0 0,218 513 3567 0 0,28 65 457 0 0,15 36 0 0 0,-4-14 10 0 0,18 48 358 0 0,92 164 0 0 0,-121-250-434 0 0,0 1 0 0 0,12 15-1 0 0,-18-29-44 0 0,-4-8 12 0 0,-2-11 31 0 0,-12-24-120 0 0,-35-110-675 0 0,43 122 453 0 0,0 0-1 0 0,-4-61 1 0 0,11 86 247 0 0,1 1 0 0 0,1-1 1 0 0,-1 1-1 0 0,1-1 0 0 0,1-9 0 0 0,-1 15 39 0 0,-1 1-1 0 0,0-1 1 0 0,0 0-1 0 0,1 0 1 0 0,-1 1-1 0 0,0-1 1 0 0,2 0-1 0 0,-2 1 1 0 0,0-1-1 0 0,1 0 0 0 0,-1 1 1 0 0,1-2-1 0 0,-1 2 1 0 0,1-1-1 0 0,0 0 1 0 0,-1 1-1 0 0,1 0 1 0 0,0-1-1 0 0,-1 1 1 0 0,3-1-1 0 0,-2 1 8 0 0,0 0 0 0 0,0 0-1 0 0,0 0 1 0 0,0 0 0 0 0,0 0 0 0 0,0 0-1 0 0,1 1 1 0 0,-1-1 0 0 0,0 0 0 0 0,0 1-1 0 0,0-1 1 0 0,0 1 0 0 0,0-1 0 0 0,1 1-1 0 0,-1-1 1 0 0,0 2 0 0 0,-1-1 0 0 0,1-1-1 0 0,0 1 1 0 0,1 1 0 0 0,17 18 132 0 0,1 0-1 0 0,27 43 1 0 0,-16-22 14 0 0,53 64 213 0 0,-95-129-385 0 0,1-1 1 0 0,0 0-1 0 0,-6-30 1 0 0,10 37-97 0 0,-94-371-1757 0 0,99 382 1843 0 0,-2 1-1 0 0,2-1 1 0 0,0 1-1 0 0,0-1 1 0 0,0 2 0 0 0,1-2-1 0 0,0 0 1 0 0,0 1 0 0 0,0-1-1 0 0,3-11 1 0 0,-3 18 31 0 0,0-1 1 0 0,1 1 0 0 0,-1 0-1 0 0,0 0 1 0 0,0-1-1 0 0,0 1 1 0 0,1 0 0 0 0,-1 0-1 0 0,0-1 1 0 0,0 1-1 0 0,2 0 1 0 0,-2 0-1 0 0,0 0 1 0 0,0 0 0 0 0,1 0-1 0 0,-1-1 1 0 0,0 1-1 0 0,1 0 1 0 0,-1 0-1 0 0,0 0 1 0 0,0 0 0 0 0,1 0-1 0 0,-1 0 1 0 0,0 0-1 0 0,1 0 1 0 0,-1 0-1 0 0,0 0 1 0 0,1 0 0 0 0,-1 0-1 0 0,0 0 1 0 0,0 0-1 0 0,1 0 1 0 0,-1 1 0 0 0,0-1-1 0 0,1 0 1 0 0,-1 0-1 0 0,0 0 1 0 0,0 0-1 0 0,2 0 1 0 0,-2 1 0 0 0,0-1-1 0 0,0 0 1 0 0,1 0-1 0 0,-1 0 1 0 0,0 1-1 0 0,12 11 12 0 0,2 7 75 0 0,-3 1 1 0 0,0 0-1 0 0,-1 0 1 0 0,8 24 0 0 0,-3-7 61 0 0,104 277 927 0 0,-87-216-761 0 0,-20-70-205 0 0,59 187 597 0 0,-50-143-334 0 0,11 75-1 0 0,-30-125-296 0 0,-1-1-1 0 0,-1 1 1 0 0,-1 1-1 0 0,-3 20 0 0 0,-2 39 190 0 0,5-56-108 0 0,-6 36 0 0 0,0-9-2 0 0,7-50-143 0 0,0 0-1 0 0,-1-1 1 0 0,1 0-1 0 0,0 1 1 0 0,-1-1-1 0 0,1-1 1 0 0,-1 1-1 0 0,0 0 1 0 0,0 0-1 0 0,1 1 1 0 0,-2-1-1 0 0,1 0 1 0 0,-1-1 0 0 0,1 1-1 0 0,0 0 1 0 0,0 0-1 0 0,-2-1 1 0 0,2 1-1 0 0,-4 1 1 0 0,4-1-2 0 0,-2-1 0 0 0,1-1 1 0 0,0 1-1 0 0,1-1 1 0 0,-2 1-1 0 0,1-1 0 0 0,0 0 1 0 0,0 0-1 0 0,-1 0 0 0 0,1 0 1 0 0,1 0-1 0 0,-1 0 0 0 0,-1 0 1 0 0,1-1-1 0 0,0 1 1 0 0,0-1-1 0 0,1 1 0 0 0,-2-1 1 0 0,1-1-1 0 0,1 1 0 0 0,-1 0 1 0 0,-3-1-1 0 0,-5-4 54 0 0,-1 2 0 0 0,1-2 1 0 0,-2 3-1 0 0,0 0 0 0 0,-14-4 0 0 0,-61-4 240 0 0,84 11-289 0 0,-6-1 27 0 0,1-1 0 0 0,-1 0 0 0 0,0-2 0 0 0,1 1-1 0 0,-1 0 1 0 0,-7-5 0 0 0,3 2 29 0 0,2 1 0 0 0,-16-5-1 0 0,24 9-57 0 0,-1 1 0 0 0,1-1 0 0 0,-2 1 0 0 0,2-1 0 0 0,0 1 0 0 0,-2 0 0 0 0,2 0 0 0 0,-1 0 0 0 0,0 1 0 0 0,0-1 0 0 0,-6 2 0 0 0,7 0 6 0 0,0 0-1 0 0,-1-1 0 0 0,2 2 1 0 0,-2-1-1 0 0,2 0 1 0 0,-1 0-1 0 0,1 0 1 0 0,-1 2-1 0 0,1-2 1 0 0,0 1-1 0 0,0 0 1 0 0,-1 0-1 0 0,2 0 1 0 0,-1 0-1 0 0,1 1 1 0 0,-1-1-1 0 0,0 0 0 0 0,1 1 1 0 0,1-1-1 0 0,-2 6 1 0 0,0 1 20 0 0,1 0 1 0 0,-2 0 0 0 0,3 0-1 0 0,-1 0 1 0 0,1 0-1 0 0,3 12 1 0 0,16 135 488 0 0,-18-148-497 0 0,0-5-12 0 0,0 1 1 0 0,-1-2-1 0 0,0 1 1 0 0,1 1-1 0 0,-1-2 1 0 0,0 2-1 0 0,-1-1 0 0 0,0 5 1 0 0,-1-11 8 0 0,-1-2 0 0 0,1 2-1 0 0,0-1 1 0 0,0 0 0 0 0,-1-1 0 0 0,2 1 0 0 0,-3-6-1 0 0,-38-95-681 0 0,-25-72-703 0 0,66 173 1339 0 0,0-1 0 0 0,0 1 1 0 0,1-1-1 0 0,0 0 1 0 0,-1 1-1 0 0,1-5 1 0 0,0 7 17 0 0,0 1-1 0 0,0 0 1 0 0,0-1 0 0 0,0 1 0 0 0,0-1-1 0 0,1 1 1 0 0,-1 0 0 0 0,0-1 0 0 0,0 1 0 0 0,0 0-1 0 0,0-1 1 0 0,0 1 0 0 0,1 0 0 0 0,-1 0-1 0 0,0-1 1 0 0,0 1 0 0 0,0 0 0 0 0,1-2 0 0 0,-1 2-1 0 0,0 0 1 0 0,0 0 0 0 0,1 0 0 0 0,-1-1-1 0 0,2 1 1 0 0,-1 0-3 0 0,0 0-1 0 0,-1 0 1 0 0,1 0-1 0 0,0 0 1 0 0,0 0-1 0 0,-1 0 1 0 0,1 0-1 0 0,0 1 1 0 0,-1-1 0 0 0,2 0-1 0 0,-1 0 1 0 0,0 2-1 0 0,-1-2 1 0 0,1 1-1 0 0,0-1 1 0 0,-1 0-1 0 0,1 2 1 0 0,20 15 43 0 0,-2-1 0 0 0,0 3-1 0 0,-2 0 1 0 0,27 36 0 0 0,-34-42-20 0 0,58 76 115 0 0,116 137 222 0 0,-162-207-301 0 0,-22-19-52 0 0,0 0 0 0 0,0 0-1 0 0,0 0 1 0 0,0 0-1 0 0,0 0 1 0 0,0 1-1 0 0,0-1 1 0 0,0 0-1 0 0,1 0 1 0 0,-1 0-1 0 0,0 0 1 0 0,0 0-1 0 0,0 0 1 0 0,0 0 0 0 0,0 0-1 0 0,0 0 1 0 0,0 0-1 0 0,0 0 1 0 0,0 0-1 0 0,0 0 1 0 0,0 0-1 0 0,2 0 1 0 0,-2 0-1 0 0,0 0 1 0 0,0 0-1 0 0,0 0 1 0 0,0 0 0 0 0,0 0-1 0 0,0 0 1 0 0,0 0-1 0 0,0-1 1 0 0,0 1-1 0 0,0 0 1 0 0,0 0-1 0 0,0 0 1 0 0,1 0-1 0 0,-1 0 1 0 0,0 0-1 0 0,0 0 1 0 0,0 0 0 0 0,0 0-1 0 0,0 0 1 0 0,0 0-1 0 0,0 0 1 0 0,0 0-1 0 0,0 0 1 0 0,0-2-1 0 0,0 2 1 0 0,0 0-1 0 0,0 0 1 0 0,0 0-1 0 0,0 0 1 0 0,0 0 0 0 0,0 0-1 0 0,0 0 1 0 0,0 0-1 0 0,0 0 1 0 0,0 0-1 0 0,0 0 1 0 0,0-1-1 0 0,0 1 1 0 0,0 0-1 0 0,0 0 1 0 0,0 0-1 0 0,-8-15 13 0 0,-84-136-898 0 0,7 14-93 0 0,-36-61-1435 0 0,-236-295-1 0 0,108 222 358 0 0,120 137 931 0 0,117 122 1059 0 0,4 3-54 0 0,0 0 0 0 0,0 1 0 0 0,-7-12 0 0 0,89 143 1007 0 0,31 56 102 0 0,81 145 767 0 0,-173-302-1590 0 0,-13-21-156 0 0,-8-12 16 0 0,-183-298-815 0 0,-7-7-494 0 0,97 165 220 0 0,-169-192-1 0 0,210 285 912 0 0,60 58 151 0 0,0 0 1 0 0,0 0 0 0 0,0 0 0 0 0,0 0 0 0 0,0 0 0 0 0,0 0 0 0 0,0 1-1 0 0,0-1 1 0 0,0 0 0 0 0,0 0 0 0 0,0 0 0 0 0,0 0 0 0 0,0 0 0 0 0,0 0-1 0 0,0 0 1 0 0,0 0 0 0 0,0 0 0 0 0,0 0 0 0 0,0 0 0 0 0,0 0 0 0 0,0 0-1 0 0,0 0 1 0 0,0 0 0 0 0,0 0 0 0 0,0 0 0 0 0,0 0 0 0 0,0 0 0 0 0,-1 0-1 0 0,1 0 1 0 0,0 0 0 0 0,0 0 0 0 0,0 0 0 0 0,0 0 0 0 0,0 0 0 0 0,0 0 0 0 0,0 0-1 0 0,0 0 1 0 0,0 0 0 0 0,0 0 0 0 0,0 0 0 0 0,0 0 0 0 0,0 0 0 0 0,0 0-1 0 0,-1 0 1 0 0,1 0 0 0 0,0 0 0 0 0,0 0 0 0 0,0 0 0 0 0,0 0 0 0 0,0 0-1 0 0,0 0 1 0 0,0 0 0 0 0,0 0 0 0 0,0 0 0 0 0,0 0 0 0 0,0 0 0 0 0,0 0-1 0 0,0 0 1 0 0,0 0 0 0 0,0 0 0 0 0,0-1 0 0 0,2 11 48 0 0,7 11 159 0 0,1 1 15 0 0,10 35 0 0 0,-1-4 93 0 0,6 13 137 0 0,4-2 0 0 0,2-1 0 0 0,3-1 0 0 0,60 81 0 0 0,-91-139-405 0 0,1 1 1 0 0,-2-2 0 0 0,1 1-1 0 0,2 0 1 0 0,-2-1 0 0 0,1 0-1 0 0,0 1 1 0 0,-1-1 0 0 0,2-1-1 0 0,6 5 1 0 0,-10-7-46 0 0,-1 0 1 0 0,0 0-1 0 0,1 0 0 0 0,-1 0 1 0 0,0 0-1 0 0,2 0 0 0 0,-2 0 0 0 0,0 0 1 0 0,1 0-1 0 0,-1 0 0 0 0,0 0 1 0 0,1 0-1 0 0,-1 0 0 0 0,0 0 0 0 0,1 0 1 0 0,-1 0-1 0 0,0 0 0 0 0,1-1 1 0 0,-1 1-1 0 0,0 0 0 0 0,1 0 1 0 0,-1 0-1 0 0,0-1 0 0 0,0 1 0 0 0,1 0 1 0 0,-1 0-1 0 0,0-1 0 0 0,2-1 1 0 0,3-12 73 0 0,-1-16 35 0 0,-6 1-198 0 0,2 1-77 0 0,0-1 0 0 0,9-52 0 0 0,-9 78 153 0 0,2-1-1 0 0,-1 1 0 0 0,-1 1 1 0 0,1-1-1 0 0,0 0 0 0 0,0 0 1 0 0,1 0-1 0 0,-1 0 1 0 0,1 1-1 0 0,0-1 0 0 0,0 1 1 0 0,-1-1-1 0 0,2 1 0 0 0,-1 0 1 0 0,0 0-1 0 0,4-3 0 0 0,-4 4 18 0 0,0 0 0 0 0,0 0-1 0 0,1 0 1 0 0,-1 1 0 0 0,-1-1-1 0 0,1 1 1 0 0,1 0 0 0 0,-1-1-1 0 0,0 1 1 0 0,0 0 0 0 0,1 0-1 0 0,-1 0 1 0 0,0 1 0 0 0,0-1-1 0 0,1 0 1 0 0,-1 1 0 0 0,0-1-1 0 0,0 1 1 0 0,1-1 0 0 0,-1 1-1 0 0,-1 0 1 0 0,1 0-1 0 0,3 2 1 0 0,4 3 54 0 0,0 0-1 0 0,-1 0 1 0 0,1 1 0 0 0,-1 0-1 0 0,12 14 1 0 0,31 45 334 0 0,128 215 815 0 0,-21 14 27 0 0,-158-294-1228 0 0,18 32 191 0 0,-2 0 0 0 0,-1 2 1 0 0,15 52-1 0 0,-30-76-23 0 0,-5-15-84 0 0,-10-17-23 0 0,14 18-61 0 0,-112-197-829 0 0,37 59 56 0 0,-241-343-1920 0 0,230 371 1807 0 0,-5 3 0 0 0,-114-100 0 0 0,189 193 770 0 0,7 7 14 0 0,0 0 1 0 0,-1 2 0 0 0,-19-13-1 0 0,41 29 206 0 0,-1 2 0 0 0,0 1 0 0 0,-1-1 0 0 0,9 14 0 0 0,9 10 126 0 0,33 29 439 0 0,75 61 0 0 0,-7-8 199 0 0,-92-77-470 0 0,-1 2-1 0 0,47 75 0 0 0,-77-109-364 0 0,-2-1 0 0 0,1 1-1 0 0,-1 0 1 0 0,0-1 0 0 0,0 1-1 0 0,1 10 1 0 0,-4-17-41 0 0,0 0 0 0 0,0 0 0 0 0,0 0 0 0 0,0 0-1 0 0,0 0 1 0 0,0 1 0 0 0,0-1 0 0 0,1 0 0 0 0,-1 0 0 0 0,0 0 0 0 0,0 0 0 0 0,0 0 0 0 0,0 0 0 0 0,0 1 0 0 0,0-1 0 0 0,0 0 0 0 0,0 0 0 0 0,0 0 0 0 0,0 0-1 0 0,0 0 1 0 0,0 0 0 0 0,-1 1 0 0 0,1-1 0 0 0,0 0 0 0 0,0 0 0 0 0,0 0 0 0 0,0 0 0 0 0,0 0 0 0 0,0 0 0 0 0,0 0 0 0 0,0 1 0 0 0,0-1 0 0 0,0 0 0 0 0,0 0-1 0 0,0 0 1 0 0,-1 0 0 0 0,1 0 0 0 0,0 0 0 0 0,0 0 0 0 0,0 0 0 0 0,0 0 0 0 0,0 0 0 0 0,-1 0 0 0 0,-6-3 16 0 0,-5-10 101 0 0,-58-85 34 0 0,-143-188-1485 0 0,109 164 740 0 0,-89-114-539 0 0,150 180 855 0 0,-45-61-331 0 0,54 70 322 0 0,32 45 287 0 0,-2-3 0 0 0,27 26 29 0 0,-5 0 164 0 0,0 0 1 0 0,20 34-1 0 0,-9-14 38 0 0,65 90 494 0 0,297 443 2432 0 0,-378-552-3035 0 0,221 386 2012 0 0,-213-366-1950 0 0,-2-11 100 0 0,-5 0 0 0 0,25 63 0 0 0,-39-94-283 0 0,0 1 1 0 0,0-1-1 0 0,0 0 0 0 0,0 0 0 0 0,0 1 1 0 0,0-1-1 0 0,0 0 0 0 0,0 1 0 0 0,0-1 0 0 0,0 0 1 0 0,0 1-1 0 0,0-1 0 0 0,0 0 0 0 0,0 1 1 0 0,0-1-1 0 0,0 0 0 0 0,0 2 0 0 0,0-2 1 0 0,0 0-1 0 0,0 0 0 0 0,0 1 0 0 0,-2-1 1 0 0,2 0-1 0 0,0 1 0 0 0,0-1 0 0 0,0 0 1 0 0,-1 0-1 0 0,1 1 0 0 0,0-1 0 0 0,0 0 0 0 0,-1 0 1 0 0,1 0-1 0 0,0 1 0 0 0,0-1 0 0 0,-1 0 1 0 0,1 0-1 0 0,0 0 0 0 0,-1 0 0 0 0,1 0 1 0 0,0 1-1 0 0,0-1 0 0 0,-1 0 0 0 0,1 0 1 0 0,0 0-1 0 0,-1 0 0 0 0,1 0 0 0 0,0 0 0 0 0,-1 0 1 0 0,1 0-1 0 0,-2 0 2 0 0,1-1-1 0 0,0 1 1 0 0,0 0-1 0 0,1 0 1 0 0,-1-1-1 0 0,0 1 1 0 0,0 0 0 0 0,1-1-1 0 0,-1 1 1 0 0,-1-1-1 0 0,2 1 1 0 0,-1 0-1 0 0,0-1 1 0 0,1-1 0 0 0,-1 2-1 0 0,1-1 1 0 0,-1 1-1 0 0,1-1 1 0 0,-1 0-1 0 0,1 1 1 0 0,-1-1 0 0 0,1 0-1 0 0,-2-1 1 0 0,37 75 440 0 0,-11-27-38 0 0,2 0 1 0 0,44 58 0 0 0,-22-35 36 0 0,-17-23-170 0 0,-16-25-105 0 0,-1 1-1 0 0,14 23 1 0 0,-19-25-78 0 0,-3-10-15 0 0,0 1-1 0 0,-2 0 0 0 0,1-1 1 0 0,-2 1-1 0 0,1 0 1 0 0,-1 2-1 0 0,-1-2 1 0 0,3 22-1 0 0,-4-13-23 0 0,0-1 0 0 0,1 1 1 0 0,2-2-1 0 0,0 1 0 0 0,1 0 0 0 0,1-1 0 0 0,0 0 0 0 0,2 0 0 0 0,0 0 1 0 0,1 0-1 0 0,16 21 0 0 0,3 2-50 0 0,-17-23 0 0 0,2 0 0 0 0,0 0 0 0 0,1-2 0 0 0,16 16 0 0 0,-24-28 0 0 0,1-1 0 0 0,-2 1 0 0 0,2-1 0 0 0,-1 0 0 0 0,13 3 0 0 0,14 8 0 0 0,-19-5 0 0 0,1-1 0 0 0,24 23 0 0 0,-25-17 0 0 0,31 18 0 0 0,-45-32 0 0 0,1 0 0 0 0,-1 1 0 0 0,0-1 0 0 0,0 0 0 0 0,2 0 0 0 0,-2 0 1 0 0,0 0-1 0 0,0 0 0 0 0,0 0 0 0 0,1 0 0 0 0,-1 0 0 0 0,0 1 0 0 0,0-1 0 0 0,1 0 0 0 0,-1 0 0 0 0,0 0 0 0 0,0 0 1 0 0,1 0-1 0 0,-1 0 0 0 0,0-1 0 0 0,0 1 0 0 0,1 0 0 0 0,-1 0 0 0 0,0 0 0 0 0,0 0 0 0 0,1 0 0 0 0,-1 0 0 0 0,0 0 1 0 0,0 0-1 0 0,0-1 0 0 0,1 1 0 0 0,-1 0 0 0 0,0 0 0 0 0,0 0 0 0 0,0 0 0 0 0,1-1 0 0 0,-1 1 0 0 0,0 0 0 0 0,0 0 0 0 0,0 0 1 0 0,0-1-1 0 0,5-16 3 0 0,-7-21-40 0 0,-11-62-654 0 0,11 83 524 0 0,0 2 0 0 0,-2-2 1 0 0,0 1-1 0 0,-1 0 0 0 0,-9-22 0 0 0,-42-75-692 0 0,47 99 705 0 0,-50-90-698 0 0,-15-27-86 0 0,-61-91-872 0 0,105 178 1472 0 0,-143-193-1675 0 0,35 55 521 0 0,23 16-131 0 0,111 162 1546 0 0,-7-10-46 0 0,10 13 121 0 0,1 1 1 0 0,0-1-1 0 0,0 1 1 0 0,-1-1-1 0 0,1 1 1 0 0,0-1-1 0 0,0 1 0 0 0,0-1 1 0 0,-1 1-1 0 0,1-1 1 0 0,0 1-1 0 0,0-1 1 0 0,0 1-1 0 0,0-1 1 0 0,0 1-1 0 0,0-1 0 0 0,0 1 1 0 0,0-2-1 0 0,0 2 1 0 0,1-1-1 0 0,-1 1 1 0 0,0-1-1 0 0,0 1 1 0 0,0-1-1 0 0,1 0 0 0 0,-1 1 3 0 0,1-1-1 0 0,-1 1 0 0 0,1 0 1 0 0,-1 0-1 0 0,1 0 0 0 0,-1 0 0 0 0,0 0 1 0 0,2 0-1 0 0,-2 0 0 0 0,1 0 1 0 0,-1 0-1 0 0,1 0 0 0 0,-1 0 0 0 0,1 0 1 0 0,-1 0-1 0 0,0 0 0 0 0,1 0 1 0 0,-1 1-1 0 0,1-1 0 0 0,-1 0 1 0 0,0 0-1 0 0,1 0 0 0 0,-1 1 0 0 0,1-1 1 0 0,-1 0-1 0 0,0 1 0 0 0,2-1 1 0 0,-2 0-1 0 0,0 1 0 0 0,0-1 0 0 0,1 0 1 0 0,-1 1-1 0 0,0 1 0 0 0,17 16 147 0 0,-14-14-108 0 0,158 169 1150 0 0,-137-144-918 0 0,-2 1 1 0 0,25 45-1 0 0,27 70 487 0 0,-23-34-175 0 0,60 117 636 0 0,-103-219-1099 0 0,-7-16-41 0 0,-7-19 68 0 0,-30-83-1008 0 0,-86-171 0 0 0,78 184 448 0 0,-78-165-809 0 0,66 138 679 0 0,-25-59-407 0 0,69 158 839 0 0,18 41 211 0 0,-3-12-61 0 0,0 0 0 0 0,-1 0-1 0 0,0 1 1 0 0,0-1 0 0 0,1 1-1 0 0,-1 5 1 0 0,5 12 68 0 0,41 92 879 0 0,84 145 0 0 0,-52-114-243 0 0,148 248 1233 0 0,-163-293-1418 0 0,35 51 317 0 0,-108-212-658 0 0,-1-86-910 0 0,-5-56-332 0 0,-45-122-597 0 0,39 243 809 0 0,-62-152 0 0 0,26 110-470 0 0,-121-190 0 0 0,164 296 1332 0 0,0 0 1 0 0,-1 1-1 0 0,-2 1 0 0 0,-29-24 1 0 0,16 13-48 0 0,9 11 52 0 0,-1 0 0 0 0,1 2-1 0 0,-3 1 1 0 0,2 0 0 0 0,-31-11-1 0 0,43 20-6 0 0,0 0 0 0 0,0 1 0 0 0,0-1-1 0 0,0 1 1 0 0,-1 1 0 0 0,1 0 0 0 0,-1 1 0 0 0,0-1-1 0 0,0 2 1 0 0,1-1 0 0 0,0 1 0 0 0,-1 1 0 0 0,1-1-1 0 0,0 2 1 0 0,0 0 0 0 0,-11 4 0 0 0,12-4 1 0 0,1 0 1 0 0,-1 2 0 0 0,1-2-1 0 0,1 1 1 0 0,-1 2 0 0 0,0-2-1 0 0,1 2 1 0 0,0-1 0 0 0,0 1-1 0 0,1-1 1 0 0,0 2 0 0 0,0 0-1 0 0,0-1 1 0 0,1 1-1 0 0,0 0 1 0 0,0 0 0 0 0,1 1-1 0 0,0-1 1 0 0,-3 8 0 0 0,1 14 115 0 0,1 0 0 0 0,2 0 1 0 0,1-1-1 0 0,1 1 0 0 0,4 34 1 0 0,-1 0 88 0 0,2 28 171 0 0,1 49 228 0 0,-6-138-641 0 0,0 0 0 0 0,0 0 1 0 0,0 0-1 0 0,0 0 1 0 0,-2 0-1 0 0,2 0 0 0 0,-1 0 1 0 0,1-1-1 0 0,-1 2 0 0 0,0-1 1 0 0,1-1-1 0 0,-3 4 1 0 0,3-5-9 0 0,0 0 1 0 0,-1 0 0 0 0,1 1 0 0 0,0-1 0 0 0,0 0 0 0 0,-2 0-1 0 0,2 0 1 0 0,0 2 0 0 0,0-2 0 0 0,-1 0 0 0 0,1 0-1 0 0,0 0 1 0 0,-1 0 0 0 0,1 0 0 0 0,0 0 0 0 0,-1 1 0 0 0,1-1-1 0 0,0 0 1 0 0,-1 0 0 0 0,1 0 0 0 0,0 0 0 0 0,0 0-1 0 0,-1 0 1 0 0,1 0 0 0 0,0-1 0 0 0,-1 1 0 0 0,0 0 5 0 0,-1-2 0 0 0,1 2 1 0 0,0-1-1 0 0,0 0 0 0 0,1 1 1 0 0,-1-1-1 0 0,0 0 0 0 0,0 1 1 0 0,1-1-1 0 0,-1 0 0 0 0,-1 0 1 0 0,1-1-1 0 0,-22-41-122 0 0,-37-84 1 0 0,29 55-178 0 0,-152-273-1303 0 0,174 329 1516 0 0,7 13 15 0 0,6 10-20 0 0,79 120 626 0 0,-39-64-254 0 0,67 106 406 0 0,88 130 627 0 0,-147-228-878 0 0,4-3 0 0 0,69 66 1 0 0,-122-131-429 0 0,23 21 166 0 0,32 24-1 0 0,-51-43-134 0 0,1 1-1 0 0,-1-1 0 0 0,1 0 1 0 0,1-1-1 0 0,-1 0 1 0 0,1 0-1 0 0,0-2 1 0 0,0 2-1 0 0,14 1 0 0 0,-19-5-33 0 0,0 0-1 0 0,0 0 0 0 0,1 0 0 0 0,-2 0 1 0 0,2-1-1 0 0,-2 1 0 0 0,2-1 0 0 0,-2 0 1 0 0,2 0-1 0 0,-2 0 0 0 0,1-2 0 0 0,0 2 1 0 0,-1-1-1 0 0,1 0 0 0 0,0 0 0 0 0,-1-1 1 0 0,0 1-1 0 0,0 0 0 0 0,1-1 0 0 0,-1 0 1 0 0,-1 0-1 0 0,5-6 0 0 0,4-6-89 0 0,-2-1 0 0 0,1 1 0 0 0,12-32 0 0 0,-7 16-182 0 0,-5 11 81 0 0,1 0 0 0 0,1 2 0 0 0,28-35 0 0 0,-31 43 188 0 0,0 0 1 0 0,1 1-1 0 0,0 0 0 0 0,2 1 0 0 0,-1 0 0 0 0,0 1 0 0 0,0 0 0 0 0,15-5 0 0 0,4-1 58 0 0,-8 4 1 0 0,0 0 1 0 0,-1-2 0 0 0,1 0 0 0 0,-2-3 0 0 0,19-13 0 0 0,-36 25-63 0 0,-1 0 1 0 0,-1 0-1 0 0,1 1 1 0 0,1 0-1 0 0,-1-1 1 0 0,0 1-1 0 0,0 0 1 0 0,1-1-1 0 0,-1 1 1 0 0,0 0-1 0 0,0 1 1 0 0,2-1-1 0 0,-2 0 1 0 0,0 1-1 0 0,1 0 1 0 0,0-1-1 0 0,-1 1 1 0 0,5 0-1 0 0,-3 0 6 0 0,0 0 0 0 0,0-1 0 0 0,0 0 0 0 0,-1 0 0 0 0,8-3 0 0 0,-7 3-2 0 0,0-1 0 0 0,0 1 0 0 0,0 1 0 0 0,0-1 0 0 0,8 0 0 0 0,-9 0-12 0 0,1 1-1 0 0,-1 0 1 0 0,1 0 0 0 0,-1-2-1 0 0,0 1 1 0 0,1 1-1 0 0,-1-1 1 0 0,-1 0-1 0 0,2 0 1 0 0,-1-1 0 0 0,1 1-1 0 0,-2-2 1 0 0,1 2-1 0 0,-1-1 1 0 0,1 0-1 0 0,3-4 1 0 0,1-1-3 0 0,0-1-1 0 0,0-1 1 0 0,9-16-1 0 0,13-17-3 0 0,-27 38 8 0 0,2 2-1 0 0,-2-1 0 0 0,1 0 1 0 0,-1 0-1 0 0,2 1 0 0 0,-1 0 1 0 0,1 0-1 0 0,-1-1 0 0 0,0 2 1 0 0,6-3-1 0 0,-6 4 7 0 0,-1-1 0 0 0,0 1-1 0 0,0 0 1 0 0,1 0 0 0 0,-1-1 0 0 0,0 1-1 0 0,0 1 1 0 0,1-1 0 0 0,-1 0 0 0 0,0 0 0 0 0,0 1-1 0 0,2-1 1 0 0,-2 1 0 0 0,-1 0 0 0 0,2-1 0 0 0,1 2-1 0 0,37 24 93 0 0,-9-6 24 0 0,-21-17-103 0 0,0 0 1 0 0,-1-1-1 0 0,1 1 1 0 0,-1-2-1 0 0,2 0 1 0 0,17 0-1 0 0,24 2 111 0 0,-48-2-118 0 0,0 0-1 0 0,1-1 1 0 0,-2 0 0 0 0,2 0 0 0 0,0 0 0 0 0,7-2 0 0 0,-10 2-6 0 0,-1-1 0 0 0,0 0 0 0 0,0 1 1 0 0,1-1-1 0 0,-1 0 0 0 0,-1 0 0 0 0,1 0 0 0 0,0 0 0 0 0,0-1 0 0 0,0 1 1 0 0,-1-1-1 0 0,1 1 0 0 0,-1 0 0 0 0,2-1 0 0 0,-2-1 0 0 0,0 2 1 0 0,2-4-1 0 0,-2 1-23 0 0,2 1 0 0 0,-2 0 0 0 0,0 0 1 0 0,0-2-1 0 0,-1 2 0 0 0,1-2 0 0 0,-1 2 1 0 0,1-1-1 0 0,-1 0 0 0 0,0 1 0 0 0,-1-1 0 0 0,1 0 1 0 0,0 0-1 0 0,-1 0 0 0 0,-2-7 0 0 0,-3-6-133 0 0,-1-1 0 0 0,-11-19 0 0 0,-1-3-120 0 0,0 0-37 0 0,14 32 266 0 0,1 0 0 0 0,-1-1 0 0 0,2 2 1 0 0,-1-2-1 0 0,0-9 0 0 0,-1 6-42 0 0,1 0 0 0 0,-1-1 0 0 0,0 1 1 0 0,-1 1-1 0 0,-1 0 0 0 0,-8-13 0 0 0,-8-13-121 0 0,-41-59-299 0 0,14 24 443 0 0,26 44-34 0 0,1-3 137 0 0,19 27-21 0 0,2 1 0 0 0,-1-1-1 0 0,-1 1 1 0 0,1 0 0 0 0,-4-5 0 0 0,-16-15 53 0 0,17 15-30 0 0,0 0 1 0 0,-1 2 0 0 0,0-1-1 0 0,0 0 1 0 0,0 1-1 0 0,-9-5 1 0 0,-13-12 53 0 0,-10-10 101 0 0,1 1-129 0 0,28 23-86 0 0,-2 2-1 0 0,-16-10 1 0 0,17 10 13 0 0,0 1 1 0 0,-15-14 0 0 0,-53-37 263 0 0,71 51-244 0 0,-11-10-182 0 0,1-2 1 0 0,-23-26 0 0 0,92 90 429 0 0,-31-22-133 0 0,-1 2 1 0 0,16 29 0 0 0,-1-2 16 0 0,9 7 63 0 0,-22-32-87 0 0,0 2-1 0 0,-2 0 0 0 0,18 42 1 0 0,-9-17 38 0 0,-16-34-69 0 0,9 25 0 0 0,-21-25-32 0 0,0-20-62 0 0,0 0-1 0 0,0 0 1 0 0,0-1-1 0 0,0 1 1 0 0,0 0-1 0 0,-1-1 1 0 0,1 1-1 0 0,0 1 1 0 0,0-1-1 0 0,-1-1 1 0 0,1 1-1 0 0,-1-1 1 0 0,1 1-1 0 0,0 0 1 0 0,-1-1-1 0 0,1 1 1 0 0,-2-1-1 0 0,2 1 1 0 0,-1-1-1 0 0,0 1 1 0 0,1-1-1 0 0,-1 1 1 0 0,1-1-1 0 0,-1 0 1 0 0,0 2-1 0 0,1-2 1 0 0,-1 0-1 0 0,0 1 1 0 0,1-1-1 0 0,-2 0 1 0 0,1 0-1 0 0,0 0 1 0 0,1 0-1 0 0,-1 0 1 0 0,0 0-1 0 0,0 0 1 0 0,1 0-1 0 0,-1 0 1 0 0,0 0-1 0 0,-1 0 1 0 0,2 0-1 0 0,-2-1 0 0 0,-1 1 5 0 0,-1-2 0 0 0,1 1 0 0 0,0 1 0 0 0,-1-1 0 0 0,1 0-1 0 0,1-1 1 0 0,-2 1 0 0 0,1-1 0 0 0,1 0 0 0 0,-5-2 0 0 0,-34-36 73 0 0,-42-53 1 0 0,49 52-44 0 0,-9-5-492 0 0,-1 0-1 0 0,-96-72 0 0 0,-105-37 1112 0 0,138 92-970 0 0,82 47 244 0 0,0 1 136 0 0,-1-1-1 0 0,-1 2 1 0 0,0 1 0 0 0,-35-12-1 0 0,-26-1 139 0 0,30 6-20 0 0,0 3 0 0 0,-108-15 0 0 0,112 27-40 0 0,1 1 0 0 0,-69 7 0 0 0,102-1-93 0 0,1 1 0 0 0,1 2 0 0 0,-20 6 0 0 0,24-7-19 0 0,1 1-1 0 0,-1-2 0 0 0,0 0 0 0 0,0-1 0 0 0,-1 1 0 0 0,2-2 0 0 0,-19-1 1 0 0,-40-1 121 0 0,47 2-77 0 0,-30-4 0 0 0,47 2-55 0 0,0 0 0 0 0,0-1 0 0 0,0 1 1 0 0,0-1-1 0 0,0-2 0 0 0,1 2 0 0 0,-14-9 0 0 0,-6-5 8 0 0,1-2 0 0 0,1-1 0 0 0,1-1-1 0 0,1-1 1 0 0,0 0 0 0 0,2-2 0 0 0,-22-28 0 0 0,16 17 31 0 0,19 26-62 0 0,6 8 3 0 0,-14 0 25 0 0,14-1-22 0 0,1 0 0 0 0,-2-1 0 0 0,2 1 0 0 0,-1 0 0 0 0,1 0 0 0 0,-1 0-1 0 0,0 0 1 0 0,1-1 0 0 0,-1 1 0 0 0,1-2 0 0 0,0 2 0 0 0,-1-2 0 0 0,0 1 7 0 0,-54-62 97 0 0,21 31-45 0 0,21 22-42 0 0,14 10-15 0 0,-10-3 12 0 0,7 4-17 0 0,0 1-1 0 0,0 1 1 0 0,-9-1 26 0 0,-20-11 0 0 0,24 7-21 0 0,4 1 2 0 0,0 1 1 0 0,0-2-1 0 0,1 2 0 0 0,-2 0 0 0 0,1 0 1 0 0,-1 0-1 0 0,0 0 0 0 0,2 1 1 0 0,-8-1-1 0 0,11 1-7 0 0,-1 0 1 0 0,1 0 0 0 0,-1 0-1 0 0,1 0 1 0 0,-2 0-1 0 0,2 0 1 0 0,0 0 0 0 0,-1 0-1 0 0,1 0 1 0 0,-1-1-1 0 0,1 1 1 0 0,-1 0 0 0 0,1 0-1 0 0,-1 0 1 0 0,1-1 0 0 0,0 1-1 0 0,-1 0 1 0 0,1-1-1 0 0,-1 1 1 0 0,1-2 0 0 0,-22-10 12 0 0,20 10-9 0 0,2 1-3 0 0,-1 0 1 0 0,1 1-1 0 0,-1-1 1 0 0,1 0-1 0 0,0-1 1 0 0,0 1-1 0 0,-1 0 0 0 0,1 0 1 0 0,0 0-1 0 0,0 0 1 0 0,0 0-1 0 0,0 0 1 0 0,0 0-1 0 0,0-2 0 0 0,1 1-1 0 0,1 2 4 0 0,0 0-1 0 0,0-1 0 0 0,1 1 0 0 0,0 0 1 0 0,-1 0-1 0 0,1 0 0 0 0,3 1 0 0 0,89-3 75 0 0,-79 3-55 0 0,0 0 1 0 0,24 7-1 0 0,2-1 14 0 0,56 14 84 0 0,-67-14-86 0 0,-27-4-27 0 0,3-2 1 0 0,-1 1-1 0 0,-1-1 1 0 0,1 0-1 0 0,8 0 1 0 0,-9-1-2 0 0,2 1-1 0 0,-1 0 1 0 0,0 1 0 0 0,0 0-1 0 0,9 3 1 0 0,11 3 30 0 0,46 2 50 0 0,-27-4-49 0 0,-19-3-24 0 0,5 1 55 0 0,44 13-1 0 0,-58-13-47 0 0,0 0 1 0 0,0-1-1 0 0,1-1 1 0 0,31 0 0 0 0,-43-1-10 0 0,1 1 0 0 0,1 0 0 0 0,-1 0 1 0 0,0 0-1 0 0,-1 0 0 0 0,2 1 0 0 0,-2 0 1 0 0,1 0-1 0 0,-1 2 0 0 0,0-2 0 0 0,1 1 1 0 0,7 9-1 0 0,10 3 9 0 0,3 3 5 0 0,-26-19-26 0 0,-16 6 30 0 0,-129-10 122 0 0,-107 4 69 0 0,204 4-131 0 0,-59 10 0 0 0,92-11-71 0 0,-1 1 0 0 0,0 0 0 0 0,2 0 1 0 0,-2 2-1 0 0,1 1 0 0 0,1-1 0 0 0,-1 1 0 0 0,-12 10 1 0 0,17-11-8 0 0,1 1 1 0 0,-1 1 0 0 0,3-2 0 0 0,-2 2 0 0 0,1 1 0 0 0,-8 10 0 0 0,12-13-6 0 0,0 0 0 0 0,-1 0 0 0 0,2 0 0 0 0,0 1 0 0 0,-1-1 0 0 0,1 1 0 0 0,1 0 0 0 0,0-1 0 0 0,0 1 0 0 0,0-1 0 0 0,1 9 0 0 0,1 1-7 0 0,0 2 0 0 0,1 0 0 0 0,2-2 0 0 0,5 24 0 0 0,28 65 0 0 0,-9-28 0 0 0,-9-28 0 0 0,3-3 0 0 0,36 63 0 0 0,4 6 0 0 0,32 55 0 0 0,-27-47 0 0 0,23 50 0 0 0,-25-27 0 0 0,39 81 0 0 0,-11-40 0 0 0,-41-93 0 0 0,108 147 0 0 0,-89-151 0 0 0,124 120 0 0 0,-191-207 0 0 0,25 25 0 0 0,0-2 0 0 0,52 35 0 0 0,97 62 0 0 0,-86-60 0 0 0,65 42 0 0 0,-124-84 0 0 0,36 32 0 0 0,27 16 0 0 0,-48-41 0 0 0,36 24 0 0 0,-71-45 0 0 0,-9-6 0 0 0,-2 0 0 0 0,1 1 0 0 0,0-1 0 0 0,-1 0 0 0 0,1 1 0 0 0,0 0 0 0 0,1 2 0 0 0,3 3 0 0 0,0 0 0 0 0,-2 1 0 0 0,1 0 0 0 0,6 11 0 0 0,18 22 0 0 0,3-8 0 0 0,-28-31 0 0 0,-2 1 0 0 0,2 0 0 0 0,1-1 0 0 0,-2 0 0 0 0,1 0 0 0 0,-1 0 0 0 0,2 0 0 0 0,-2-1 0 0 0,10 1 0 0 0,-1 1 0 0 0,2-2 0 0 0,18 1 0 0 0,-29-3 0 0 0,1 1 0 0 0,-1-1 0 0 0,1 0 0 0 0,-1 0 0 0 0,0 0 0 0 0,0-1 0 0 0,1 1 0 0 0,-2-2 0 0 0,2 1 0 0 0,4-3 0 0 0,4-2 0 0 0,-12 6 0 0 0,-3 1 0 0 0,-22-10 0 0 0,0 2 0 0 0,-39-7 0 0 0,39 9 0 0 0,-34-10-113 0 0,1-2 0 0 0,1-2 0 0 0,-71-38 0 0 0,-39-36-308 0 0,60 26 226 0 0,-22-25-1616 0 0,-164-154 0 0 0,169 138 767 0 0,-104-103-1014 0 0,173 147 910 0 0,-73-118 0 0 0,13 16-173 0 0,-61-72-717 0 0,133 172 906 0 0,-62-131 0 0 0,48 68 206 0 0,-10-27-354 0 0,-1 30 1765 0 0,66 124-469 0 0,-1 0 1 0 0,0-1 0 0 0,-1 1 0 0 0,2 0-1 0 0,-2 1 1 0 0,1-2 0 0 0,-1 2 0 0 0,1 0-1 0 0,-6-5 1 0 0,8 7-15 0 0,0 0 1 0 0,-1 0-1 0 0,1 0 1 0 0,0 1-1 0 0,0-1 0 0 0,0 0 1 0 0,0 0-1 0 0,-1 0 0 0 0,1 0 1 0 0,0 0-1 0 0,0 0 0 0 0,0 1 1 0 0,0-1-1 0 0,-1 0 0 0 0,1 0 1 0 0,0 0-1 0 0,0 1 1 0 0,0-1-1 0 0,0 0 0 0 0,0 0 1 0 0,0 0-1 0 0,0 2 0 0 0,0-2 1 0 0,0 0-1 0 0,-1 0 0 0 0,1 0 1 0 0,0 1-1 0 0,0-1 0 0 0,0 0 1 0 0,0 0-1 0 0,0 1 1 0 0,0-1-1 0 0,0 0 0 0 0,1 0 1 0 0,-1 0-1 0 0,0 1 0 0 0,-1 10 86 0 0,6 13 139 0 0,2 0 1 0 0,0-2 0 0 0,19 39-1 0 0,40 63 983 0 0,-53-102-1135 0 0,30 53 439 0 0,57 100 840 0 0,89 107 979 0 0,-187-279-2301 0 0,0 1-3 0 0,0-1 0 0 0,1 0-1 0 0,-1 1 1 0 0,1-1 0 0 0,4 4 0 0 0,-17-35 146 0 0,1 9-92 0 0,-11-27 0 0 0,4 5-255 0 0,-80-200-588 0 0,71 184 396 0 0,-29-104-1 0 0,53 156 352 0 0,-7-29-113 0 0,7 31 119 0 0,1 1 0 0 0,-1 0 0 0 0,1 0 0 0 0,0 0-1 0 0,0-1 1 0 0,0 1 0 0 0,0 0 0 0 0,1-1 0 0 0,-1 0-1 0 0,0 1 1 0 0,1-2 0 0 0,0 4 7 0 0,-1 0 0 0 0,0-1 1 0 0,0 1-1 0 0,0 0 0 0 0,0 0 0 0 0,0-2 0 0 0,0 2 1 0 0,0 0-1 0 0,1 0 0 0 0,-1 0 0 0 0,0-1 0 0 0,0 1 0 0 0,0 0 1 0 0,1 0-1 0 0,-1 0 0 0 0,0 0 0 0 0,0-1 0 0 0,0 1 1 0 0,1 0-1 0 0,-1 0 0 0 0,0 0 0 0 0,0 0 0 0 0,1 0 0 0 0,-1 0 1 0 0,0 0-1 0 0,0 0 0 0 0,2 0 0 0 0,-2 0 0 0 0,0 0 1 0 0,0 0-1 0 0,1 0 0 0 0,-1 0 0 0 0,0 0 0 0 0,1 0 1 0 0,7 8 13 0 0,0 13 7 0 0,0 29 221 0 0,-8-48-242 0 0,2 0 0 0 0,0 1 0 0 0,0 0 0 0 0,-2-2 0 0 0,6 3 34 0 0,-2 0 1 0 0,2-1-1 0 0,0 0 1 0 0,7 4-1 0 0,-5-3 10 0 0,66 36 370 0 0,-23-9-160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2T16:41:07.442"/>
    </inkml:context>
    <inkml:brush xml:id="br0">
      <inkml:brushProperty name="width" value="0.35" units="cm"/>
      <inkml:brushProperty name="height" value="0.35" units="cm"/>
      <inkml:brushProperty name="color" value="#10B981"/>
    </inkml:brush>
  </inkml:definitions>
  <inkml:trace contextRef="#ctx0" brushRef="#br0">197 3483 4915 0 0,'4'5'44'0'0,"-1"-2"0"0"0,2 0-1 0 0,-2 1 1 0 0,2-2 0 0 0,-2 1 0 0 0,7 3-1 0 0,-4-3 11 0 0,-1 1-25 0 0,-5-4-20 0 0,2 1 1 0 0,-1 1-1 0 0,0-1 1 0 0,0-1-1 0 0,0 1 1 0 0,0-1-1 0 0,0 1 1 0 0,0 0-1 0 0,1-1 1 0 0,-1 0-1 0 0,0 1 1 0 0,0-1-1 0 0,0 0 1 0 0,0 1-1 0 0,3-1 1 0 0,-3-2-10 0 0,1 1 0 0 0,-1 0 18 0 0,1 1 1 0 0,1-1-1 0 0,-1 1 0 0 0,-1 0 1 0 0,1-1-1 0 0,1 1 1 0 0,-1 0-1 0 0,-1 0 0 0 0,1 0 1 0 0,0 0-1 0 0,4 1 1 0 0,13 0 120 0 0,-16-1-137 0 0,9-4 168 0 0,0 1-1 0 0,23-9 1 0 0,7 0 175 0 0,-35 11-278 0 0,1-2 1 0 0,-1 2 0 0 0,-1-2-1 0 0,1 1 1 0 0,9-5 0 0 0,-4-1 51 0 0,-9 8-98 0 0,-1-1 0 0 0,-1 0 0 0 0,1 1 0 0 0,0-1 0 0 0,0 0 0 0 0,0 0 0 0 0,-1 0 0 0 0,1-1 1 0 0,-1 0-1 0 0,1 1 0 0 0,-1 0 0 0 0,1-1 0 0 0,-1 1 0 0 0,0-1 0 0 0,0 1 0 0 0,0-2 0 0 0,-1 2 0 0 0,2-1 0 0 0,0-2 0 0 0,2-11 89 0 0,2 2 0 0 0,13-25 0 0 0,26-59-71 0 0,-31 64 11 0 0,28-50-1 0 0,51-77 408 0 0,-85 147-452 0 0,-1-1 1 0 0,0-1-1 0 0,-2 0 1 0 0,6-16-1 0 0,-7 19-37 0 0,1-1 0 0 0,9-19-1 0 0,-8 21 7 0 0,-2 0 0 0 0,2 0-1 0 0,2-17 1 0 0,-2 10-46 0 0,14-35 1 0 0,-7 19 28 0 0,-34 68 225 0 0,-10 33 488 0 0,-20 76-1 0 0,-39 119 883 0 0,57-170-919 0 0,27-79-486 0 0,0 1-1 0 0,0-1 0 0 0,-2-1 0 0 0,-15 20 1 0 0,-1-6 35 0 0,23-24-182 0 0,1 0 0 0 0,0 4 57 0 0,-1-1 0 0 0,0 1 0 0 0,0-1 1 0 0,0 1-1 0 0,-2-2 0 0 0,-1 9 0 0 0,1-4-14 0 0,-19 17 252 0 0,15-15-267 0 0,6-7 5 0 0,-1 0 1 0 0,0 0-1 0 0,-1-1 1 0 0,1 1-1 0 0,-1-1 0 0 0,1 0 1 0 0,-8 5-1 0 0,6-2 54 0 0,-1 0-1 0 0,1 0 1 0 0,-1-1 0 0 0,-1 10 0 0 0,3-13-78 0 0,35-13 310 0 0,-6 0-205 0 0,-17 7-11 0 0,0 1 0 0 0,0-1 1 0 0,-1-1-1 0 0,1 1 0 0 0,-1-1 0 0 0,12-10 0 0 0,-15 13-69 0 0,-1-1-1 0 0,0 1 1 0 0,0 0-1 0 0,1 1 1 0 0,-1 0-1 0 0,1 0 1 0 0,-1 0-1 0 0,1-1 1 0 0,-1 1-1 0 0,9 1 1 0 0,14-3 65 0 0,156-35 1106 0 0,-68 9-500 0 0,-80 17-427 0 0,-18 7-136 0 0,0-2-1 0 0,-1 0 0 0 0,0-1 1 0 0,0-1-1 0 0,24-18 0 0 0,-28 21-26 0 0,0-1 0 0 0,1 0-1 0 0,0 2 1 0 0,1-1-1 0 0,19-4 1 0 0,-16 6 48 0 0,-2-2 0 0 0,1 1 0 0 0,22-13 0 0 0,39-23 335 0 0,-46 26-152 0 0,-1-2 1 0 0,33-23-1 0 0,-42 27-7 0 0,37-20 0 0 0,-15 10-46 0 0,-42 21-293 0 0,21-11 76 0 0,38-16 0 0 0,-47 23-76 0 0,1-1 0 0 0,-1-1 0 0 0,16-10 0 0 0,22-15 0 0 0,-43 29 0 0 0,0 0 0 0 0,0-2 0 0 0,0 1 0 0 0,0-1 0 0 0,-1 0 0 0 0,-1 0 0 0 0,1-1 0 0 0,0 1 0 0 0,-1-2 0 0 0,6-9 0 0 0,2-4-41 0 0,-11 16 21 0 0,0-1 0 0 0,1 1 1 0 0,-1-1-1 0 0,-1 1 1 0 0,1-1-1 0 0,2-10 0 0 0,13-61-515 0 0,-16 70 475 0 0,-1 1 0 0 0,-1-1 0 0 0,0 0 0 0 0,0-12-1 0 0,1-19-173 0 0,17-35-450 0 0,-14 58 517 0 0,1 2 0 0 0,0-1 0 0 0,12-19 0 0 0,3-6-10 0 0,11-25-124 0 0,-3 12 74 0 0,10-23-193 0 0,-28 53 296 0 0,1 0-1 0 0,15-20 1 0 0,-11 8-30 0 0,-11 21 94 0 0,9-15-217 0 0,25-44 0 0 0,-26 50 141 0 0,21-47-245 0 0,-13 20 71 0 0,-10 32 137 0 0,-1 0 0 0 0,19-26-1 0 0,11-6 232 0 0,4-12-41 0 0,-34 47-82 0 0,-1-1 0 0 0,0-1 1 0 0,0 1-1 0 0,-2-2 0 0 0,0 0 0 0 0,-1 1 1 0 0,4-22-1 0 0,6-19-221 0 0,-9 32 234 0 0,9-21-226 0 0,-8 28 128 0 0,-2-1 0 0 0,1 0 0 0 0,3-37 0 0 0,28-141-739 0 0,-28 158 623 0 0,-4 24 175 0 0,-1-2 0 0 0,0 0 0 0 0,-2 2 1 0 0,0-20-1 0 0,-1-8-128 0 0,1 13-12 0 0,-7-46 1 0 0,-7-78-510 0 0,6 14 120 0 0,10 81 300 0 0,-4 51 270 0 0,2 1 0 0 0,-2-2 0 0 0,1 1 0 0 0,1 0 0 0 0,-1 1 0 0 0,1-2 0 0 0,1 1 0 0 0,0 1 0 0 0,4-9 0 0 0,35-63-459 0 0,-31 63 481 0 0,-10 14 21 0 0,0 0 1 0 0,0 1-1 0 0,0 0 1 0 0,0 0-1 0 0,-1-1 0 0 0,2 1 1 0 0,-1-1-1 0 0,0 0 1 0 0,-1 1-1 0 0,1-1 0 0 0,-1 1 1 0 0,0 0-1 0 0,1-1 0 0 0,-1-1 1 0 0,0 2-1 0 0,0-3 1 0 0,-10-87-454 0 0,16 76 432 0 0,-5 13 22 0 0,0 1 1 0 0,-1 0-1 0 0,1 0 0 0 0,-1 0 0 0 0,1-1 0 0 0,-1 1 0 0 0,1 0 0 0 0,-1-1 0 0 0,1 0 0 0 0,-1 1 0 0 0,0 0 0 0 0,0-1 0 0 0,0 1 1 0 0,0 0-1 0 0,0-2 0 0 0,0 2 0 0 0,0 0 0 0 0,0-1 0 0 0,-1-1 0 0 0,0-3 43 0 0,0 1 0 0 0,0-2-1 0 0,1 1 1 0 0,0 1 0 0 0,0-2 0 0 0,1-7-1 0 0,0-8-43 0 0,-1 3-19 0 0,-1 13 10 0 0,1 1-1 0 0,0-1 1 0 0,0 1 0 0 0,0-1 0 0 0,0 1-1 0 0,1-1 1 0 0,0 1 0 0 0,0-1-1 0 0,3-5 1 0 0,7 70 309 0 0,14 95 585 0 0,8 90 364 0 0,-32-61-317 0 0,-15-22-203 0 0,11-34-69 0 0,3-113-539 0 0,0-14-107 0 0,0 1 3 0 0,0 0 0 0 0,0 0 0 0 0,0-1 0 0 0,0 1 0 0 0,0 0 0 0 0,0 1 0 0 0,0-2 1 0 0,0 1-1 0 0,0 0 0 0 0,-1 0 0 0 0,1-1 0 0 0,0 1 0 0 0,-1 0 0 0 0,-1 0 0 0 0,1-24 125 0 0,2 3-162 0 0,6-33 0 0 0,-2 23-5 0 0,5-74-556 0 0,-5-126 0 0 0,-3 210 516 0 0,-2-1-55 0 0,-4-35 0 0 0,-35-117-567 0 0,38 168 677 0 0,1 1 1 0 0,-2-2-1 0 0,2 2 0 0 0,0-2 1 0 0,2-5-1 0 0,-4-21-95 0 0,1-1 14 0 0,2 29 83 0 0,-1 0 0 0 0,2 0 1 0 0,-1 0-1 0 0,0 0 0 0 0,2-6 1 0 0,-1 8 4 0 0,0 0 0 0 0,-2-1 0 0 0,1 1 0 0 0,0 0 1 0 0,0 0-1 0 0,-1 0 0 0 0,1-1 0 0 0,-1 1 1 0 0,1-1-1 0 0,-1 1 0 0 0,0-1 0 0 0,0 1 0 0 0,0-1 1 0 0,0 1-1 0 0,-1-1 0 0 0,1 1 0 0 0,-1 0 0 0 0,1-1 1 0 0,-1 0-1 0 0,-1-3 0 0 0,-14-22-88 0 0,15 27 91 0 0,1 1 1 0 0,-1 0-1 0 0,-1-1 1 0 0,2 1-1 0 0,-1 0 1 0 0,0 0-1 0 0,0 0 1 0 0,1-1-1 0 0,-1 1 1 0 0,0 0-1 0 0,0 0 1 0 0,1 0-1 0 0,-1 0 1 0 0,-2 1-1 0 0,-3-1 40 0 0,-1 1 0 0 0,0 0 1 0 0,0 0-1 0 0,0 1 0 0 0,1 1 0 0 0,0-1 0 0 0,-6 3 1 0 0,-30 10 112 0 0,9-7 195 0 0,-54 21 0 0 0,53-16-59 0 0,-44 10-1 0 0,-55 13 448 0 0,-20 5 37 0 0,136-37-653 0 0,0 0 1 0 0,1 2-1 0 0,-1-1 0 0 0,1 2 0 0 0,2 1 0 0 0,-2-1 1 0 0,1 2-1 0 0,1 0 0 0 0,0 1 0 0 0,-22 20 1 0 0,-22 19 199 0 0,-67 66 705 0 0,94-87-769 0 0,20-19-134 0 0,0 1 0 0 0,-10 12 0 0 0,7-7 33 0 0,1-2 0 0 0,-1 0 0 0 0,-27 17 0 0 0,33-23-136 0 0,-100 81 812 0 0,81-65-587 0 0,23-19-194 0 0,-1 0 0 0 0,-1 1-1 0 0,2-2 1 0 0,-2 0 0 0 0,1 2 0 0 0,-12 3-1 0 0,-5 1 118 0 0,1-3 0 0 0,-30 7-1 0 0,45-11-112 0 0,0 0 0 0 0,0 1 0 0 0,0-1-1 0 0,-1 2 1 0 0,2-2 0 0 0,-10 9 0 0 0,0-2 85 0 0,10-6-95 0 0,0 0 0 0 0,1 1 0 0 0,0-1 0 0 0,0 0 0 0 0,-1 2 0 0 0,2-2 0 0 0,0 2 0 0 0,-1-1 0 0 0,-4 8 0 0 0,5-7 4 0 0,0 0 0 0 0,-2 1 0 0 0,2-2 0 0 0,-7 6 0 0 0,-25 24 198 0 0,21-19-4 0 0,-28 20 0 0 0,-21 11 11 0 0,-72 56 496 0 0,82-48-742 0 0,24-28 0 0 0,21-19 0 0 0,2 1 0 0 0,-2-2 0 0 0,1 2 0 0 0,-9 14 0 0 0,-11 20 0 0 0,-9 17 0 0 0,28-45 0 0 0,-1 1 0 0 0,-17 20 0 0 0,-8 11 0 0 0,7-5 0 0 0,16-25 0 0 0,0 1 0 0 0,-16 32 0 0 0,21-35 0 0 0,-1-2 0 0 0,-1 0 0 0 0,0 0 0 0 0,0-1 0 0 0,-18 20 0 0 0,12-14 0 0 0,-5 4 0 0 0,12-15 0 0 0,0 1 0 0 0,1 1 0 0 0,1 0 0 0 0,-1-1 0 0 0,-5 11 0 0 0,-64 123 0 0 0,-67 132 0 0 0,96-162 0 0 0,31-79 0 0 0,-18 55 0 0 0,12-3 0 0 0,0 36 0 0 0,15-94 0 0 0,3-15 0 0 0,0 2 0 0 0,1 0 0 0 0,0 12 0 0 0,-8 130 0 0 0,2-108 0 0 0,2 40 0 0 0,6-86 0 0 0,0-1 0 0 0,0 0 0 0 0,0 1 0 0 0,0-1 0 0 0,0 2 0 0 0,0-2 0 0 0,0 0 0 0 0,0 1 0 0 0,1-1 0 0 0,-1 1 0 0 0,0-1 0 0 0,0 0 0 0 0,0 1 0 0 0,1-1 0 0 0,-1 0 0 0 0,0 1 0 0 0,0-1 0 0 0,1 0 0 0 0,-1 1 0 0 0,0-1 0 0 0,2 0 0 0 0,-2 0 0 0 0,0 1 0 0 0,1-1 0 0 0,-1 0 0 0 0,0 0 0 0 0,1 0 0 0 0,0 1 0 0 0,16 0 0 0 0,13-8 0 0 0,-21 1-40 0 0,-1 1 1 0 0,0-1-1 0 0,0-1 1 0 0,0 1-1 0 0,11-14 1 0 0,32-42-367 0 0,-16 17 268 0 0,45-55-679 0 0,52-58 88 0 0,-46 76 876 0 0,-74 70-133 0 0,-11 9-11 0 0,1 2 0 0 0,0 0-1 0 0,-1 0 1 0 0,0 0-1 0 0,0-1 1 0 0,1 1-1 0 0,0 0 1 0 0,-1-1 0 0 0,1 2-1 0 0,-1-1 1 0 0,1 0-1 0 0,0 0 1 0 0,0 1-1 0 0,0-1 1 0 0,-1 1-1 0 0,1-1 1 0 0,1 1 0 0 0,-2 0-1 0 0,1 0 1 0 0,0 0-1 0 0,-1 0 1 0 0,4 0-1 0 0,4-1 8 0 0,0 1-1 0 0,1 1 0 0 0,-1-1 0 0 0,0 1 1 0 0,0 1-1 0 0,0-1 0 0 0,0 2 0 0 0,0 0 1 0 0,-1 0-1 0 0,11 5 0 0 0,-7-3 10 0 0,-1 2-1 0 0,0 0 0 0 0,-1-1 1 0 0,2 2-1 0 0,-2 0 0 0 0,-1 1 1 0 0,0 0-1 0 0,0 1 0 0 0,0-2 1 0 0,-1 2-1 0 0,11 20 0 0 0,-17-26-14 0 0,-1 0-1 0 0,1 0 1 0 0,-1 0 0 0 0,0 0-1 0 0,-1 1 1 0 0,1-2-1 0 0,-1 1 1 0 0,0 1-1 0 0,0 5 1 0 0,-7 40 38 0 0,2-16-2 0 0,-13 157 142 0 0,-13 14 5 0 0,27-182-169 0 0,-2 17 58 0 0,-2 73-1 0 0,8-113-74 0 0,0 1-1 0 0,0 0 1 0 0,0-1-1 0 0,0 1 1 0 0,0 0-1 0 0,1 1 1 0 0,-1-2-1 0 0,0 1 1 0 0,0 0-1 0 0,0-1 1 0 0,1 1-1 0 0,-1 0 1 0 0,0-1-1 0 0,1 1 1 0 0,-1-1-1 0 0,1 1 1 0 0,-1-1-1 0 0,0 1 1 0 0,2-1-1 0 0,-2 1 1 0 0,1-1-1 0 0,0 2 1 0 0,-1-2-1 0 0,1 1 1 0 0,1 0 1 0 0,-1-1 1 0 0,2 1-1 0 0,-2-1 1 0 0,1 1 0 0 0,-1-1-1 0 0,1 0 1 0 0,0 0-1 0 0,0 0 1 0 0,-1 0-1 0 0,5 0 1 0 0,-1-1 5 0 0,2 0-1 0 0,0 0 1 0 0,-2 0 0 0 0,1-2 0 0 0,6-1 0 0 0,-4-1 10 0 0,-1 1 1 0 0,0 0-1 0 0,12-11 0 0 0,7-4 6 0 0,-8 6 30 0 0,0-1 0 0 0,27-27-1 0 0,-26 22-134 0 0,32-23-1 0 0,63-47-50 0 0,-29 22-118 0 0,-33 30 137 0 0,-31 23 139 0 0,0 0 1 0 0,-1-3-1 0 0,18-17 1 0 0,-8 4 1 0 0,23-26 32 0 0,-32 32-33 0 0,2 1 0 0 0,30-24 1 0 0,-27 24-161 0 0,38-40 1 0 0,-31 26 162 0 0,-19 22-62 0 0,0-1 0 0 0,0 0 0 0 0,13-25 0 0 0,-18 28-133 0 0,1-1 0 0 0,12-13 0 0 0,-11 13-31 0 0,-1 1 1 0 0,10-16-1 0 0,6-6 6 0 0,-9 7 231 0 0,3-9-180 0 0,55-144-944 0 0,-46 113 754 0 0,-4 12 31 0 0,19-47-347 0 0,-41 94 596 0 0,1 1 0 0 0,9-18 0 0 0,-8 18-4 0 0,-1 1 0 0 0,1-1 0 0 0,4-15 0 0 0,-6 11-30 0 0,2 0 0 0 0,-1 0 0 0 0,2 1 0 0 0,-1 0 0 0 0,11-13 0 0 0,42-49-206 0 0,-34 43 158 0 0,-21 27 78 0 0,6-9 43 0 0,-1 2 1 0 0,0-2 0 0 0,12-21 0 0 0,-5 0-75 0 0,-10 17 2 0 0,2 1-1 0 0,16-27 1 0 0,-20 37 69 0 0,-1 0 1 0 0,2 0-1 0 0,-2 0 0 0 0,-1-1 1 0 0,1 2-1 0 0,1-2 0 0 0,-2 1 1 0 0,0-1-1 0 0,0-6 1 0 0,0-6-123 0 0,-2-27 0 0 0,0 11 26 0 0,2 17 23 0 0,1 2 0 0 0,1-1 0 0 0,0 1 0 0 0,0-1 0 0 0,2 1 0 0 0,7-18 0 0 0,-5 15-32 0 0,-1 0-1 0 0,-1 0 1 0 0,4-34 0 0 0,-8 45 84 0 0,1-1-1 0 0,-1 0 1 0 0,-1 0 0 0 0,0 1-1 0 0,0-1 1 0 0,-4-14-1 0 0,1 5-57 0 0,1 2-1 0 0,1-2 0 0 0,1 0 1 0 0,0 1-1 0 0,4-33 0 0 0,3 6-231 0 0,1-73-1 0 0,-7 83 147 0 0,1-2 0 0 0,3 2-1 0 0,7-34 1 0 0,-7 24 8 0 0,-5 37 128 0 0,0-1 0 0 0,1 1 0 0 0,-1-1 0 0 0,1 0 0 0 0,1 1 1 0 0,3-12-1 0 0,8-29-181 0 0,-11 41 186 0 0,1-2 0 0 0,-1 0 0 0 0,-1 1 0 0 0,0-1 0 0 0,-1 0 0 0 0,0 0 0 0 0,0 1 0 0 0,0-1 0 0 0,-1-1-1 0 0,0 1 1 0 0,-2-7 0 0 0,3 14 36 0 0,0 1-1 0 0,0-2 1 0 0,0 2-1 0 0,0 0 1 0 0,0-1-1 0 0,-2 1 1 0 0,2-1 0 0 0,0 1-1 0 0,0-1 1 0 0,-1 1-1 0 0,1-1 1 0 0,0 1-1 0 0,-1 0 1 0 0,1-1-1 0 0,0 1 1 0 0,-1 0-1 0 0,1-1 1 0 0,-1 1-1 0 0,1 0 1 0 0,0 0-1 0 0,-1-1 1 0 0,1 1 0 0 0,-1 0-1 0 0,1 0 1 0 0,-2 0-1 0 0,2-1 1 0 0,-1 1-1 0 0,1 0 1 0 0,-1 0-1 0 0,1 0 1 0 0,-1 0-1 0 0,1 0 1 0 0,-1 0-1 0 0,-19 10-57 0 0,16-9 57 0 0,-10 6 126 0 0,-1 1 1 0 0,0-1-1 0 0,-17 4 0 0 0,25-9-110 0 0,-9 4 97 0 0,-1-1 0 0 0,0 0 0 0 0,-17 0 0 0 0,22-2-22 0 0,-1 1 0 0 0,1-1 1 0 0,-24 10-1 0 0,17-5-11 0 0,-112 50 759 0 0,109-45-712 0 0,3 1 0 0 0,-1 2 1 0 0,1-1-1 0 0,-17 20 0 0 0,-4 1 182 0 0,-134 124 1105 0 0,137-132-1211 0 0,26-21-122 0 0,1 1 0 0 0,1-1 0 0 0,-2 2 0 0 0,-10 13 0 0 0,21-22-78 0 0,0 0-1 0 0,0 0 0 0 0,0 0 0 0 0,0 2 1 0 0,0-2-1 0 0,-1 0 0 0 0,1 0 1 0 0,0 0-1 0 0,0 0 0 0 0,0 0 1 0 0,0 0-1 0 0,0 0 0 0 0,0 0 1 0 0,0 0-1 0 0,0 0 0 0 0,0 0 1 0 0,0 0-1 0 0,0 1 0 0 0,0-1 1 0 0,0 0-1 0 0,0 0 0 0 0,0 0 1 0 0,0 0-1 0 0,0 0 0 0 0,-1 0 1 0 0,1 0-1 0 0,0 0 0 0 0,0 1 1 0 0,0-1-1 0 0,0 0 0 0 0,0 0 1 0 0,0 0-1 0 0,1 0 0 0 0,-1 0 1 0 0,0 0-1 0 0,0 0 0 0 0,0 0 1 0 0,0 1-1 0 0,0-1 0 0 0,0 0 1 0 0,0 0-1 0 0,0 0 0 0 0,0 0 1 0 0,0 0-1 0 0,0 0 0 0 0,0 0 1 0 0,0 0-1 0 0,0 0 0 0 0,0 0 1 0 0,0 1-1 0 0,1-1 0 0 0,-1 0 0 0 0,0 0 1 0 0,0 0-1 0 0,0 0 0 0 0,0 0 1 0 0,0 0-1 0 0,0 0 0 0 0,0 0 1 0 0,0 0-1 0 0,0 0 0 0 0,1 0 1 0 0,-1 0-1 0 0,12-2 52 0 0,22-11 84 0 0,-28 10-106 0 0,20-8 239 0 0,44-27 0 0 0,-44 22-2 0 0,43-19 1 0 0,-24 17-35 0 0,177-70 955 0 0,-198 80-1034 0 0,0-1 0 0 0,-2-2 0 0 0,32-19 0 0 0,11-3 296 0 0,-46 23-255 0 0,0 0-1 0 0,25-17 1 0 0,-39 24-161 0 0,-1-1-1 0 0,2 1 0 0 0,-2 0 1 0 0,1 1-1 0 0,0-1 1 0 0,1 1-1 0 0,-1 0 1 0 0,0 0-1 0 0,10-2 1 0 0,-11 4-9 0 0,0 0 1 0 0,0 0-1 0 0,0 0 0 0 0,-1 0 1 0 0,2 0-1 0 0,-2 2 1 0 0,1-1-1 0 0,0 0 0 0 0,0 0 1 0 0,0 0-1 0 0,-1 0 1 0 0,1 1-1 0 0,-1-1 1 0 0,7 5-1 0 0,-1 1 62 0 0,-1 0 1 0 0,13 13-1 0 0,-16-15-43 0 0,-1-1-1 0 0,1 2 1 0 0,1-2-1 0 0,-2-1 1 0 0,2 2 0 0 0,-1-2-1 0 0,1 0 1 0 0,0 1-1 0 0,-1-1 1 0 0,2 0 0 0 0,8 2-1 0 0,-15-4-36 0 0,1-1-1 0 0,-1 0 0 0 0,1 0 0 0 0,-1 0 1 0 0,1 0-1 0 0,-1 0 0 0 0,1 0 0 0 0,-1 0 1 0 0,1-1-1 0 0,-1 1 0 0 0,2 0 0 0 0,-2 0 1 0 0,1 0-1 0 0,-1 0 0 0 0,1-1 1 0 0,-1 1-1 0 0,1 0 0 0 0,-1-1 0 0 0,1 1 1 0 0,-1 0-1 0 0,1-1 0 0 0,-1 1 0 0 0,0 0 1 0 0,1-2-1 0 0,6-15 110 0 0,-5-26-153 0 0,-2 36-45 0 0,-4-84-443 0 0,3 80 397 0 0,0 0 1 0 0,-1 0-1 0 0,0 0 1 0 0,0 0-1 0 0,-5-14 1 0 0,5 19 67 0 0,0-1 0 0 0,-2 1 0 0 0,2-1-1 0 0,-1 1 1 0 0,-2 0 0 0 0,2 0 0 0 0,-2 0 0 0 0,1 0 0 0 0,-8-6 0 0 0,9 10 64 0 0,1-1 0 0 0,-2 2 1 0 0,1-1-1 0 0,-2 0 1 0 0,2 1-1 0 0,0 0 1 0 0,-1 0-1 0 0,1-1 1 0 0,-2 1-1 0 0,2 0 1 0 0,-1 1-1 0 0,0 0 1 0 0,1-1-1 0 0,-7 2 1 0 0,-8-1 24 0 0,-33 7 1 0 0,28-4-4 0 0,-23 3 19 0 0,8-3 15 0 0,0 3 1 0 0,-59 15 0 0 0,87-18-47 0 0,-1 1-1 0 0,1 1 1 0 0,-2-1 0 0 0,2 2-1 0 0,0-1 1 0 0,1 1 0 0 0,-1 0-1 0 0,1 2 1 0 0,0-1 0 0 0,1 1-1 0 0,0-1 1 0 0,-15 19 0 0 0,19-18-7 0 0,-37 47 121 0 0,-60 66 1 0 0,69-92-64 0 0,-1 0 1 0 0,-2-1 0 0 0,-41 26 0 0 0,-123 62 181 0 0,152-89-185 0 0,-20 9 8 0 0,-11 5 65 0 0,3 5 0 0 0,-77 58 1 0 0,122-80-82 0 0,-92 79 101 0 0,99-82-109 0 0,2 0 1 0 0,1 2-1 0 0,-21 30 1 0 0,-55 67 132 0 0,95-118-179 0 0,-303 482 174 0 0,188-225-174 0 0,73-154 0 0 0,24-56 0 0 0,-23 99 0 0 0,26-68 0 0 0,15-78 0 0 0,1 0 0 0 0,0-1 0 0 0,-1 0 0 0 0,1 0 0 0 0,0 2 0 0 0,0-2 0 0 0,0 0 0 0 0,0 1 0 0 0,0-1 0 0 0,0 0 0 0 0,0 2 0 0 0,0-2 0 0 0,1 0 0 0 0,0 3 0 0 0,-1-4 0 0 0,2 0 0 0 0,-2 0 0 0 0,0 0 0 0 0,1 0 0 0 0,-1 0 0 0 0,0 0 0 0 0,1 0 0 0 0,-1 0 0 0 0,0 0 0 0 0,1 0 0 0 0,-1-1 0 0 0,0 1 0 0 0,1 0 0 0 0,-1 0 0 0 0,0 0 0 0 0,1 0 0 0 0,-1-1 0 0 0,0 1 0 0 0,1 0 0 0 0,-1 0 0 0 0,0 0 0 0 0,0-1 0 0 0,1 1 0 0 0,-1 0 0 0 0,0-1 0 0 0,0 1 0 0 0,0 0 0 0 0,2 0 0 0 0,-2-1 0 0 0,10-12 0 0 0,-9 12 0 0 0,63-77-415 0 0,78-102-1133 0 0,145-282-2084 0 0,-280 449 3514 0 0,40-75-807 0 0,4 4-1 0 0,64-82 1 0 0,-81 122 596 0 0,9-11-490 0 0,98-95 0 0 0,-120 133 941 0 0,1 1 1 0 0,0 0-1 0 0,2 2 0 0 0,0 1 1 0 0,0 0-1 0 0,49-15 0 0 0,165-35 919 0 0,-129 37-636 0 0,35-9 223 0 0,-98 27-352 0 0,-31 6-205 0 0,1-2-1 0 0,-2 1 0 0 0,1 0 1 0 0,17-8-1 0 0,-2-2 132 0 0,-15 8-89 0 0,-2-1 0 0 0,27-15-1 0 0,-19 9-7 0 0,-16 8-86 0 0,-2-1 1 0 0,2 1-1 0 0,-2-2 1 0 0,0 2-1 0 0,0-2 0 0 0,0 1 1 0 0,-1-1-1 0 0,0 1 0 0 0,1-1 1 0 0,1-7-1 0 0,2-4-15 0 0,-5 10-87 0 0,-5 7 98 0 0,4 0-10 0 0,-2 1 0 0 0,1-1 1 0 0,1 1-1 0 0,-1-1 0 0 0,1 1 1 0 0,-1-1-1 0 0,0 1 1 0 0,1-1-1 0 0,-1 1 0 0 0,1-1 1 0 0,-1 1-1 0 0,1 0 0 0 0,0-1 1 0 0,-2 3-1 0 0,-23 60 192 0 0,9-28-61 0 0,-14 54 1 0 0,-2 24 287 0 0,-6-1 1 0 0,-73 153-1 0 0,-36 8 350 0 0,66-128-419 0 0,46-86-49 0 0,-66 84 1 0 0,-66 72 434 0 0,89-117-472 0 0,-51 74 257 0 0,-37 46 270 0 0,92-129-589 0 0,59-70-207 0 0,8-11 0 0 0,-1 0 0 0 0,-8 15 0 0 0,16-23 0 0 0,0 1 0 0 0,0-1 0 0 0,0 0 0 0 0,-1 0 0 0 0,1 0 0 0 0,0 0 0 0 0,0 0 0 0 0,0 0 0 0 0,0 0 0 0 0,0 0 0 0 0,0 0 0 0 0,0 0 0 0 0,0 0 0 0 0,0 0 0 0 0,0 1 0 0 0,0-1 0 0 0,0 0 0 0 0,0 0 0 0 0,0 0 0 0 0,0 0 0 0 0,0 0 0 0 0,0 0 0 0 0,0 0 0 0 0,0 0 0 0 0,0 1 0 0 0,0-1 0 0 0,0 0 0 0 0,0 0 0 0 0,0 0 0 0 0,0 0 0 0 0,0 0 0 0 0,0 0 0 0 0,0 0 0 0 0,0 0 0 0 0,0 0 0 0 0,0 1 0 0 0,0-1 0 0 0,0 0 0 0 0,0 0 0 0 0,0 0 0 0 0,0 0 0 0 0,0 0 0 0 0,0 0 0 0 0,1 0 0 0 0,-1 0 0 0 0,0 0 0 0 0,0 0 0 0 0,0 0 0 0 0,0 0 0 0 0,0 0 0 0 0,0 0 0 0 0,0 0 0 0 0,0 1 0 0 0,1-1 0 0 0,7-2 0 0 0,9-6 0 0 0,-2-3-69 0 0,-2 1 0 0 0,22-22 0 0 0,-13 13-6 0 0,54-52-796 0 0,-3-5 1 0 0,69-90 0 0 0,105-181-1819 0 0,51-129-836 0 0,-230 350 2491 0 0,-32 56 460 0 0,11-8 128 0 0,6-11 122 0 0,-48 79 286 0 0,-1 1 1 0 0,0-1 0 0 0,-1 1 0 0 0,-1-1 0 0 0,1 0 0 0 0,-1 0-1 0 0,-1 0 1 0 0,0 0 0 0 0,0 0 0 0 0,-1 0 0 0 0,-1 0 0 0 0,-2-18 0 0 0,0-3-69 0 0,3 24 90 0 0,-1 0-1 0 0,1 1 1 0 0,-1-1 0 0 0,0 0 0 0 0,0 2 0 0 0,-5-12 0 0 0,4 12 0 0 0,1 3 15 0 0,1 0 1 0 0,0 0-1 0 0,-1 1 0 0 0,0-1 1 0 0,1 1-1 0 0,-2-1 1 0 0,1 1-1 0 0,1-2 0 0 0,-1 2 1 0 0,0 0-1 0 0,0 0 1 0 0,0-1-1 0 0,0 1 0 0 0,-2 0 1 0 0,2-1-1 0 0,0 1 0 0 0,0 0 1 0 0,-1 0-1 0 0,1 0 1 0 0,0 1-1 0 0,-2-1 0 0 0,2 0 1 0 0,-1 1-1 0 0,1-1 1 0 0,-1 1-1 0 0,0-1 0 0 0,0 1 1 0 0,0 0-1 0 0,1 0 1 0 0,-4-2-1 0 0,-5 4 55 0 0,0-1 0 0 0,-1 0 1 0 0,0 1-1 0 0,1 0 0 0 0,0 2 0 0 0,0-1 1 0 0,-11 6-1 0 0,-70 37 510 0 0,72-35-424 0 0,-48 30 397 0 0,3 2 0 0 0,-68 63 0 0 0,86-73 16 0 0,-90 51 0 0 0,92-59-325 0 0,-41 18 374 0 0,61-31-431 0 0,1-1 0 0 0,2 0 0 0 0,-1 2 1 0 0,-34 27-1 0 0,3 10 247 0 0,1 3 1 0 0,4 1-1 0 0,1 2 1 0 0,3 3-1 0 0,2 1 0 0 0,-43 87 1 0 0,-112 191 1566 0 0,189-330-1959 0 0,6-8-28 0 0,4-6-1 0 0,17-31-190 0 0,1 3 1 0 0,29-39-1 0 0,3-5-134 0 0,-34 52 120 0 0,243-380-2828 0 0,34 23 35 0 0,-265 348 2709 0 0,-12 12 266 0 0,1 2 0 0 0,2 0 0 0 0,-1 1 1 0 0,42-30-1 0 0,-60 49 38 0 0,2-1 0 0 0,-1 1 0 0 0,1 0 0 0 0,-1 0 0 0 0,0 0 0 0 0,1 0 1 0 0,0-1-1 0 0,0 2 0 0 0,-1-1 0 0 0,0 1 0 0 0,2 0 0 0 0,5 1 0 0 0,19-3 110 0 0,-8-1-77 0 0,-9 0 42 0 0,1 2 0 0 0,19-3 0 0 0,0 11 108 0 0,-31-7-189 0 0,0 0 1 0 0,0 0-1 0 0,0 0 1 0 0,1 0-1 0 0,-1 0 1 0 0,1 0-1 0 0,-1 0 1 0 0,0 1-1 0 0,0-1 1 0 0,0 0-1 0 0,1 1 1 0 0,-1-1-1 0 0,0 0 1 0 0,0 1 0 0 0,0-1-1 0 0,0 1 1 0 0,0 0-1 0 0,0-1 1 0 0,-1 1-1 0 0,2 1 1 0 0,-1-2-1 0 0,0 1 1 0 0,0 0-1 0 0,-1 0 1 0 0,2 1-1 0 0,-2-1 3 0 0,0 1 0 0 0,0 0 0 0 0,1 0-1 0 0,-1-1 1 0 0,0 0 0 0 0,0 1 0 0 0,-1-1 0 0 0,1 1-1 0 0,0 0 1 0 0,0 0 0 0 0,-1-1 0 0 0,1 0-1 0 0,0 1 1 0 0,-1-1 0 0 0,0 0 0 0 0,1 2 0 0 0,-1-2-1 0 0,0 0 1 0 0,-2 2 0 0 0,-11 23 188 0 0,-18 41 1 0 0,14-27-19 0 0,-184 311 1294 0 0,160-285-1210 0 0,-234 332 1515 0 0,238-352-1429 0 0,0-2-1 0 0,-66 58 1 0 0,95-94-302 0 0,7-6-27 0 0,-1 0-1 0 0,0 1 1 0 0,1-1-1 0 0,-1 0 1 0 0,0 1-1 0 0,1 0 1 0 0,-3 5-1 0 0,3-5-20 0 0,15-8 0 0 0,15-11 87 0 0,-1-1 183 0 0,32-14 0 0 0,-28 16-109 0 0,1-2 0 0 0,-2-1-1 0 0,39-29 1 0 0,77-76-1196 0 0,-142 118 971 0 0,36-31-490 0 0,-3-3 1 0 0,64-84-1 0 0,44-99-1112 0 0,-93 139 1038 0 0,-3 9-322 0 0,1 1 0 0 0,122-131 0 0 0,-164 196 1018 0 0,-1 0-8 0 0,-1 2 0 0 0,1 0 0 0 0,0 0 0 0 0,1 0 0 0 0,13-7 1 0 0,-21 12-61 0 0,0 1 0 0 0,0 0 1 0 0,1 0-1 0 0,-1 0 0 0 0,0 0 1 0 0,0 0-1 0 0,2 0 0 0 0,-2-1 1 0 0,0 1-1 0 0,1 0 1 0 0,-1 0-1 0 0,0 0 0 0 0,0 0 1 0 0,1 0-1 0 0,-1 0 0 0 0,0 0 1 0 0,1 0-1 0 0,-1 0 1 0 0,0 0-1 0 0,1 0 0 0 0,-1 1 1 0 0,0-1-1 0 0,0 0 0 0 0,1 0 1 0 0,-1 0-1 0 0,0 0 1 0 0,1 0-1 0 0,-1 0 0 0 0,0 1 1 0 0,0-1-1 0 0,0 0 0 0 0,1 0 1 0 0,-1 0-1 0 0,0 1 1 0 0,3 13 61 0 0,-8 16 51 0 0,5-29-113 0 0,-8 19 103 0 0,0 0 0 0 0,1-1 0 0 0,-4 0 0 0 0,1 0 0 0 0,-14 17 0 0 0,11-16-8 0 0,-300 415 1779 0 0,134-226-883 0 0,24-30-216 0 0,-14 13 166 0 0,50-70-137 0 0,28-35-159 0 0,90-87-642 0 0,0 1 1 0 0,1 0 0 0 0,-1-1 0 0 0,0 1-1 0 0,1-1 1 0 0,-2 0 0 0 0,1 2-1 0 0,1-2 1 0 0,-1 1 0 0 0,0-1-1 0 0,0 0 1 0 0,0 0 0 0 0,1 1 0 0 0,-1-1-1 0 0,0 0 1 0 0,-1 0 0 0 0,1 0-1 0 0,1 0 1 0 0,-1 0 0 0 0,0 0-1 0 0,0 0 1 0 0,0 0 0 0 0,0 0 0 0 0,1-1-1 0 0,-2 1 1 0 0,1 0 0 0 0,0 0-1 0 0,1-1 1 0 0,-1 1 0 0 0,0 0-1 0 0,0-2 1 0 0,1 2 0 0 0,-1-1 0 0 0,0 1-1 0 0,1-1 1 0 0,-2 1 0 0 0,2-1-1 0 0,-1 0 1 0 0,0 1 0 0 0,1-1 0 0 0,-1 0-1 0 0,1 1 1 0 0,0-1 0 0 0,-1 0-1 0 0,1 1 1 0 0,0-2 0 0 0,-1 1-1 0 0,1 0 1 0 0,0 0 0 0 0,0 0 0 0 0,-11-42 77 0 0,6 21-297 0 0,-2 0-1 0 0,-10-28 0 0 0,16 45 181 0 0,0 0-1 0 0,0-1 1 0 0,0 1 0 0 0,1 0-1 0 0,0 0 1 0 0,0-1 0 0 0,0 1-1 0 0,1-1 1 0 0,-1 2-1 0 0,1-2 1 0 0,4-9 0 0 0,0-13-179 0 0,0 7 51 0 0,0 0 0 0 0,1 0 0 0 0,10-20 0 0 0,-11 28 90 0 0,1-5-19 0 0,2 3-1 0 0,0-2 1 0 0,1 1 0 0 0,0 1 0 0 0,1-1 0 0 0,0 2 0 0 0,2 0 0 0 0,23-22-1 0 0,28-27-280 0 0,-36 40 241 0 0,42-51-1 0 0,-59 62 28 0 0,0-2 0 0 0,-1 1-1 0 0,-1-1 1 0 0,0-1 0 0 0,-1 1 0 0 0,7-23 0 0 0,-9 24 5 0 0,6-21-188 0 0,-11 32 281 0 0,0-1 0 0 0,1 2 0 0 0,-1-1 0 0 0,0 0 0 0 0,0 0 0 0 0,0-1 0 0 0,0 2 0 0 0,0-1 0 0 0,-1 0 0 0 0,1 0 0 0 0,0-1 0 0 0,-1 2-1 0 0,-1-4 1 0 0,2 4 11 0 0,-1 0 0 0 0,1 1 0 0 0,-2-2 0 0 0,2 1-1 0 0,-1 1 1 0 0,0-1 0 0 0,1 1 0 0 0,-1-1 0 0 0,0 1-1 0 0,1-1 1 0 0,-1 1 0 0 0,0 0 0 0 0,0-1 0 0 0,1 1-1 0 0,-2 0 1 0 0,1 0 0 0 0,0-1 0 0 0,0 1 0 0 0,0 0-1 0 0,1 0 1 0 0,-1 0 0 0 0,0 0 0 0 0,-1 0-1 0 0,1 0 1 0 0,0 0 0 0 0,1 0 0 0 0,-1 0 0 0 0,0 1-1 0 0,0-1 1 0 0,-1 1 0 0 0,-31 12 57 0 0,24-7-22 0 0,-13 4 40 0 0,1 1-1 0 0,0 1 1 0 0,0 1-1 0 0,2 1 0 0 0,0 1 1 0 0,0 1-1 0 0,1-1 1 0 0,1 3-1 0 0,-18 23 0 0 0,15-16 27 0 0,4 1 0 0 0,-1 0 0 0 0,2 2-1 0 0,0 0 1 0 0,3 0 0 0 0,-15 51-1 0 0,-31 118 451 0 0,51-177-474 0 0,2 1 1 0 0,0-1-1 0 0,1 1 1 0 0,-2 38-1 0 0,6-53-60 0 0,1 1 1 0 0,-1-1-1 0 0,1 1 0 0 0,1 1 0 0 0,0-2 0 0 0,-1 0 1 0 0,1 1-1 0 0,0-1 0 0 0,2 1 0 0 0,5 11 0 0 0,-7-15-6 0 0,0-1 0 0 0,1 1 0 0 0,-1 0 0 0 0,0 0 0 0 0,0-1 0 0 0,2 0-1 0 0,-2 1 1 0 0,1-1 0 0 0,1 0 0 0 0,-1 0 0 0 0,-1 1 0 0 0,2-2 0 0 0,-1 1-1 0 0,1-1 1 0 0,-1 0 0 0 0,1 0 0 0 0,0 0 0 0 0,-1-1 0 0 0,1 1 0 0 0,0-1-1 0 0,6 1 1 0 0,5-2 29 0 0,-1 0 1 0 0,0-1-1 0 0,1 0 0 0 0,-2-1 0 0 0,2-2 0 0 0,-1 1 0 0 0,-1-2 0 0 0,1 1 0 0 0,-1-1 0 0 0,0-1 1 0 0,11-8-1 0 0,14-11-206 0 0,-3 0-1 0 0,41-42 1 0 0,-35 31-221 0 0,-3-2 0 0 0,1-2 0 0 0,-4-2-1 0 0,40-62 1 0 0,-46 57-105 0 0,-3-1-1 0 0,-3 0 1 0 0,33-101 0 0 0,-52 135 327 0 0,0 1 55 0 0,-1 2 1 0 0,1 0-1 0 0,1 0 1 0 0,12-20 0 0 0,-16 31 104 0 0,-1 0 0 0 0,0 1 0 0 0,1-1 0 0 0,-1 1 1 0 0,1-2-1 0 0,-1 2 0 0 0,1-1 0 0 0,-1 1 1 0 0,2-1-1 0 0,-1 1 0 0 0,-1 0 0 0 0,1-1 1 0 0,-1 1-1 0 0,1 0 0 0 0,0 0 0 0 0,-1-1 0 0 0,1 1 1 0 0,0 0-1 0 0,-1 0 0 0 0,3 0 0 0 0,-3 0 2 0 0,1 0-1 0 0,-1 0 0 0 0,1 0 1 0 0,-1 0-1 0 0,0 0 0 0 0,1 0 1 0 0,-1 0-1 0 0,0 0 0 0 0,1 1 1 0 0,-1-1-1 0 0,0 0 0 0 0,0 0 1 0 0,1 0-1 0 0,-1 1 0 0 0,0-1 1 0 0,1 0-1 0 0,-1 0 0 0 0,0 1 1 0 0,0-1-1 0 0,0 0 0 0 0,1 0 1 0 0,-1 1-1 0 0,0-1 0 0 0,0 0 1 0 0,0 2-1 0 0,2-2 0 0 0,-2 0 1 0 0,0 1-1 0 0,0-1 0 0 0,0 0 1 0 0,0 1-1 0 0,0-1 0 0 0,0 1 1 0 0,0-1-1 0 0,0 0 0 0 0,0 1 1 0 0,-2 11 14 0 0,1 1 1 0 0,-1 0-1 0 0,-1-1 1 0 0,-5 15-1 0 0,-4 14 137 0 0,-43 167 456 0 0,-28 194 641 0 0,28-128-419 0 0,49-247-718 0 0,-1 1 1 0 0,-2-2 0 0 0,-1 1 0 0 0,-18 36 0 0 0,17-46-24 0 0,1-1 0 0 0,0 1-1 0 0,-2-2 1 0 0,-1 0 0 0 0,1-1-1 0 0,-2 1 1 0 0,-21 16 0 0 0,27-26-66 0 0,6-2-9 0 0,-1 0 0 0 0,1-1-1 0 0,-2 0 1 0 0,2 0 0 0 0,-2-1 0 0 0,2 2-1 0 0,-1-1 1 0 0,-1-1 0 0 0,1 0-1 0 0,0 0 1 0 0,-5 1 0 0 0,8-3-12 0 0,1 0 0 0 0,-1 0 0 0 0,0 0 0 0 0,1-1 1 0 0,-1 1-1 0 0,1 0 0 0 0,0-1 0 0 0,-1 1 0 0 0,1 0 0 0 0,1 0 0 0 0,-1-1 0 0 0,104-139-529 0 0,-56 72-191 0 0,60-65-1 0 0,127-97-1052 0 0,-88 92 704 0 0,51-88-550 0 0,-156 175 1578 0 0,-36 43 82 0 0,1-1 0 0 0,0 3 1 0 0,1-2-1 0 0,18-13 0 0 0,-22 20 32 0 0,-6 9-30 0 0,-7 7 46 0 0,-93 127 670 0 0,16-21-158 0 0,-124 122 578 0 0,110-131-659 0 0,31-33-139 0 0,-124 136 748 0 0,147-164-727 0 0,38-46-373 0 0,7-4-26 0 0,-1 0-1 0 0,1 0 1 0 0,-1 0-1 0 0,1 1 1 0 0,-1-1 0 0 0,1 0-1 0 0,-1 1 1 0 0,1-1-1 0 0,0 0 1 0 0,-1 1-1 0 0,1-1 1 0 0,-1 0-1 0 0,1 1 1 0 0,0-1 0 0 0,-1 2-1 0 0,1-2 1 0 0,0 0-1 0 0,0 1 1 0 0,-2 0-1 0 0,25-6 115 0 0,-7-1-47 0 0,0-1 1 0 0,-1-1-1 0 0,29-18 0 0 0,42-37-360 0 0,-46 33 63 0 0,192-156-1287 0 0,-200 156 1223 0 0,-1-1-1 0 0,-2-1 0 0 0,-1-1 0 0 0,42-68 0 0 0,-50 66 13 0 0,-2-3 1 0 0,-1 1-1 0 0,-2-1 1 0 0,14-53-1 0 0,-22 62 95 0 0,-1-1-1 0 0,-2 1 0 0 0,-1 0 0 0 0,-1-1 1 0 0,-1 1-1 0 0,-7-52 0 0 0,2 47-41 0 0,-3 1-1 0 0,-1 1 0 0 0,-2-2 1 0 0,-20-44-1 0 0,24 63 124 0 0,-1 1 1 0 0,-1 1-1 0 0,0-2 1 0 0,-1 3-1 0 0,0-1 1 0 0,-1 1-1 0 0,-1-1 1 0 0,0 2-1 0 0,-1 0 1 0 0,1 1-1 0 0,-27-16 1 0 0,28 20 154 0 0,0 1-1 0 0,1 0 1 0 0,-2 1 0 0 0,1 1-1 0 0,-1-1 1 0 0,0 2 0 0 0,0 0 0 0 0,1 0-1 0 0,-14-1 1 0 0,7 3 46 0 0,0 0 0 0 0,0 1 0 0 0,0 1 0 0 0,0 1 0 0 0,-20 5 0 0 0,-11 7 283 0 0,0 3-1 0 0,-86 45 1 0 0,120-56-320 0 0,-376 211 2028 0 0,356-194-1764 0 0,0 1-1 0 0,1 2 1 0 0,-46 50 0 0 0,78-75-314 0 0,-1-1 1 0 0,1 0-1 0 0,0 0 0 0 0,0 0 1 0 0,0 0-1 0 0,-1 0 0 0 0,0 0 0 0 0,1-1 1 0 0,-1 1-1 0 0,-3 1 0 0 0,0-5-25 0 0,6-8 40 0 0,7-10-79 0 0,1 0-1 0 0,0 1 1 0 0,2 0 0 0 0,0 2 0 0 0,16-21 0 0 0,8-14-180 0 0,199-367-1766 0 0,-121 209 1010 0 0,-111 209 973 0 0,34-65-556 0 0,54-72 0 0 0,-82 123 514 0 0,-6 16 55 0 0,-2 0 1 0 0,0 0-1 0 0,0 0 1 0 0,0-1-1 0 0,0 1 1 0 0,0 0-1 0 0,1 0 1 0 0,-1 0-1 0 0,0-1 1 0 0,0 1-1 0 0,0 0 1 0 0,0 0-1 0 0,0 0 1 0 0,0 0-1 0 0,0-1 1 0 0,0 1-1 0 0,0 0 1 0 0,0 0 0 0 0,0-1-1 0 0,0 1 1 0 0,0 0-1 0 0,0 0 1 0 0,0 0-1 0 0,0-1 1 0 0,0 1-1 0 0,0 0 1 0 0,0 0-1 0 0,0 0 1 0 0,0-1-1 0 0,0 1 1 0 0,0 0-1 0 0,0 0 1 0 0,0 0-1 0 0,0-2 1 0 0,-1 2-1 0 0,1 0 1 0 0,0 0-1 0 0,0 0 1 0 0,0 0-1 0 0,0-1 1 0 0,-2 1-1 0 0,2 0 1 0 0,0 0 0 0 0,0 0-1 0 0,0 0 1 0 0,0 0-1 0 0,-1 0 1 0 0,1 0-1 0 0,0 0 1 0 0,0-1-1 0 0,0 1 1 0 0,-1 0-1 0 0,1 0 1 0 0,0 0-1 0 0,0 0 1 0 0,0 0-1 0 0,-1 0 1 0 0,1 0-1 0 0,0 0 1 0 0,0 0-1 0 0,-1 0 1 0 0,1 0-1 0 0,0 0 1 0 0,0 1-1 0 0,0-1 1 0 0,-1 0-1 0 0,1 0 1 0 0,0 0-1 0 0,0 0 1 0 0,-5 3 19 0 0,0 0 1 0 0,0-1-1 0 0,2 1 1 0 0,-2 1-1 0 0,1-1 1 0 0,0 0-1 0 0,1 2 0 0 0,-2-2 1 0 0,2 2-1 0 0,-5 7 1 0 0,-7 5 105 0 0,-109 127 1095 0 0,-107 162 1 0 0,164-209-694 0 0,-222 307 1633 0 0,25-74-250 0 0,258-322-1803 0 0,4-5-82 0 0,0 0 1 0 0,0 1-1 0 0,-1-1 0 0 0,0-1 1 0 0,1 2-1 0 0,-1-2 0 0 0,-1 0 1 0 0,2 0-1 0 0,-1 0 0 0 0,-5 3 1 0 0,8-5-22 0 0,0 0 0 0 0,-1 0 0 0 0,1 0 0 0 0,0 0 0 0 0,-2 0 0 0 0,2 0 0 0 0,0 0 0 0 0,0 0 0 0 0,-1 0 0 0 0,1 0 0 0 0,0 0 0 0 0,-1 0 0 0 0,1 0 0 0 0,0 0 0 0 0,0-1 1 0 0,-1 1-1 0 0,1 0 0 0 0,0 0 0 0 0,0 0 0 0 0,-1-1 0 0 0,1 1 0 0 0,0 0 0 0 0,0 0 0 0 0,0 0 0 0 0,-1-1 0 0 0,1 1 0 0 0,0 0 0 0 0,0 0 0 0 0,0-2 0 0 0,0 2 0 0 0,0 0 0 0 0,0-1 0 0 0,-1 1 0 0 0,1 0 0 0 0,0-1 0 0 0,0 1 1 0 0,0 0-1 0 0,0 0 0 0 0,0-1 0 0 0,0 1 0 0 0,0 0 0 0 0,0-1 0 0 0,0 1 0 0 0,0 0 0 0 0,1-1 0 0 0,-1 1 0 0 0,2-19 73 0 0,-2 18-60 0 0,6-16-121 0 0,-1 1 0 0 0,2 0 0 0 0,0 0-1 0 0,1 0 1 0 0,1 2 0 0 0,10-16 0 0 0,6-9-140 0 0,163-309-1893 0 0,64-191-1083 0 0,-240 511 3050 0 0,99-213-1235 0 0,-76 173 662 0 0,64-92 0 0 0,-50 81 194 0 0,-39 65 516 0 0,-24 46 6 0 0,-19 33 744 0 0,-55 80 1 0 0,45-79-369 0 0,-43 78 1170 0 0,-98 223 0 0 0,181-362-1496 0 0,-4 11 94 0 0,0-1 0 0 0,1 2-1 0 0,1-2 1 0 0,0 2 0 0 0,1-1 0 0 0,-2 28 0 0 0,6-44-115 0 0,-1 1 0 0 0,1-1 0 0 0,0 0 0 0 0,0 0 0 0 0,0 0 0 0 0,0 1 0 0 0,0-1 0 0 0,0 0 0 0 0,0 0 0 0 0,0 0 0 0 0,0 1 0 0 0,0-1 0 0 0,1 0 0 0 0,-1 0 0 0 0,0 0 0 0 0,0 1 0 0 0,0-1 0 0 0,0 0 0 0 0,0 0 0 0 0,0 0 0 0 0,0 0 0 0 0,0 1 0 0 0,0-1 0 0 0,1 0 0 0 0,-1 0 0 0 0,0 0 0 0 0,0 0 0 0 0,0 1 0 0 0,0-1 0 0 0,1 0 0 0 0,-1 0 0 0 0,0 0 0 0 0,0 0 0 0 0,0 0 0 0 0,0 0 0 0 0,1 0 0 0 0,-1 0 0 0 0,0 0 0 0 0,0 0 0 0 0,2 0 0 0 0,-2 0 0 0 0,0 0 0 0 0,0 0 0 0 0,0 0 0 0 0,1 0 0 0 0,-1 0 0 0 0,0 0 0 0 0,14-7 109 0 0,13-18 98 0 0,-27 25-208 0 0,109-122-323 0 0,-11 10-311 0 0,-37 51 249 0 0,2 3-1 0 0,4 3 0 0 0,0 3 0 0 0,5 2 1 0 0,0 3-1 0 0,97-44 0 0 0,123-46 468 0 0,-181 81 564 0 0,-66 32-221 0 0,54-22 0 0 0,-85 42-330 0 0,0 1 1 0 0,-1-1 0 0 0,1 2 0 0 0,0 0 0 0 0,19-2 0 0 0,-4 4 138 0 0,47 6 1 0 0,-41 1 26 0 0,-1 0 0 0 0,61 22 0 0 0,-47-12 69 0 0,-35-13-252 0 0,-1 1 1 0 0,16 7 0 0 0,-28-11-71 0 0,1 0 1 0 0,0 0-1 0 0,-1 0 0 0 0,2 0 0 0 0,-1 0 1 0 0,-1 1-1 0 0,1-1 0 0 0,-1 0 1 0 0,0 0-1 0 0,1 0 0 0 0,-1 0 0 0 0,0 0 1 0 0,0 1-1 0 0,0-1 0 0 0,0 1 1 0 0,0-1-1 0 0,0 2 0 0 0,-1 27 70 0 0,0-23-49 0 0,-28 308 1398 0 0,24-273-1160 0 0,-3-1 0 0 0,-2 0 1 0 0,-25 71-1 0 0,7-44 299 0 0,-47 84-1 0 0,37-89-160 0 0,-3-3-1 0 0,-2-1 1 0 0,-3-2 0 0 0,-3-3-1 0 0,-95 85 1 0 0,56-55 158 0 0,87-82-505 0 0,0-1-50 0 0,1-1 0 0 0,-1 1 1 0 0,1-1-1 0 0,-2 1 0 0 0,2-1 1 0 0,-1 1-1 0 0,1-1 0 0 0,-1 0 1 0 0,0 2-1 0 0,1-2 1 0 0,-1 0-1 0 0,1 0 0 0 0,-1 1 1 0 0,0-1-1 0 0,1 0 0 0 0,-2 0 1 0 0,1 0-1 0 0,-1 0 0 0 0,2 0-4 0 0,-1 0 0 0 0,1-1 0 0 0,-1 1 0 0 0,0 0 0 0 0,1-2 0 0 0,-1 2 0 0 0,1-1 0 0 0,0 1 0 0 0,-2-1 0 0 0,2 1 0 0 0,-1-1 0 0 0,1 1 0 0 0,0-1 0 0 0,-1 1 0 0 0,1-1 0 0 0,0 0 0 0 0,-1 1 0 0 0,1-1 0 0 0,0 1 0 0 0,0-1 0 0 0,0-1 0 0 0,0 2 0 0 0,0-1 0 0 0,0 0 0 0 0,0 0 0 0 0,-1-1 10 0 0,1 1-14 0 0,1 1 0 0 0,-1-1 0 0 0,1 0 0 0 0,-1 1 0 0 0,1-2 0 0 0,-1 2 0 0 0,1-1 0 0 0,-1 1 0 0 0,2-1 0 0 0,-1 1 0 0 0,-1 0 0 0 0,1-1 0 0 0,0 1 0 0 0,-1 0 0 0 0,1-1 0 0 0,0 1 0 0 0,-1 0 0 0 0,1 0 0 0 0,0 0 0 0 0,2-1 0 0 0,-1 1 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2T16:55:44.167"/>
    </inkml:context>
    <inkml:brush xml:id="br0">
      <inkml:brushProperty name="width" value="0.35" units="cm"/>
      <inkml:brushProperty name="height" value="0.35" units="cm"/>
      <inkml:brushProperty name="color" value="#10B981"/>
    </inkml:brush>
  </inkml:definitions>
  <inkml:trace contextRef="#ctx0" brushRef="#br0">1031 2598 4915 0 0,'0'0'5'0'0,"0"0"0"0"0,0 0 0 0 0,0 0 0 0 0,0 0 0 0 0,0 0 0 0 0,0 0 0 0 0,0 0 0 0 0,0 0 1 0 0,0 0-1 0 0,0 0 0 0 0,0 0 0 0 0,0 0 0 0 0,0 0 0 0 0,0 0 0 0 0,0-1 0 0 0,0 1 0 0 0,0 0 0 0 0,0 0 0 0 0,0 0 0 0 0,0 0 0 0 0,0 0 0 0 0,0 0 0 0 0,0 0 0 0 0,0 0 0 0 0,0 0 0 0 0,0 0 1 0 0,0 0-1 0 0,0 0 0 0 0,0 0 0 0 0,0 0 0 0 0,0 0 0 0 0,0 0 0 0 0,0 0 0 0 0,0-2 0 0 0,0 2 0 0 0,0 0 0 0 0,0 0 0 0 0,0 0 0 0 0,0 0 0 0 0,0 0 0 0 0,0 0 0 0 0,0 0 0 0 0,0 0 0 0 0,-1 0 1 0 0,1 0-1 0 0,0 0 0 0 0,0 0 0 0 0,0 0 0 0 0,0 0 0 0 0,0 0 0 0 0,0 0 0 0 0,0 0 0 0 0,0 0 0 0 0,0 0 0 0 0,0 0 0 0 0,0 0 0 0 0,0 0 0 0 0,0 0 0 0 0,0 0 0 0 0,0 0 0 0 0,-1 0 0 0 0,1 0 1 0 0,8-5 39 0 0,0-1-49 0 0,-2 5 51 0 0,7 8 72 0 0,-11-6-104 0 0,154 95 1258 0 0,-119-72-871 0 0,-29-18-296 0 0,1 0 1 0 0,1-1-1 0 0,-1 1 0 0 0,18 5 0 0 0,-26-14-114 0 0,-6-7 49 0 0,-7-7 138 0 0,-27-36-40 0 0,-116-159-404 0 0,104 141 147 0 0,28 38 40 0 0,-1 0 0 0 0,-28-59 0 0 0,39 71 73 0 0,36 51-33 0 0,65 115 1107 0 0,-48-84-678 0 0,-29-40-169 0 0,-11-16-63 0 0,-9-14-73 0 0,-17-28-49 0 0,1 0-1 0 0,-19-41 1 0 0,21 35-97 0 0,-91-172-381 0 0,107 203 410 0 0,5 8 19 0 0,-1-1-1 0 0,1 1 1 0 0,0-1 0 0 0,0 1 0 0 0,0-1 0 0 0,0 1-1 0 0,1 0 1 0 0,-1-7 0 0 0,2 11 13 0 0,0 0-1 0 0,0 0 1 0 0,0 0-1 0 0,0-2 1 0 0,0 2-1 0 0,0 0 1 0 0,0 0-1 0 0,0 0 1 0 0,0 0-1 0 0,0 0 1 0 0,0 0-1 0 0,0 0 1 0 0,0 0-1 0 0,0 0 1 0 0,0 0-1 0 0,1 0 1 0 0,-1 0-1 0 0,0 0 1 0 0,0 0-1 0 0,0 0 1 0 0,0 0-1 0 0,0-1 1 0 0,0 1-1 0 0,0 0 1 0 0,0 0-1 0 0,0 0 1 0 0,0 0-1 0 0,0 0 1 0 0,0 0-1 0 0,0 0 1 0 0,0 0-1 0 0,0 0 1 0 0,0 0 0 0 0,0 0-1 0 0,0 0 1 0 0,1 0-1 0 0,-1 0 1 0 0,0 0-1 0 0,0 0 1 0 0,0 0-1 0 0,0 0 1 0 0,0 0-1 0 0,0 0 1 0 0,0 0-1 0 0,0 0 1 0 0,0 0-1 0 0,0 0 1 0 0,0 0-1 0 0,0 0 1 0 0,0 0-1 0 0,0 0 1 0 0,0 0-1 0 0,1 0 1 0 0,-1 0-1 0 0,0 1 1 0 0,0-1-1 0 0,0 0 1 0 0,0 0-1 0 0,0 0 1 0 0,0 0-1 0 0,0 0 1 0 0,0 0-1 0 0,0 0 1 0 0,0 0-1 0 0,0 0 1 0 0,7 7 77 0 0,8 12 70 0 0,15 30 297 0 0,-2 1 0 0 0,25 64 0 0 0,-49-107-378 0 0,-1 1 0 0 0,-1 0 0 0 0,1-1 0 0 0,-1 1 0 0 0,1 13 0 0 0,-3-21-66 0 0,0 0-1 0 0,0 0 1 0 0,0 0 0 0 0,0 0-1 0 0,0 1 1 0 0,0-1-1 0 0,0 0 1 0 0,0 0 0 0 0,0 0-1 0 0,0 1 1 0 0,0-1-1 0 0,0 0 1 0 0,0 0 0 0 0,0 0-1 0 0,0 1 1 0 0,0-1-1 0 0,0 0 1 0 0,-1 0 0 0 0,1 0-1 0 0,0 0 1 0 0,0 2-1 0 0,0-2 1 0 0,0 0 0 0 0,0 0-1 0 0,0 0 1 0 0,-1 0-1 0 0,1 0 1 0 0,0 1 0 0 0,0-1-1 0 0,0 0 1 0 0,0 0-1 0 0,-1 0 1 0 0,1 0-1 0 0,0 0 1 0 0,0 0 0 0 0,0 0-1 0 0,0 0 1 0 0,-1 0-1 0 0,1 0 1 0 0,0 0 0 0 0,0 0-1 0 0,0 0 1 0 0,-1 0-1 0 0,1 0 1 0 0,0 0 0 0 0,0 0-1 0 0,0 0 1 0 0,-2 0-1 0 0,2 0 1 0 0,0 0 0 0 0,0 0-1 0 0,0 0 1 0 0,0 0-1 0 0,-1 0 1 0 0,1 0 0 0 0,0-1-1 0 0,0 1 1 0 0,0 0-1 0 0,0 0 1 0 0,-1 0 0 0 0,1 0-1 0 0,0 0 1 0 0,0 0-1 0 0,0-2 1 0 0,-12-8 126 0 0,-15-24-172 0 0,2-1 0 0 0,0-2-1 0 0,-22-47 1 0 0,21 35-57 0 0,-234-441-1194 0 0,256 480 1257 0 0,-1 1 0 0 0,1-1 0 0 0,-4-15 0 0 0,8 23 26 0 0,3 5-11 0 0,2 5 21 0 0,37 86 767 0 0,-3 1-1 0 0,27 110 1 0 0,-64-199-756 0 0,1 8 76 0 0,0-1 1 0 0,0 1-1 0 0,0 16 1 0 0,-3-29-78 0 0,0 0 1 0 0,0 1-1 0 0,0-1 1 0 0,0 0 0 0 0,0 0-1 0 0,0 0 1 0 0,0 0-1 0 0,0 0 1 0 0,-1 0-1 0 0,1 0 1 0 0,0 1 0 0 0,-1-1-1 0 0,0 1 1 0 0,1-2-8 0 0,0 0 1 0 0,0 0 0 0 0,-2 0-1 0 0,2 0 1 0 0,0 0-1 0 0,0 0 1 0 0,0 0 0 0 0,-1 0-1 0 0,1 0 1 0 0,0 0-1 0 0,0 0 1 0 0,0 0 0 0 0,-1 0-1 0 0,1 0 1 0 0,0 0-1 0 0,0 0 1 0 0,-1 0 0 0 0,1 0-1 0 0,0 0 1 0 0,0 0-1 0 0,0 0 1 0 0,-1 0 0 0 0,1 0-1 0 0,0 0 1 0 0,0 0-1 0 0,0-1 1 0 0,0 1 0 0 0,-1 0-1 0 0,1 0 1 0 0,0 0-1 0 0,0 0 1 0 0,0-1 0 0 0,0 1-1 0 0,-1 0 1 0 0,-14-26 173 0 0,5 1-226 0 0,1-1 0 0 0,-9-53-1 0 0,5 22-104 0 0,-2-10-33 0 0,-111-495-1421 0 0,124 555 1587 0 0,1 0 0 0 0,1-1-1 0 0,-1 1 1 0 0,1-1 0 0 0,1-11-1 0 0,-1 19 25 0 0,0 0-1 0 0,0 0 1 0 0,0 0-1 0 0,0 0 1 0 0,0 1-1 0 0,0-1 1 0 0,0 0-1 0 0,0 0 1 0 0,1 0-1 0 0,-1 0 1 0 0,0 0-1 0 0,0 0 1 0 0,0 0-1 0 0,0 1 1 0 0,0-1 0 0 0,0 0-1 0 0,0 0 1 0 0,0 0-1 0 0,0 0 1 0 0,0 0-1 0 0,0 0 1 0 0,1 0-1 0 0,-1 0 1 0 0,0 0-1 0 0,0 0 1 0 0,0 0-1 0 0,0 0 1 0 0,0 0-1 0 0,0 1 1 0 0,0-1-1 0 0,1 0 1 0 0,-1 0-1 0 0,0 0 1 0 0,0 0-1 0 0,0 0 1 0 0,0 0 0 0 0,0 0-1 0 0,0 0 1 0 0,1 0-1 0 0,-1 0 1 0 0,0 0-1 0 0,0-1 1 0 0,0 1-1 0 0,0 0 1 0 0,0 0-1 0 0,0 0 1 0 0,0 0-1 0 0,2 0 1 0 0,-2 0-1 0 0,0 0 1 0 0,0 0-1 0 0,0 0 1 0 0,0 0-1 0 0,0 0 1 0 0,0 0-1 0 0,0-1 1 0 0,0 1 0 0 0,0 0-1 0 0,1 0 1 0 0,-1 0-1 0 0,0 0 1 0 0,0 0-1 0 0,0 0 1 0 0,0 0-1 0 0,0-1 1 0 0,4 10-42 0 0,9 19 256 0 0,-3 1 0 0 0,11 43-1 0 0,-2-6 155 0 0,53 175 888 0 0,-69-217-1124 0 0,-5-17-32 0 0,-5-17 42 0 0,-21-64-339 0 0,3-1 1 0 0,-17-79-1 0 0,13 39-114 0 0,-53-200-610 0 0,80 305 890 0 0,0 6 17 0 0,1-1 0 0 0,0 1 1 0 0,1 1-1 0 0,-1-2 0 0 0,1 1 0 0 0,-2-1 0 0 0,2-5 0 0 0,5 16 24 0 0,-2-2 0 0 0,1 2-1 0 0,-2-1 1 0 0,6 12 0 0 0,2 18 266 0 0,-1 3 1 0 0,6 54-1 0 0,-15-90-260 0 0,0 0-1 0 0,0 1 1 0 0,0-1 0 0 0,0 0-1 0 0,-1 0 1 0 0,1 0 0 0 0,-2 1-1 0 0,2 0 1 0 0,-1-2 0 0 0,0 1-1 0 0,-2 5 1 0 0,3-7-11 0 0,0 0 0 0 0,0 1 1 0 0,0-1-1 0 0,-1 0 0 0 0,1 0 0 0 0,0 1 1 0 0,0-1-1 0 0,0 0 0 0 0,-1 0 0 0 0,1 0 1 0 0,0 1-1 0 0,0-1 0 0 0,-2 0 0 0 0,2 0 1 0 0,0 0-1 0 0,0 0 0 0 0,-1 0 1 0 0,1 1-1 0 0,0-1 0 0 0,0 0 0 0 0,-1 0 1 0 0,1 0-1 0 0,0 0 0 0 0,-1 0 0 0 0,1 0 1 0 0,0 0-1 0 0,0 0 0 0 0,-1 0 0 0 0,0 0 1 0 0,1-1-1 0 0,-1 1 0 0 0,0-1 0 0 0,1 0 1 0 0,-2 1-1 0 0,2-1 0 0 0,-1 1 1 0 0,1-1-1 0 0,-1 0 0 0 0,1 0 0 0 0,-1 1 1 0 0,1-1-1 0 0,-1-1 0 0 0,1 1 1 0 0,0 0-1 0 0,-1-1 0 0 0,-9-32-95 0 0,1-2-1 0 0,1 1 1 0 0,-5-55-1 0 0,11 29-173 0 0,4-78-1 0 0,3 89 122 0 0,0-26-48 0 0,-5 74 182 0 0,-1-1 1 0 0,1 1-1 0 0,0 0 1 0 0,-1 0-1 0 0,0-1 0 0 0,1 1 1 0 0,-1 0-1 0 0,0 1 1 0 0,-1-4-1 0 0,-6-12-55 0 0,-16-64-201 0 0,23 73 234 0 0,1 0 0 0 0,-1 1-1 0 0,1-1 1 0 0,0 0 0 0 0,0 0-1 0 0,2-8 1 0 0,-2 15 31 0 0,0 1-1 0 0,0 0 1 0 0,0 0-1 0 0,0-1 0 0 0,0 1 1 0 0,0 0-1 0 0,0 0 1 0 0,0-1-1 0 0,0 1 1 0 0,1 0-1 0 0,-1 0 1 0 0,0-2-1 0 0,0 2 1 0 0,0 0-1 0 0,0 0 0 0 0,0 0 1 0 0,1-1-1 0 0,-1 1 1 0 0,0 0-1 0 0,0 0 1 0 0,0 0-1 0 0,0-1 1 0 0,1 1-1 0 0,-1 0 0 0 0,0 0 1 0 0,0 0-1 0 0,1 0 1 0 0,-1 0-1 0 0,0 0 1 0 0,0 0-1 0 0,2-1 1 0 0,-2 1-1 0 0,0 0 1 0 0,0 0-1 0 0,1 0 0 0 0,-1 0 1 0 0,0 0-1 0 0,0 0 1 0 0,1 0-1 0 0,-1 0 1 0 0,0 0-1 0 0,0 0 1 0 0,1 0-1 0 0,-1 1 0 0 0,0-1 1 0 0,0 0-1 0 0,1 0 1 0 0,-1 0-1 0 0,0 0 1 0 0,0 0-1 0 0,1 0 1 0 0,-1 1-1 0 0,0-1 1 0 0,0 0-1 0 0,0 0 0 0 0,1 0 1 0 0,-1 0-1 0 0,0 1 1 0 0,0-1-1 0 0,0 0 1 0 0,0 0-1 0 0,0 2 1 0 0,1-2-1 0 0,-1 0 0 0 0,9 17 126 0 0,-7-15-118 0 0,17 39 453 0 0,23 76 0 0 0,3 45 418 0 0,-37-132-733 0 0,-2 0 69 0 0,0 1 0 0 0,-1-1-1 0 0,-1 53 1 0 0,-6-74-206 0 0,-3-14 17 0 0,-1-11 73 0 0,-2-13-105 0 0,2 0-1 0 0,-3-55 0 0 0,7-61-454 0 0,3 87 304 0 0,-1 51 135 0 0,0 0-1 0 0,0 2 1 0 0,1-2 0 0 0,0 2-1 0 0,0-2 1 0 0,0 0 0 0 0,2 2-1 0 0,-1-1 1 0 0,2-6 0 0 0,-4 11 20 0 0,0 1 0 0 0,0 0 0 0 0,1-1 0 0 0,-1 1 0 0 0,0-1 1 0 0,0 1-1 0 0,0 0 0 0 0,2-1 0 0 0,-2 1 0 0 0,0 0 0 0 0,1-2 1 0 0,-1 2-1 0 0,0 0 0 0 0,1 0 0 0 0,-1-1 0 0 0,0 1 1 0 0,1 0-1 0 0,-1 0 0 0 0,0-1 0 0 0,1 1 0 0 0,-1 0 0 0 0,1 0 1 0 0,-1 0-1 0 0,0 0 0 0 0,1 0 0 0 0,-1 0 0 0 0,2 0 0 0 0,-2 0 1 0 0,0 0-1 0 0,1 0 0 0 0,0 0 0 0 0,0 0 9 0 0,-1 1-1 0 0,1-1 1 0 0,0 1 0 0 0,0-1-1 0 0,0 2 1 0 0,-1-2 0 0 0,2 1-1 0 0,-1 0 1 0 0,-1-1 0 0 0,1 1-1 0 0,-1 0 1 0 0,1 0 0 0 0,0 1-1 0 0,13 29 223 0 0,-6 6-133 0 0,2 2 210 0 0,5 62 0 0 0,-9 116 566 0 0,-6-213-860 0 0,-1 1-15 0 0,-2-10 17 0 0,-3-14 70 0 0,4-38-258 0 0,3 1 0 0 0,2-2 1 0 0,13-67-1 0 0,-14 113 128 0 0,-1 3 4 0 0,1 0 0 0 0,-1 1 0 0 0,1-1 0 0 0,0 0 0 0 0,6-12 0 0 0,-8 21 43 0 0,1 0 0 0 0,-1-1 0 0 0,0 1 0 0 0,0 0 1 0 0,0 0-1 0 0,0 0 0 0 0,0 0 0 0 0,0 0 0 0 0,1 0 0 0 0,-1 0 0 0 0,0 0 0 0 0,0-1 0 0 0,0 1 0 0 0,0 0 1 0 0,0 0-1 0 0,1 0 0 0 0,-1 0 0 0 0,0 0 0 0 0,0 0 0 0 0,0 0 0 0 0,0 0 0 0 0,0 0 0 0 0,2 0 0 0 0,-2 0 1 0 0,0 0-1 0 0,0 0 0 0 0,0 0 0 0 0,0 0 0 0 0,1 0 0 0 0,-1 0 0 0 0,0 0 0 0 0,0 1 0 0 0,0-1 0 0 0,0 0 1 0 0,0 0-1 0 0,1 0 0 0 0,-1 0 0 0 0,0 0 0 0 0,0 0 0 0 0,0 0 0 0 0,0 0 0 0 0,0 1 0 0 0,0-1 0 0 0,0 0 1 0 0,0 0-1 0 0,1 0 0 0 0,-1 0 0 0 0,0 0 0 0 0,0 1 0 0 0,0-1 0 0 0,0 0 0 0 0,0 0 0 0 0,0 0 0 0 0,6 11-26 0 0,42 224 746 0 0,-35-165-456 0 0,9 77 334 0 0,-20-119-428 0 0,0 2 0 0 0,-7 58 0 0 0,2-76-128 0 0,-2-21 52 0 0,1-23 41 0 0,1-19-410 0 0,3 0 0 0 0,12-74-1 0 0,30-99-590 0 0,-39 216 834 0 0,-2 1-4 0 0,1-1 1 0 0,0 2-1 0 0,1-2 0 0 0,-1 1 0 0 0,0 1 1 0 0,2-1-1 0 0,-1 0 0 0 0,5-5 0 0 0,-8 12 36 0 0,0-1 0 0 0,0 1 0 0 0,0 0-1 0 0,1 0 1 0 0,-1 0 0 0 0,0 0 0 0 0,0 0-1 0 0,0 0 1 0 0,0-1 0 0 0,0 1 0 0 0,0 0 0 0 0,0 0-1 0 0,1 0 1 0 0,-1 0 0 0 0,0 0 0 0 0,0 0-1 0 0,0 0 1 0 0,0 0 0 0 0,1 0 0 0 0,-1 0-1 0 0,0-1 1 0 0,0 1 0 0 0,0 0 0 0 0,0 0-1 0 0,0 0 1 0 0,1 0 0 0 0,-1 0 0 0 0,0 0 0 0 0,0 0-1 0 0,0 0 1 0 0,0 0 0 0 0,1 0 0 0 0,-1 1-1 0 0,0-1 1 0 0,0 0 0 0 0,0 0 0 0 0,0 0-1 0 0,2 0 1 0 0,-2 0 0 0 0,0 0 0 0 0,0 0 0 0 0,0 0-1 0 0,0 0 1 0 0,0 0 0 0 0,1 1 0 0 0,2 10-24 0 0,-1 13-12 0 0,-5 76 737 0 0,-31 192-1 0 0,28-264-605 0 0,4-10-11 0 0,0-2 1 0 0,-3 2-1 0 0,1 0 0 0 0,-10 18 1 0 0,14-36-85 0 0,0 0 1 0 0,0 1 0 0 0,0-1-1 0 0,0 0 1 0 0,0 0-1 0 0,0 1 1 0 0,0-1 0 0 0,0 0-1 0 0,-1 0 1 0 0,1 1 0 0 0,0-1-1 0 0,0 0 1 0 0,0 0-1 0 0,0 2 1 0 0,-1-2 0 0 0,1 0-1 0 0,0 0 1 0 0,0 0-1 0 0,-1 0 1 0 0,1 1 0 0 0,0-1-1 0 0,0 0 1 0 0,-1 0-1 0 0,1 0 1 0 0,0 0 0 0 0,-1 0-1 0 0,1 0 1 0 0,0 0-1 0 0,0 0 1 0 0,-1 1 0 0 0,1-1-1 0 0,-1 0 1 0 0,-6-9 48 0 0,-1-19 71 0 0,8 27-112 0 0,-8-43-188 0 0,2 0 1 0 0,2-2-1 0 0,3 2 1 0 0,1-1 0 0 0,8-61-1 0 0,11-15-271 0 0,-16 104 362 0 0,2 2 0 0 0,-1-2 0 0 0,2 1 0 0 0,1 1 1 0 0,9-19-1 0 0,-14 33 88 0 0,-1-2 1 0 0,-1 2-1 0 0,1 0 0 0 0,0 0 1 0 0,0 0-1 0 0,-1-1 1 0 0,1 1-1 0 0,0-1 1 0 0,1 1-1 0 0,-1 0 1 0 0,1 0-1 0 0,-1 0 1 0 0,0 1-1 0 0,0-1 1 0 0,0 0-1 0 0,2 1 1 0 0,-2-1-1 0 0,0 0 1 0 0,1 1-1 0 0,-1 0 0 0 0,2-1 1 0 0,-2 1-1 0 0,0 0 1 0 0,1-2-1 0 0,1 2 1 0 0,0 2 9 0 0,-2-2 0 0 0,1 1 0 0 0,-1 0 0 0 0,2-1-1 0 0,-2 1 1 0 0,0 0 0 0 0,1 0 0 0 0,-1 0 0 0 0,0 0 0 0 0,0 0 0 0 0,1 0 0 0 0,-1 1 0 0 0,0-1 0 0 0,0 0 0 0 0,0 1 0 0 0,0-1 0 0 0,0 0-1 0 0,0 1 1 0 0,-1 0 0 0 0,2 0 0 0 0,-1-1 0 0 0,0 3 0 0 0,4 17 100 0 0,1 0 1 0 0,-1 0-1 0 0,3 31 1 0 0,-3 69 346 0 0,-3-58-225 0 0,0 98 298 0 0,-4-133-376 0 0,-1 1 0 0 0,-1 0 1 0 0,-13 42-1 0 0,17-70-148 0 0,0 0 0 0 0,0-1 0 0 0,0 1 0 0 0,0 0 0 0 0,-2 0 0 0 0,2 0 0 0 0,0-1 0 0 0,-1 2 0 0 0,1-1 0 0 0,0-1 0 0 0,-1 1 0 0 0,1 0 0 0 0,-1-1 0 0 0,1 1 0 0 0,-1 0 0 0 0,0 0 0 0 0,0-1-2 0 0,1 0 0 0 0,0-1-1 0 0,-1 1 1 0 0,1 0 0 0 0,0 0 0 0 0,0-1-1 0 0,-2 1 1 0 0,2 0 0 0 0,0 0 0 0 0,0-1-1 0 0,0 1 1 0 0,-1 0 0 0 0,1-1-1 0 0,0 1 1 0 0,0 0 0 0 0,0-1 0 0 0,0 1-1 0 0,0 0 1 0 0,0-1 0 0 0,0 1-1 0 0,-1 0 1 0 0,1-2 0 0 0,0 1 0 0 0,-2-32 90 0 0,2 12-200 0 0,2-1 0 0 0,0 1 0 0 0,11-33-1 0 0,23-63-420 0 0,-28 93 458 0 0,1 0-90 0 0,1 1-1 0 0,2-1 1 0 0,23-34-1 0 0,-35 55 150 0 0,2 1 0 0 0,-1 1 0 0 0,0 0 0 0 0,1-1 0 0 0,-1 1 0 0 0,0-2 0 0 0,0 2 0 0 0,2 0 0 0 0,-2 0 0 0 0,0 0 0 0 0,1 0 0 0 0,-1 0 0 0 0,2 0 0 0 0,-1 0 0 0 0,-1-1 0 0 0,5 1 0 0 0,-5 1 16 0 0,0 0-1 0 0,0 0 0 0 0,-1 0 0 0 0,1 0 0 0 0,0 0 0 0 0,0 1 1 0 0,1-1-1 0 0,-2 0 0 0 0,1 2 0 0 0,0-2 0 0 0,0 0 0 0 0,-1 1 1 0 0,1-1-1 0 0,0 1 0 0 0,-1-1 0 0 0,1 1 0 0 0,0 0 0 0 0,-1-1 1 0 0,2 1-1 0 0,-2-1 0 0 0,1 1 0 0 0,-1 0 0 0 0,1 0 0 0 0,-1-1 1 0 0,0 2-1 0 0,1-1 0 0 0,-1 0 0 0 0,0 0 0 0 0,0-1 0 0 0,1 1 1 0 0,-1 0-1 0 0,0 0 0 0 0,0 0 0 0 0,0 2 0 0 0,8 46 316 0 0,2 86 0 0 0,-6-54-29 0 0,1-17-80 0 0,1-17-13 0 0,-4 0 0 0 0,-3 62 0 0 0,-5-77-81 0 0,6-30-109 0 0,0-1 0 0 0,0 2 1 0 0,-1-2-1 0 0,1 1 1 0 0,-1-1-1 0 0,1 0 0 0 0,-1 1 1 0 0,1-1-1 0 0,-1 0 1 0 0,0 1-1 0 0,0-1 0 0 0,-1 1 1 0 0,1-1-1 0 0,0 0 1 0 0,0 0-1 0 0,0 0 0 0 0,-1 2 1 0 0,1-3-4 0 0,1 0 0 0 0,-2 0 1 0 0,2 0-1 0 0,-1 0 0 0 0,1 0 0 0 0,-1 0 1 0 0,0 0-1 0 0,1 0 0 0 0,-1 0 0 0 0,1 0 0 0 0,-1-2 1 0 0,1 2-1 0 0,0 0 0 0 0,-1 0 0 0 0,1-1 1 0 0,-2 1-1 0 0,2 0 0 0 0,-1-1 0 0 0,1 1 1 0 0,0 0-1 0 0,-1-1 0 0 0,1 1 0 0 0,-1 0 0 0 0,1-1 1 0 0,0 1-1 0 0,0-1 0 0 0,-1 1 0 0 0,1-1 1 0 0,0 1-1 0 0,0-1 0 0 0,-1 1 0 0 0,1-1 1 0 0,0 1-1 0 0,0-2 0 0 0,-7-22 34 0 0,6 20-27 0 0,-2-15-120 0 0,-1-1 0 0 0,2-1-1 0 0,1 1 1 0 0,1 0 0 0 0,1 0 0 0 0,5-31 0 0 0,4-1-260 0 0,20-64 1 0 0,-22 92 190 0 0,2 0 0 0 0,16-28 0 0 0,-3 9 28 0 0,-19 34 80 0 0,1 1 0 0 0,0-1 0 0 0,1 0 1 0 0,0 1-1 0 0,1 0 0 0 0,7-8 0 0 0,-14 18 79 0 0,1-1 0 0 0,-1 1-1 0 0,0 0 1 0 0,0 1 0 0 0,0-2-1 0 0,0 1 1 0 0,0 0 0 0 0,0 0 0 0 0,0 0-1 0 0,-1 3 1 0 0,-10 61 169 0 0,2-7 202 0 0,-22 76 0 0 0,30-133-366 0 0,1 1 0 0 0,-1 0 0 0 0,0-1 0 0 0,0 0 1 0 0,0 1-1 0 0,0-1 0 0 0,-2 0 0 0 0,2 0 1 0 0,-1 0-1 0 0,1 1 0 0 0,-1-2 0 0 0,-2 3 1 0 0,3-4-12 0 0,1 1 0 0 0,-1-1 0 0 0,1 0 0 0 0,-1 0 0 0 0,1 0 0 0 0,-1 1 0 0 0,1-1 0 0 0,-1 0 0 0 0,1 0 0 0 0,-2 0 0 0 0,2 0 0 0 0,-1 0 0 0 0,1 0 0 0 0,-1 0 0 0 0,1 0 0 0 0,-1 0 0 0 0,1 0 1 0 0,-1 0-1 0 0,1 0 0 0 0,-1 0 0 0 0,1 0 0 0 0,-1-1 0 0 0,-2 0 2 0 0,2 1 0 0 0,0-1 1 0 0,0 0-1 0 0,0 0 0 0 0,0 0 1 0 0,0 0-1 0 0,0 0 0 0 0,1-1 1 0 0,-2 1-1 0 0,1 0 0 0 0,0-1 1 0 0,0-1-1 0 0,-5-8-25 0 0,2 0 1 0 0,0-2 0 0 0,1 2-1 0 0,0-1 1 0 0,0 0-1 0 0,1 0 1 0 0,0-13-1 0 0,2-90-464 0 0,1 94 424 0 0,0-20-96 0 0,5-246-937 0 0,-5 284 1082 0 0,-1 1-1 0 0,0-1 1 0 0,-1 1 0 0 0,1-1 0 0 0,0 1 0 0 0,0 0-1 0 0,-1 0 1 0 0,0 0 0 0 0,1-1 0 0 0,-2 1-1 0 0,1 0 1 0 0,-1-4 0 0 0,2 6 7 0 0,-1 0 0 0 0,1 0-1 0 0,0-1 1 0 0,-1 1 0 0 0,1 0 0 0 0,0-1-1 0 0,-1 1 1 0 0,1 0 0 0 0,0 0 0 0 0,-1 0-1 0 0,1 0 1 0 0,-2-1 0 0 0,2 1 0 0 0,0 0-1 0 0,-1 0 1 0 0,1 0 0 0 0,-1 0 0 0 0,1 0-1 0 0,0 0 1 0 0,-1 0 0 0 0,1 0 0 0 0,-1 0 0 0 0,0 0-1 0 0,0 1 5 0 0,-1-1 0 0 0,0 0 0 0 0,1 1-1 0 0,0 0 1 0 0,-1-1 0 0 0,1 1 0 0 0,-1 1 0 0 0,1-1 0 0 0,0 0-1 0 0,-2 1 1 0 0,-10 11 120 0 0,0 1 0 0 0,-11 15 1 0 0,-18 20 226 0 0,33-40-323 0 0,-1 1 87 0 0,0 0 0 0 0,-20 13-1 0 0,26-20-88 0 0,0 0 0 0 0,-1-1 0 0 0,2 0 0 0 0,-2 0 0 0 0,1-1 0 0 0,-1 2 0 0 0,1-2 0 0 0,-2 0 0 0 0,2 0 0 0 0,-1 0 0 0 0,-10-1 0 0 0,14 1-18 0 0,0-1 0 0 0,0 0 0 0 0,1 1 0 0 0,-1-1 0 0 0,0 0 0 0 0,0 1 0 0 0,-1-1 1 0 0,1 2-1 0 0,0-2 0 0 0,0 1 0 0 0,1 0 0 0 0,-1-1 0 0 0,0 1 0 0 0,0 0 0 0 0,1 0 0 0 0,-1-1 0 0 0,1 1 0 0 0,-2 0 0 0 0,2 0 0 0 0,-1 0 0 0 0,1 1 0 0 0,-1-1 0 0 0,1 0 0 0 0,0 0 0 0 0,-1-1 0 0 0,1 1 0 0 0,0 0 0 0 0,0 0 0 0 0,0 0 0 0 0,0 0 0 0 0,0 3 0 0 0,0 37 148 0 0,3-7 24 0 0,5 21 183 0 0,-3 2 0 0 0,-5 109 0 0 0,-7-108 67 0 0,-29 117 0 0 0,26-139-240 0 0,-3-2 0 0 0,-1 0 1 0 0,-1 1-1 0 0,-29 43 1 0 0,34-61-114 0 0,0 0 67 0 0,0-1-1 0 0,-15 16 1 0 0,25-32-142 0 0,0 0 1 0 0,0 1 0 0 0,-1-1-1 0 0,1 0 1 0 0,0 0 0 0 0,0 1-1 0 0,0-1 1 0 0,0 0 0 0 0,-1 0 0 0 0,1 0-1 0 0,0 2 1 0 0,0-2 0 0 0,0 0-1 0 0,-2 0 1 0 0,2 0 0 0 0,0 0-1 0 0,0 0 1 0 0,-1 1 0 0 0,1-1-1 0 0,0 0 1 0 0,-1 0 0 0 0,1 0-1 0 0,0 0 1 0 0,0 0 0 0 0,-1 0-1 0 0,1 0 1 0 0,0 0 0 0 0,-1 0-1 0 0,1 0 1 0 0,0 0 0 0 0,0 0 0 0 0,-1 0-1 0 0,1 0 1 0 0,-1 0 0 0 0,-3-11 100 0 0,5-14 67 0 0,-1 22-165 0 0,1 0-1 0 0,-1 0 1 0 0,2 0 0 0 0,-1 1 0 0 0,0-1 0 0 0,0 0 0 0 0,0 1 0 0 0,1-1 0 0 0,0 1 0 0 0,0-1-1 0 0,-1 1 1 0 0,1 0 0 0 0,0 0 0 0 0,1-1 0 0 0,1-1 0 0 0,-3 3-2 0 0,0 0 0 0 0,2 1 0 0 0,-2-1 1 0 0,0 0-1 0 0,0 0 0 0 0,0 1 0 0 0,1-2 0 0 0,0 2 1 0 0,-1-1-1 0 0,1 1 0 0 0,-1 0 0 0 0,0-1 0 0 0,1 1 0 0 0,0 0 1 0 0,-1 0-1 0 0,1 0 0 0 0,-1 0 0 0 0,1 0 0 0 0,0 0 0 0 0,-1 0 1 0 0,1 1-1 0 0,-1-1 0 0 0,0 1 0 0 0,1-1 0 0 0,0 0 1 0 0,-1 2-1 0 0,0-1 0 0 0,1-1 0 0 0,-1 1 0 0 0,1 1 0 0 0,4 2 12 0 0,-1 1-1 0 0,0 0 1 0 0,0 0-1 0 0,-2 0 1 0 0,2 1 0 0 0,-1-1-1 0 0,3 9 1 0 0,21 45 134 0 0,-21-43-122 0 0,117 296 539 0 0,-100-248-458 0 0,-19-49-69 0 0,6 10 26 0 0,-2 1 0 0 0,-1-1 0 0 0,4 30 1 0 0,-13-48-50 0 0,-4-11 18 0 0,-3-15 22 0 0,-29-107-1074 0 0,-20-139 1 0 0,48 219 735 0 0,2 12 29 0 0,2 0 0 0 0,-2-40-1 0 0,10 61 184 0 0,-3 13 70 0 0,0 0 0 0 0,1 0 0 0 0,-1 0-1 0 0,0 0 1 0 0,0 0 0 0 0,0 0-1 0 0,0 0 1 0 0,0 0 0 0 0,0 0-1 0 0,1 0 1 0 0,-1 0 0 0 0,0 0-1 0 0,0 0 1 0 0,0 0 0 0 0,0 0-1 0 0,0 0 1 0 0,1 0 0 0 0,-1 0-1 0 0,0 0 1 0 0,0 0 0 0 0,0 0-1 0 0,0 0 1 0 0,0 0 0 0 0,0 0-1 0 0,0 0 1 0 0,1 0 0 0 0,-1 1-1 0 0,0-1 1 0 0,0 0 0 0 0,0 0-1 0 0,0 0 1 0 0,0 0 0 0 0,0 0-1 0 0,0 0 1 0 0,0 0 0 0 0,0 0-1 0 0,0 1 1 0 0,1-1 0 0 0,-1 0 0 0 0,0 0-1 0 0,0 0 1 0 0,11 24-94 0 0,52 204 703 0 0,-8-20-83 0 0,141 316 841 0 0,-281-757-2277 0 0,79 220 801 0 0,3 5 63 0 0,-1 1 1 0 0,2-1-1 0 0,0 0 0 0 0,-1 0 1 0 0,1-1-1 0 0,0-7 0 0 0,2 16 48 0 0,0 0 0 0 0,-1-1-1 0 0,1 1 1 0 0,0 0-1 0 0,0-1 1 0 0,0 1 0 0 0,0 0-1 0 0,0-1 1 0 0,0 1-1 0 0,0 0 1 0 0,0-2 0 0 0,0 2-1 0 0,0 0 1 0 0,0-1-1 0 0,0 1 1 0 0,0 0-1 0 0,0-1 1 0 0,1 1 0 0 0,-1 0-1 0 0,0-1 1 0 0,0 1-1 0 0,0 0 1 0 0,0-1 0 0 0,1 1-1 0 0,-1 0 1 0 0,0 0-1 0 0,0-1 1 0 0,1 1 0 0 0,-1 0-1 0 0,0 0 1 0 0,0 0-1 0 0,1-1 1 0 0,-1 1 0 0 0,0 0-1 0 0,0 0 1 0 0,1 0-1 0 0,-1 0 1 0 0,0-1 0 0 0,2 1-1 0 0,-2 0 1 0 0,0 0-1 0 0,1 0 1 0 0,-1 0 0 0 0,0 0-1 0 0,1 0 1 0 0,-1 0-1 0 0,0 0 1 0 0,1 0 0 0 0,-1 0-1 0 0,0 0 1 0 0,1 0-1 0 0,-1 0 1 0 0,0 0 0 0 0,1 1-1 0 0,-1-1 1 0 0,0 0-1 0 0,1 0 1 0 0,-1 0 0 0 0,0 0-1 0 0,1 1 1 0 0,-1-1-1 0 0,0 0 1 0 0,2 1 0 0 0,19 18-63 0 0,16 28 254 0 0,-1 3-1 0 0,42 76 0 0 0,-36-56-31 0 0,-22-37-75 0 0,64 112 290 0 0,-83-144-372 0 0,1 5 15 0 0,2-1 1 0 0,-2 2-1 0 0,1-1 0 0 0,0-1 0 0 0,-2 2 0 0 0,3 11 0 0 0,-4-18-15 0 0,0 0-1 0 0,0 0 1 0 0,0 0-1 0 0,0 1 1 0 0,0-1-1 0 0,0 0 0 0 0,0 0 1 0 0,0 0-1 0 0,0 0 1 0 0,0 0-1 0 0,0 0 1 0 0,0 1-1 0 0,0-1 1 0 0,0 0-1 0 0,0 0 1 0 0,-1 0-1 0 0,1 0 1 0 0,0 0-1 0 0,0 0 1 0 0,0 0-1 0 0,0 1 1 0 0,0-1-1 0 0,0 0 1 0 0,0 0-1 0 0,0 0 1 0 0,0 0-1 0 0,0 0 1 0 0,-1 0-1 0 0,1 0 1 0 0,0 0-1 0 0,0 0 1 0 0,0 0-1 0 0,0 0 1 0 0,0 0-1 0 0,0 0 1 0 0,0 1-1 0 0,-1-1 1 0 0,1 0-1 0 0,0 0 1 0 0,0 0-1 0 0,0 0 1 0 0,0 0-1 0 0,0 0 1 0 0,0 0-1 0 0,-1 0 1 0 0,1-1-1 0 0,-9-4 36 0 0,-11-10 22 0 0,18 13-55 0 0,-38-40-58 0 0,50 55 124 0 0,-1 0 0 0 0,12 23-1 0 0,-13-23-29 0 0,45 73 249 0 0,93 116 0 0 0,-143-198-276 0 0,15 17 50 0 0,-16-19-32 0 0,-8-14-9 0 0,-152-203-1375 0 0,131 179 1130 0 0,14 14 66 0 0,14 16 157 0 0,11 13-34 0 0,30 35 141 0 0,68 85 0 0 0,-33-35 151 0 0,-37-45-138 0 0,-10-12 40 0 0,43 40 0 0 0,-115-116-74 0 0,20 17-19 0 0,-30-24 1 0 0,13 20-434 0 0,-41-45-1 0 0,76 64 235 0 0,11 11 138 0 0,13 9 76 0 0,277 199 608 0 0,-196-158-503 0 0,-94-51-148 0 0,-9-5-10 0 0,-8-9 0 0 0,-59-50 204 0 0,-17-19 49 0 0,81 75-218 0 0,12 8-36 0 0,9 7-11 0 0,129 74 335 0 0,-140-80-260 0 0,-12-7-43 0 0,-15-7-29 0 0,16 10 18 0 0,6 1-35 0 0,-1 1 0 0 0,0-1 0 0 0,0 1 0 0 0,0-1 0 0 0,0 1 0 0 0,-1-1 0 0 0,1 1 0 0 0,0 0 0 0 0,0 0 0 0 0,0-1 0 0 0,0 1 0 0 0,0 0 0 0 0,-1 0 0 0 0,1 0 0 0 0,0 0 0 0 0,0 0 0 0 0,-1 0 0 0 0,1 0 0 0 0,0 1 0 0 0,-2-1 0 0 0,21 21 61 0 0,-7-13-3 0 0,-10-7-58 0 0,1-1 0 0 0,-1 1 0 0 0,0 0 0 0 0,0 0 0 0 0,2 0 0 0 0,-2 0 0 0 0,0 0 0 0 0,0 0-1 0 0,0 2 1 0 0,0-2 0 0 0,0 0 0 0 0,0 0 0 0 0,2 2 0 0 0,-3-2 2 0 0,0 1-1 0 0,0-2 1 0 0,0 1 0 0 0,1-1 0 0 0,-1 1-1 0 0,0 0 1 0 0,0-1 0 0 0,1 1 0 0 0,-1-1-1 0 0,1 1 1 0 0,-1-1 0 0 0,0 1 0 0 0,1-1-1 0 0,-1 1 1 0 0,1-1 0 0 0,-1 1 0 0 0,2-1-1 0 0,-2 0 1 0 0,2 1 0 0 0,7 7 15 0 0,22 20 76 0 0,-26-25-90 0 0,-4-2-3 0 0,-1 0-1 0 0,1-1 1 0 0,-1 2 0 0 0,1-2 0 0 0,0 1 0 0 0,-1-1 0 0 0,2 1 0 0 0,-1-1 0 0 0,0 1 0 0 0,-1-1 0 0 0,1 0 0 0 0,0 0 0 0 0,0 1 0 0 0,-1-1 0 0 0,1 0 0 0 0,0 0 0 0 0,1 0 0 0 0,-1 0 0 0 0,-1 0-1 0 0,1 0 1 0 0,1 0 0 0 0,6 1 17 0 0,-1 1 0 0 0,0-1 0 0 0,-1 2 0 0 0,1-1 0 0 0,0 1 0 0 0,0-1 0 0 0,-1 2 0 0 0,0-1 0 0 0,1 1 0 0 0,6 6 0 0 0,7 3 9 0 0,-1-1 64 0 0,-1 1-1 0 0,29 28 1 0 0,-26-24-63 0 0,-8-4-11 0 0,-6-7 8 0 0,0 1 0 0 0,0-1-1 0 0,1-1 1 0 0,0 1 0 0 0,10 5 0 0 0,6-1 18 0 0,-18-8-30 0 0,-1 0 0 0 0,0 0 0 0 0,0 1 1 0 0,0 0-1 0 0,0-1 0 0 0,-1 1 0 0 0,6 5 1 0 0,5 3 49 0 0,0-1 0 0 0,-1 0 0 0 0,23 10 0 0 0,-2 0 3 0 0,43 24 170 0 0,-72-40-222 0 0,1 0 1 0 0,-2-1 0 0 0,2 0 0 0 0,0 0-1 0 0,0-1 1 0 0,-1 0 0 0 0,1 1 0 0 0,1-2 0 0 0,-1 0-1 0 0,0 0 1 0 0,11 0 0 0 0,-10 0 2 0 0,0 1 0 0 0,-2-1 0 0 0,2 2 0 0 0,-1-1 0 0 0,0 0 0 0 0,0 1 0 0 0,-1 1 0 0 0,1-1 0 0 0,11 8 0 0 0,18 9 58 0 0,-19-12-15 0 0,0-2-1 0 0,25 8 1 0 0,-38-14-60 0 0,1 1 0 0 0,-1-1 0 0 0,2 0 0 0 0,-1 0 0 0 0,-1-1 0 0 0,1 1 0 0 0,-2-1 0 0 0,1-1 0 0 0,1 1 0 0 0,0 0 0 0 0,-1-1 0 0 0,1 1 0 0 0,4-5 0 0 0,2 1 0 0 0,-1-2 0 0 0,0 1-1 0 0,18-15 1 0 0,-22 14-42 0 0,0 1 1 0 0,-1 0-1 0 0,0-1 0 0 0,-1 0 1 0 0,1 1-1 0 0,-1-2 0 0 0,0 0 1 0 0,-1 2-1 0 0,5-14 0 0 0,-2 2-71 0 0,-2 0-1 0 0,0 0 0 0 0,1-21 1 0 0,7-98-955 0 0,-10 44 514 0 0,-12-73-580 0 0,-1 57 374 0 0,5 52 417 0 0,-7-39-367 0 0,9 72 407 0 0,-10-36 1 0 0,7 36-16 0 0,-3-33 0 0 0,6 34 93 0 0,-1-1-1 0 0,-2 1 0 0 0,-8-25 0 0 0,-1 0-185 0 0,-6 1 27 0 0,0-15-431 0 0,-3 2-1 0 0,-62-109 1 0 0,44 82 553 0 0,26 52 127 0 0,-23-41 0 0 0,-69-90-166 0 0,-54-43 494 0 0,137 178-347 0 0,-40-38 87 0 0,12 15 502 0 0,29 29-272 0 0,-39-30 0 0 0,17 15-379 0 0,-169-130 1312 0 0,145 118-638 0 0,48 35-369 0 0,15 12-19 0 0,1 0 1 0 0,-1-2-1 0 0,-10-8 0 0 0,13 10-22 0 0,1 1 1 0 0,-2 1-1 0 0,1-1 0 0 0,0 1 1 0 0,-1 0-1 0 0,-7-4 0 0 0,6 4 6 0 0,0-1-1 0 0,0 0 0 0 0,-12-9 1 0 0,-8-12 47 0 0,-2 2 1 0 0,-2 1-1 0 0,1 1 0 0 0,-3 2 1 0 0,0 1-1 0 0,-44-17 0 0 0,-73-34 626 0 0,6-10-92 0 0,286 156 0 0 0,-2 14-36 0 0,10 5-13 0 0,-61-42-249 0 0,39 38 315 0 0,-57-32-359 0 0,24 19 138 0 0,116 68 507 0 0,-150-106-492 0 0,67 61-1 0 0,-25-16-46 0 0,62 57 351 0 0,-147-123-751 0 0,0 1 0 0 0,18 30 0 0 0,36 50 0 0 0,21 31 0 0 0,-73-100 0 0 0,-10-18 0 0 0,-2 0 0 0 0,9 16 0 0 0,-9-11 0 0 0,-20-45-214 0 0,-14-39 1 0 0,-7-16-218 0 0,-2 12-468 0 0,-2 2 0 0 0,-89-118 0 0 0,101 151 660 0 0,-171-203-1890 0 0,47 82 664 0 0,111 118 843 0 0,-88-62 0 0 0,-133-62 856 0 0,204 127-239 0 0,-6-4-190 0 0,22 13 347 0 0,-1 2-1 0 0,-2 1 1 0 0,-63-26-1 0 0,96 46-119 0 0,0 0-1 0 0,0-1 1 0 0,0 2-1 0 0,0 0 0 0 0,0 1 1 0 0,0-1-1 0 0,-1 2 1 0 0,-12 0-1 0 0,19-1-18 0 0,0 1 0 0 0,-1-1 0 0 0,1 1 0 0 0,-1 1 0 0 0,1-2 0 0 0,0 1 0 0 0,-1 1 0 0 0,1-1 0 0 0,-1 0 0 0 0,1 1 0 0 0,1-1 0 0 0,-2 2 0 0 0,1-1 0 0 0,1 0 0 0 0,0 0 0 0 0,-2 0 0 0 0,2 1 0 0 0,0 0 0 0 0,-1-1 0 0 0,1 2 0 0 0,0-2 0 0 0,1 1 0 0 0,-2 0 0 0 0,0 4 0 0 0,2 0 13 0 0,1 0 0 0 0,-1 0-1 0 0,1 1 1 0 0,0-2 0 0 0,1 2-1 0 0,0-1 1 0 0,0 1 0 0 0,0-2-1 0 0,0 1 1 0 0,2 1 0 0 0,3 7-1 0 0,6 27 174 0 0,-9-24-136 0 0,4 17 113 0 0,-1 1 0 0 0,-3 0 0 0 0,-1 68 0 0 0,-4-80-82 0 0,-7 25 0 0 0,9-49-92 0 0,0 0-1 0 0,0 1 1 0 0,0-1-1 0 0,0 0 1 0 0,0 2-1 0 0,0-2 0 0 0,0 1 1 0 0,-1-1-1 0 0,1 0 1 0 0,0 1-1 0 0,0-1 1 0 0,0 0-1 0 0,0 1 1 0 0,-1-1-1 0 0,1 0 0 0 0,0 1 1 0 0,0-1-1 0 0,0 0 1 0 0,-1 0-1 0 0,1 1 1 0 0,0-1-1 0 0,-2 0 0 0 0,2 0 1 0 0,0 1-1 0 0,-1-1 1 0 0,1 0-1 0 0,0 0 1 0 0,-1 0-1 0 0,1 0 1 0 0,0 1-1 0 0,-1-1 0 0 0,-11-7 105 0 0,-5-19 90 0 0,-74-162-1056 0 0,38 72 124 0 0,51 111 711 0 0,0 0 0 0 0,-2 0 0 0 0,1 0 0 0 0,0 0 0 0 0,-1 1 0 0 0,-4-5 0 0 0,5 9-65 0 0,1 7 93 0 0,2 10 74 0 0,0-12-85 0 0,-3 52 231 0 0,-1 1 0 0 0,-15 74-1 0 0,-39 111 516 0 0,16-76-271 0 0,37-139-380 0 0,0-4 18 0 0,0 1 1 0 0,-2-1-1 0 0,-1 0 1 0 0,-16 33-1 0 0,23-56-102 0 0,1 0-1 0 0,-1 0 1 0 0,1 0 0 0 0,0 0 0 0 0,-1 0 0 0 0,0-1-1 0 0,1 2 1 0 0,-1-1 0 0 0,1 0 0 0 0,-1-1-1 0 0,-1 1 1 0 0,1 0 0 0 0,1-1 0 0 0,-1 1 0 0 0,0-1-1 0 0,0 1 1 0 0,0-1 0 0 0,0 1 0 0 0,1-1-1 0 0,-2 1 1 0 0,0-1 0 0 0,1 0 0 0 0,0 0 0 0 0,0 0 0 0 0,1-1 1 0 0,-1 1-1 0 0,0 0 0 0 0,1 0 0 0 0,-2-1 0 0 0,1 1 0 0 0,1-1 0 0 0,-1 1 1 0 0,1-1-1 0 0,-1 1 0 0 0,1-1 0 0 0,-1 1 0 0 0,1-1 0 0 0,-1 1 0 0 0,1-1 0 0 0,-1 1 1 0 0,1-1-1 0 0,0-1 0 0 0,-1 1 0 0 0,-3-7 31 0 0,1 0 1 0 0,-1-1-1 0 0,-1-15 0 0 0,4 21-26 0 0,-73-274-1439 0 0,72 268 1351 0 0,1 5 48 0 0,0 0 1 0 0,0 0-1 0 0,0-1 0 0 0,-1 1 1 0 0,1-1-1 0 0,1 1 1 0 0,0-1-1 0 0,0 1 0 0 0,0 0 1 0 0,1-6-1 0 0,-1 10 30 0 0,0-2 0 0 0,0 2-1 0 0,0 0 1 0 0,0 0 0 0 0,0 0-1 0 0,2 0 1 0 0,-2 0 0 0 0,0-1-1 0 0,0 1 1 0 0,0 0 0 0 0,0 0 0 0 0,0 0-1 0 0,0 0 1 0 0,0 0 0 0 0,1 0-1 0 0,-1 0 1 0 0,0 0 0 0 0,0 0-1 0 0,0-1 1 0 0,0 1 0 0 0,1 0-1 0 0,-1 0 1 0 0,0 0 0 0 0,0 0 0 0 0,0 0-1 0 0,0 0 1 0 0,0 0 0 0 0,1 0-1 0 0,-1 0 1 0 0,0 0 0 0 0,0 0-1 0 0,0 0 1 0 0,0 0 0 0 0,1 0 0 0 0,-1 1-1 0 0,0-1 1 0 0,0 0 0 0 0,0 0-1 0 0,0 0 1 0 0,0 0 0 0 0,1 0-1 0 0,-1 0 1 0 0,0 0 0 0 0,0 0-1 0 0,0 0 1 0 0,0 1 0 0 0,0-1 0 0 0,8 8-5 0 0,-6-6 22 0 0,13 18 70 0 0,0 0 0 0 0,-2 1 0 0 0,0 1-1 0 0,16 44 1 0 0,-8-22 52 0 0,203 398 1034 0 0,37-21 21 0 0,-259-417-1184 0 0,3 4 31 0 0,2 2-1 0 0,1-1 0 0 0,-1 0 1 0 0,1-1-1 0 0,13 11 0 0 0,-21-19-35 0 0,1 1 0 0 0,-1-1-1 0 0,0 0 1 0 0,2 1 0 0 0,-2-1-1 0 0,0 0 1 0 0,1 1 0 0 0,-1-1-1 0 0,1 0 1 0 0,-1 0 0 0 0,1 0 0 0 0,-1 1-1 0 0,1-1 1 0 0,-1 0 0 0 0,1 0-1 0 0,-1 0 1 0 0,1 0 0 0 0,-1 0-1 0 0,1 0 1 0 0,-1 0 0 0 0,2 0-1 0 0,-2 0 1 0 0,0 0 0 0 0,1 0 0 0 0,-1 0-1 0 0,1 0 1 0 0,-1 0 0 0 0,1-1-1 0 0,-1 1 1 0 0,1 0 0 0 0,0-1 1 0 0,0 0 1 0 0,-1 0 0 0 0,1 1 0 0 0,-1-1 0 0 0,0 0-1 0 0,2-1 1 0 0,-2 1 0 0 0,0 0 0 0 0,1 0 0 0 0,-1 0-1 0 0,0 0 1 0 0,0 0 0 0 0,0 0 0 0 0,0-2 0 0 0,-4-42-79 0 0,4 43 48 0 0,-12-66-674 0 0,-37-109 1 0 0,-38-61-645 0 0,67 191 1023 0 0,-27-84-474 0 0,43 114 709 0 0,4 17 84 0 0,0 0-1 0 0,0 0 0 0 0,0 0 1 0 0,0-1-1 0 0,0 1 1 0 0,0 0-1 0 0,0 0 0 0 0,0 0 1 0 0,0 0-1 0 0,0 0 0 0 0,1 0 1 0 0,-1 0-1 0 0,0 0 0 0 0,0 0 1 0 0,0 0-1 0 0,0-1 1 0 0,0 1-1 0 0,0 0 0 0 0,0 0 1 0 0,0 0-1 0 0,0 0 0 0 0,0 0 1 0 0,0 0-1 0 0,0 0 0 0 0,0 0 1 0 0,2 0-1 0 0,-2 0 1 0 0,0 0-1 0 0,0 0 0 0 0,0 0 1 0 0,0 0-1 0 0,0 0 0 0 0,0 0 1 0 0,0 0-1 0 0,0 0 0 0 0,0 0 1 0 0,1 0-1 0 0,-1 0 1 0 0,0 0-1 0 0,0 0 0 0 0,0 0 1 0 0,0 0-1 0 0,0 0 0 0 0,0 0 1 0 0,0 0-1 0 0,0 0 0 0 0,0 0 1 0 0,0 0-1 0 0,1 0 1 0 0,-1 0-1 0 0,0 0 0 0 0,0 0 1 0 0,0 0-1 0 0,0 1 0 0 0,0-1 1 0 0,0 0-1 0 0,0 0 0 0 0,0 0 1 0 0,19 24-3 0 0,93 159 640 0 0,-68-105-408 0 0,407 616 2044 0 0,-407-641-2060 0 0,-26-32-87 0 0,-1 0 1 0 0,18 30-1 0 0,-98-120-91 0 0,30 31-304 0 0,-74-84-594 0 0,87 101 637 0 0,-2 1 1 0 0,0 1-1 0 0,-37-24 1 0 0,53 40 236 0 0,2 0 0 0 0,-2 0 0 0 0,1 1 1 0 0,-10-4-1 0 0,14 6-8 0 0,1-1 0 0 0,-1 1 0 0 0,0 0-1 0 0,1 0 1 0 0,-2-1 0 0 0,1 1 0 0 0,1 0 0 0 0,-1 0 0 0 0,0 0 0 0 0,1 0 0 0 0,-1 0 0 0 0,0 0 0 0 0,1 0 0 0 0,-1 0-1 0 0,0 0 1 0 0,1 0 0 0 0,-2 0 0 0 0,1 1 0 0 0,1-1 0 0 0,-1 0 0 0 0,0 0 0 0 0,1 1 0 0 0,-1-1 0 0 0,1 0 0 0 0,-1 1-1 0 0,1-1 1 0 0,-1 0 0 0 0,0 1 0 0 0,1-1 0 0 0,-2 2 0 0 0,2-2 0 0 0,0 1 0 0 0,-1-1 0 0 0,1 1 0 0 0,-1 0 0 0 0,1-1-1 0 0,0 1 1 0 0,0-1 0 0 0,-1 1 0 0 0,1 0 0 0 0,0-1 0 0 0,0 1 0 0 0,0 0 0 0 0,-1-1 0 0 0,1 2 0 0 0,0-1 0 0 0,0-1-1 0 0,0 1 1 0 0,0 1 0 0 0,1 7 31 0 0,0 1 0 0 0,0 0-1 0 0,2-1 1 0 0,-1-1-1 0 0,0 2 1 0 0,7 14 0 0 0,31 55 134 0 0,-28-57-111 0 0,17 35 147 0 0,3-3 0 0 0,42 55 0 0 0,-66-101-182 0 0,-29-50 131 0 0,-125-150-1351 0 0,93 125 746 0 0,-185-220-1311 0 0,174 214 1256 0 0,-84-96-647 0 0,130 153 1124 0 0,38 38 83 0 0,0 1-1 0 0,29 42 0 0 0,-16-20 131 0 0,-14-20-64 0 0,411 516 2389 0 0,-303-391-1800 0 0,65 70 322 0 0,-131-158-670 0 0,-52-54-304 0 0,1 0 0 0 0,-1-1 0 0 0,2 0 0 0 0,0 0 0 0 0,10 4 0 0 0,4 0 13 0 0,-17-9-15 0 0,-1 0 0 0 0,1 1-1 0 0,-1 1 1 0 0,-1-1 0 0 0,1 2 0 0 0,0-1 0 0 0,-1 0-1 0 0,0 1 1 0 0,9 9 0 0 0,1 4 152 0 0,35 30-1 0 0,-47-44-175 0 0,2 0 1 0 0,-1 1-1 0 0,1-2 0 0 0,1 0 1 0 0,-2 1-1 0 0,2-1 0 0 0,-1 0 0 0 0,1 0 1 0 0,-1-1-1 0 0,1 0 0 0 0,8 0 0 0 0,-12-1-8 0 0,-1-1 0 0 0,2 0-1 0 0,-1 0 1 0 0,-1 0 0 0 0,2-1-1 0 0,-1 1 1 0 0,0-1 0 0 0,0 1-1 0 0,-1-1 1 0 0,2 0 0 0 0,-2 0-1 0 0,1 0 1 0 0,-1 0 0 0 0,1-2-1 0 0,0 2 1 0 0,2-3 0 0 0,-1 1-21 0 0,-1-1 1 0 0,1 1-1 0 0,-1-2 1 0 0,1 1 0 0 0,-1 1-1 0 0,0-2 1 0 0,0 1 0 0 0,2-8-1 0 0,2-5-132 0 0,-1 0 0 0 0,-2 1 0 0 0,1-2 0 0 0,2-23 0 0 0,9-41-348 0 0,-9 56 273 0 0,-2-1-1 0 0,-1 1 1 0 0,1-33-1 0 0,-6-4-434 0 0,-16-104 0 0 0,13 139 353 0 0,4 28 287 0 0,0 0 0 0 0,0 0 0 0 0,0 0 0 0 0,0 0 0 0 0,0 0 0 0 0,0 0 0 0 0,0 0-1 0 0,0 0 1 0 0,0 0 0 0 0,0-1 0 0 0,0 1 0 0 0,0 0 0 0 0,0 0 0 0 0,0 0 0 0 0,0 0 0 0 0,0 0 0 0 0,0 0 0 0 0,0 0 0 0 0,0 0 0 0 0,0 0-1 0 0,0 0 1 0 0,0 0 0 0 0,0 0 0 0 0,0-1 0 0 0,0 1 0 0 0,0 0 0 0 0,0 0 0 0 0,0 0 0 0 0,0 0 0 0 0,0 0 0 0 0,0 0 0 0 0,0 0-1 0 0,0 0 1 0 0,0 0 0 0 0,0 0 0 0 0,0 0 0 0 0,0 0 0 0 0,0 0 0 0 0,0 0 0 0 0,0 0 0 0 0,0-1 0 0 0,1 1 0 0 0,-1 0 0 0 0,0 0 0 0 0,0 0-1 0 0,0 0 1 0 0,0 0 0 0 0,0 0 0 0 0,0 0 0 0 0,0 0 0 0 0,0 0 0 0 0,0 0 0 0 0,0 0 0 0 0,0 0 0 0 0,0 0 0 0 0,0 0 0 0 0,2 0 0 0 0,-2 0-1 0 0,0 0 1 0 0,0 0 0 0 0,0 0 0 0 0,0 0 0 0 0,0 0 0 0 0,0 0 0 0 0,0 0 0 0 0,6 14-55 0 0,82 250 725 0 0,-62-180-461 0 0,43 114 340 0 0,-83-312-683 0 0,-11-35-662 0 0,-42-215-1037 0 0,40 241 1275 0 0,-34-139-776 0 0,42 197 661 0 0,-52-121-1 0 0,69 182 650 0 0,-27-51-287 0 0,26 51 283 0 0,1-1 0 0 0,-2 1 1 0 0,1 1-1 0 0,0-2 0 0 0,-1 2 1 0 0,1-2-1 0 0,-2 2 1 0 0,2 0-1 0 0,-8-4 0 0 0,9 7 34 0 0,1-1 0 0 0,0 1 0 0 0,0 0 0 0 0,-1 0 0 0 0,1 0-1 0 0,0 0 1 0 0,-1 0 0 0 0,1 0 0 0 0,0 0 0 0 0,-1 1 0 0 0,1-1 0 0 0,0 0 0 0 0,-1 1-1 0 0,1-1 1 0 0,0 1 0 0 0,0-1 0 0 0,0 2 0 0 0,0-2 0 0 0,0 1 0 0 0,0 0 0 0 0,-1-1-1 0 0,1 1 1 0 0,0 0 0 0 0,0 0 0 0 0,1 0 0 0 0,-1 0 0 0 0,0 0 0 0 0,1 0 0 0 0,-2 2-1 0 0,-3 2 31 0 0,2 1-1 0 0,-1-1 0 0 0,1 1 0 0 0,-5 10 0 0 0,6-7 22 0 0,-1 0 1 0 0,1 0-1 0 0,1 1 0 0 0,0-1 1 0 0,1 0-1 0 0,-1 1 1 0 0,2-2-1 0 0,-1 2 0 0 0,1-1 1 0 0,5 18-1 0 0,3 7 221 0 0,20 48-1 0 0,-28-79-256 0 0,56 131 647 0 0,-44-106-466 0 0,3 0 1 0 0,27 39-1 0 0,-37-58-110 0 0,3 4-40 0 0,-7-14-41 0 0,-6-8 4 0 0,-14-37-112 0 0,-3 1 0 0 0,-38-61 0 0 0,31 58-65 0 0,-72-124-871 0 0,-125-159 1 0 0,152 238 502 0 0,-3 4 1 0 0,-5 2-1 0 0,-100-82 1 0 0,180 168 527 0 0,-10-10-66 0 0,-2 1 0 0 0,1 0-1 0 0,0 1 1 0 0,-2 0 0 0 0,0 1 0 0 0,-23-9-1 0 0,37 17 74 0 0,0 0-1 0 0,-1 0 0 0 0,1 0 0 0 0,-1 0 0 0 0,1-2 0 0 0,0 2 0 0 0,-1 0 0 0 0,1 0 0 0 0,-1 0 1 0 0,1 0-1 0 0,0 0 0 0 0,-1 0 0 0 0,1 0 0 0 0,-2 0 0 0 0,2 0 0 0 0,0 0 0 0 0,-1 0 0 0 0,1 2 1 0 0,-1-2-1 0 0,1 0 0 0 0,0 0 0 0 0,-1 0 0 0 0,1 0 0 0 0,0 1 0 0 0,-1-1 0 0 0,1 0 0 0 0,0 0 1 0 0,-1 1-1 0 0,1-1 0 0 0,-1 14 76 0 0,11 16 68 0 0,10 8 240 0 0,3-3-1 0 0,50 64 1 0 0,-72-97-369 0 0,89 112 1304 0 0,152 148-1 0 0,-191-215-892 0 0,-67-75-262 0 0,-47-72-146 0 0,18 27-347 0 0,-42-67-233 0 0,84 136 530 0 0,1 2 25 0 0,1 0 0 0 0,0 0 1 0 0,0 0-1 0 0,0-1 0 0 0,0 1 0 0 0,-1 0 1 0 0,2 0-1 0 0,-1 0 0 0 0,1-1 0 0 0,-1 1 1 0 0,1 0-1 0 0,0 0 0 0 0,0-4 1 0 0,0 6 2 0 0,0 0 0 0 0,0 0 1 0 0,0-1-1 0 0,0 1 1 0 0,0 0-1 0 0,0 0 1 0 0,0 0-1 0 0,0-1 0 0 0,1 1 1 0 0,-1 0-1 0 0,0 0 1 0 0,0 0-1 0 0,0 0 1 0 0,0-1-1 0 0,0 1 0 0 0,1 0 1 0 0,-1 0-1 0 0,0 0 1 0 0,0 0-1 0 0,0 0 1 0 0,2 0-1 0 0,-2-1 0 0 0,0 1 1 0 0,0 0-1 0 0,0 0 1 0 0,1 0-1 0 0,-1 0 1 0 0,0 0-1 0 0,0 0 1 0 0,1 0-1 0 0,-1 0 0 0 0,0 0 1 0 0,1 0-1 0 0,10 3-68 0 0,13 10 48 0 0,-24-13 27 0 0,35 27 218 0 0,0 2 0 0 0,-2-1 0 0 0,34 42 0 0 0,-64-67-205 0 0,73 79 733 0 0,96 133 0 0 0,-140-168-446 0 0,-3 0 1 0 0,-2 2-1 0 0,-1 1 1 0 0,34 99 0 0 0,-56-133-240 0 0,12 30 198 0 0,-2 2 0 0 0,-3-1 0 0 0,9 78 0 0 0,-20-118-227 0 0,0-1 1 0 0,0-1-1 0 0,0 2 1 0 0,-1-2 0 0 0,-2 12-1 0 0,2-17-31 0 0,1 1-1 0 0,0 0 1 0 0,0 0 0 0 0,-2 0-1 0 0,2-1 1 0 0,0 1-1 0 0,-1 0 1 0 0,1-1 0 0 0,-1 2-1 0 0,1-1 1 0 0,-1-1-1 0 0,1 1 1 0 0,-1-1 0 0 0,0 1-1 0 0,1-1 1 0 0,-1 1-1 0 0,0-1 1 0 0,-2 1 0 0 0,3 0-4 0 0,-1-1 0 0 0,0 0 0 0 0,0 0 0 0 0,0 0 0 0 0,0 0 0 0 0,-1-1 0 0 0,1 1 0 0 0,1 0 0 0 0,-1 0 0 0 0,0 0 1 0 0,0-1-1 0 0,0 1 0 0 0,0-1 0 0 0,1 1 0 0 0,-1 0 0 0 0,-1-1 0 0 0,1 1 0 0 0,1-1 0 0 0,-1 1 0 0 0,0-1 0 0 0,0-2 0 0 0,-16-14-34 0 0,1-1 0 0 0,2-1 0 0 0,0-1 0 0 0,0 0 0 0 0,-15-33 0 0 0,5 10-218 0 0,-158-295-1618 0 0,3 7 49 0 0,-27 18 38 0 0,180 280 1460 0 0,-1 1 0 0 0,-37-34 0 0 0,52 56 343 0 0,0-1 0 0 0,-1 2 0 0 0,0-1 0 0 0,-1 2 0 0 0,1-1 0 0 0,-1 2 0 0 0,-1 1 0 0 0,-30-11 0 0 0,40 16 8 0 0,-1 0 1 0 0,0 0-1 0 0,2 0 1 0 0,-2 1-1 0 0,1 0 1 0 0,-1 0-1 0 0,0 0 1 0 0,-8 2 0 0 0,14-2-30 0 0,-2 0 1 0 0,2 0-1 0 0,0 1 1 0 0,0-1-1 0 0,-1 0 1 0 0,1 1-1 0 0,0-1 1 0 0,0 0-1 0 0,-1 1 1 0 0,1-1 0 0 0,0 0-1 0 0,0 1 1 0 0,0-1-1 0 0,-1 2 1 0 0,1-2-1 0 0,0 0 1 0 0,0 1-1 0 0,0-1 1 0 0,0 1 0 0 0,0-1-1 0 0,0 0 1 0 0,0 1-1 0 0,0-1 1 0 0,0 1-1 0 0,0-1 1 0 0,0 0-1 0 0,0 1 1 0 0,0-1-1 0 0,1 1 1 0 0,-1-1 0 0 0,0 0-1 0 0,0 1 1 0 0,0-1-1 0 0,0 1 1 0 0,1-1-1 0 0,-1 0 1 0 0,0 1-1 0 0,0-1 1 0 0,1 0 0 0 0,-1 2-1 0 0,16 15 157 0 0,-14-13-112 0 0,18 16 164 0 0,1-2 0 0 0,47 34-1 0 0,-23-18 12 0 0,362 254 2067 0 0,-220-177-1311 0 0,-186-111-968 0 0,0 1-1 0 0,0 0 1 0 0,1-1-1 0 0,-1 1 1 0 0,1-1-1 0 0,0 2 0 0 0,-1-2 1 0 0,1 1-1 0 0,-1-1 1 0 0,0 0-1 0 0,2 0 1 0 0,1 0-1 0 0,-4 0-6 0 0,0 0-1 0 0,0 0 0 0 0,0 0 0 0 0,1 0 1 0 0,-1 0-1 0 0,0 0 0 0 0,0 0 0 0 0,0 0 1 0 0,0 0-1 0 0,0-1 0 0 0,1 1 1 0 0,-1 0-1 0 0,0 0 0 0 0,0 0 0 0 0,0 0 1 0 0,0 0-1 0 0,0 0 0 0 0,0-2 1 0 0,0 2-1 0 0,0 0 0 0 0,0 0 0 0 0,0 0 1 0 0,2 0-1 0 0,-2-1 0 0 0,0 1 0 0 0,0 0 1 0 0,0 0-1 0 0,0 0 0 0 0,0 0 1 0 0,0-1-1 0 0,0 1 0 0 0,0 0 0 0 0,0 0 1 0 0,0 0-1 0 0,-7-12 98 0 0,1 4-84 0 0,5 6 7 0 0,0 0 0 0 0,0 1 0 0 0,0-1 0 0 0,0-1 0 0 0,-2 2 0 0 0,2-1 0 0 0,-1 1 0 0 0,1 0 0 0 0,-2-1 0 0 0,0-1 0 0 0,3 3-19 0 0,0 0 0 0 0,-1 0 1 0 0,1 0-1 0 0,0 0 0 0 0,0 0 0 0 0,0 0 1 0 0,0 0-1 0 0,0 0 0 0 0,0 0 0 0 0,0 0 0 0 0,0 0 1 0 0,0 0-1 0 0,0 0 0 0 0,0 0 0 0 0,-1 0 0 0 0,1 0 1 0 0,0 0-1 0 0,0 0 0 0 0,0 0 0 0 0,0 0 0 0 0,0 0 1 0 0,0 0-1 0 0,0 0 0 0 0,0 0 0 0 0,0 0 1 0 0,0 0-1 0 0,0 0 0 0 0,0 0 0 0 0,0 0 0 0 0,0 0 1 0 0,0 2-1 0 0,-1-2 0 0 0,1 0 0 0 0,0 0 0 0 0,0 0 1 0 0,0 0-1 0 0,0 0 0 0 0,0 0 0 0 0,0 0 1 0 0,0 0-1 0 0,0 0 0 0 0,0 0 0 0 0,0 0 0 0 0,0 1 1 0 0,0-1-1 0 0,0 0 0 0 0,0 0 0 0 0,0 0 0 0 0,0 0 1 0 0,0 0-1 0 0,0 0 0 0 0,0 0 0 0 0,0 0 0 0 0,0 0 1 0 0,1 0-1 0 0,-1 0 0 0 0,0 1 0 0 0,0-1 1 0 0,0 0-1 0 0,0 0 0 0 0,0 0 0 0 0,0 0 0 0 0,0 0 1 0 0,0 0-1 0 0,0 0 0 0 0,0 0 0 0 0,0 0 0 0 0,0 0 1 0 0,3 7-23 0 0,-2-7 30 0 0,13 25 225 0 0,18 37 0 0 0,-80-149-33 0 0,46 82-229 0 0,-125-234-1279 0 0,109 210 1122 0 0,-1 1 1 0 0,-1 2-1 0 0,-2 0 1 0 0,0 1-1 0 0,-2 1 0 0 0,-28-22 1 0 0,-149-89-1 0 0,-12 18 229 0 0,174 95-42 0 0,11 6 135 0 0,0 2-1 0 0,0 1 1 0 0,0 0-1 0 0,-48-12 1 0 0,59 25-124 0 0,29 1 27 0 0,0 0-1 0 0,-1 1 0 0 0,1 1 0 0 0,0-1 1 0 0,-1 1-1 0 0,-1 2 0 0 0,2-1 0 0 0,-1 0 1 0 0,10 7-1 0 0,91 61 459 0 0,-108-69-493 0 0,69 52 478 0 0,-2 4-1 0 0,123 131 1 0 0,94 163 988 0 0,-236-285-1223 0 0,96 132 547 0 0,-109-140-394 0 0,48 92 0 0 0,-82-143-355 0 0,-1 1 1 0 0,1 0-1 0 0,-1 0 0 0 0,0 0 1 0 0,-2 0-1 0 0,0 0 1 0 0,0 1-1 0 0,1-1 1 0 0,-2 1-1 0 0,-1 0 0 0 0,0-1 1 0 0,0 1-1 0 0,-3 14 1 0 0,0-2 23 0 0,3-19-56 0 0,-1 1 0 0 0,1 0-1 0 0,-1 0 1 0 0,0-1 0 0 0,0 0 0 0 0,-2 1-1 0 0,0 5 1 0 0,3-10-15 0 0,0 0 0 0 0,-1 1 0 0 0,1-1 1 0 0,0 0-1 0 0,0 0 0 0 0,0 0 0 0 0,0 0 0 0 0,0 0 0 0 0,0 1 0 0 0,0-1 0 0 0,-1 0 1 0 0,1 0-1 0 0,0 0 0 0 0,0 0 0 0 0,0 0 0 0 0,0 0 0 0 0,0 0 0 0 0,-1 0 0 0 0,1 0 0 0 0,0 1 1 0 0,0-1-1 0 0,0 0 0 0 0,0 0 0 0 0,-2 0 0 0 0,2 0 0 0 0,0 0 0 0 0,0 0 0 0 0,0 0 1 0 0,-1 0-1 0 0,1 0 0 0 0,0 0 0 0 0,0 0 0 0 0,0-1 0 0 0,0 1 0 0 0,-1 0 0 0 0,1 0 1 0 0,0 0-1 0 0,0 0 0 0 0,0 0 0 0 0,0 0 0 0 0,0 0 0 0 0,-1 0 0 0 0,1 0 0 0 0,0 0 0 0 0,0-1 1 0 0,0 1-1 0 0,0 0 0 0 0,0 0 0 0 0,0 0 0 0 0,-1 0 0 0 0,1 0 0 0 0,0-1 0 0 0,0 1 1 0 0,0 0-1 0 0,0 0 0 0 0,0 0 0 0 0,0 0 0 0 0,0-1 0 0 0,0 1 0 0 0,0 0 0 0 0,0 0 1 0 0,0 0-1 0 0,0 0 0 0 0,0-1 0 0 0,-5-12 74 0 0,5 13-69 0 0,-48-132-542 0 0,30 87 265 0 0,-220-505-3633 0 0,218 513 3567 0 0,28 65 457 0 0,15 36 0 0 0,-4-14 10 0 0,18 48 358 0 0,92 164 0 0 0,-121-250-434 0 0,0 1 0 0 0,12 15-1 0 0,-18-29-44 0 0,-4-8 12 0 0,-2-11 31 0 0,-12-24-120 0 0,-35-110-675 0 0,43 122 453 0 0,0 0-1 0 0,-4-61 1 0 0,11 86 247 0 0,1 1 0 0 0,1-1 1 0 0,-1 1-1 0 0,1-1 0 0 0,1-9 0 0 0,-1 15 39 0 0,-1 1-1 0 0,0-1 1 0 0,0 0-1 0 0,1 0 1 0 0,-1 1-1 0 0,0-1 1 0 0,2 0-1 0 0,-2 1 1 0 0,0-1-1 0 0,1 0 0 0 0,-1 1 1 0 0,1-2-1 0 0,-1 2 1 0 0,1-1-1 0 0,0 0 1 0 0,-1 1-1 0 0,1 0 1 0 0,0-1-1 0 0,-1 1 1 0 0,3-1-1 0 0,-2 1 8 0 0,0 0 0 0 0,0 0-1 0 0,0 0 1 0 0,0 0 0 0 0,0 0 0 0 0,0 0-1 0 0,1 1 1 0 0,-1-1 0 0 0,0 0 0 0 0,0 1-1 0 0,0-1 1 0 0,0 1 0 0 0,0-1 0 0 0,1 1-1 0 0,-1-1 1 0 0,0 2 0 0 0,-1-1 0 0 0,1-1-1 0 0,0 1 1 0 0,1 1 0 0 0,17 18 132 0 0,1 0-1 0 0,27 43 1 0 0,-16-22 14 0 0,53 64 213 0 0,-95-129-385 0 0,1-1 1 0 0,0 0-1 0 0,-6-30 1 0 0,10 37-97 0 0,-94-371-1757 0 0,99 382 1843 0 0,-2 1-1 0 0,2-1 1 0 0,0 1-1 0 0,0-1 1 0 0,0 2 0 0 0,1-2-1 0 0,0 0 1 0 0,0 1 0 0 0,0-1-1 0 0,3-11 1 0 0,-3 18 31 0 0,0-1 1 0 0,1 1 0 0 0,-1 0-1 0 0,0 0 1 0 0,0-1-1 0 0,0 1 1 0 0,1 0 0 0 0,-1 0-1 0 0,0-1 1 0 0,0 1-1 0 0,2 0 1 0 0,-2 0-1 0 0,0 0 1 0 0,0 0 0 0 0,1 0-1 0 0,-1-1 1 0 0,0 1-1 0 0,1 0 1 0 0,-1 0-1 0 0,0 0 1 0 0,0 0 0 0 0,1 0-1 0 0,-1 0 1 0 0,0 0-1 0 0,1 0 1 0 0,-1 0-1 0 0,0 0 1 0 0,1 0 0 0 0,-1 0-1 0 0,0 0 1 0 0,0 0-1 0 0,1 0 1 0 0,-1 1 0 0 0,0-1-1 0 0,1 0 1 0 0,-1 0-1 0 0,0 0 1 0 0,0 0-1 0 0,2 0 1 0 0,-2 1 0 0 0,0-1-1 0 0,0 0 1 0 0,1 0-1 0 0,-1 0 1 0 0,0 1-1 0 0,12 11 12 0 0,2 7 75 0 0,-3 1 1 0 0,0 0-1 0 0,-1 0 1 0 0,8 24 0 0 0,-3-7 61 0 0,104 277 927 0 0,-87-216-761 0 0,-20-70-205 0 0,59 187 597 0 0,-50-143-334 0 0,11 75-1 0 0,-30-125-296 0 0,-1-1-1 0 0,-1 1 1 0 0,-1 1-1 0 0,-3 20 0 0 0,-2 39 190 0 0,5-56-108 0 0,-6 36 0 0 0,0-9-2 0 0,7-50-143 0 0,0 0-1 0 0,-1-1 1 0 0,1 0-1 0 0,0 1 1 0 0,-1-1-1 0 0,1-1 1 0 0,-1 1-1 0 0,0 0 1 0 0,0 0-1 0 0,1 1 1 0 0,-2-1-1 0 0,1 0 1 0 0,-1-1 0 0 0,1 1-1 0 0,0 0 1 0 0,0 0-1 0 0,-2-1 1 0 0,2 1-1 0 0,-4 1 1 0 0,4-1-2 0 0,-2-1 0 0 0,1-1 1 0 0,0 1-1 0 0,1-1 1 0 0,-2 1-1 0 0,1-1 0 0 0,0 0 1 0 0,0 0-1 0 0,-1 0 0 0 0,1 0 1 0 0,1 0-1 0 0,-1 0 0 0 0,-1 0 1 0 0,1-1-1 0 0,0 1 1 0 0,0-1-1 0 0,1 1 0 0 0,-2-1 1 0 0,1-1-1 0 0,1 1 0 0 0,-1 0 1 0 0,-3-1-1 0 0,-5-4 54 0 0,-1 2 0 0 0,1-2 1 0 0,-2 3-1 0 0,0 0 0 0 0,-14-4 0 0 0,-61-4 240 0 0,84 11-289 0 0,-6-1 27 0 0,1-1 0 0 0,-1 0 0 0 0,0-2 0 0 0,1 1-1 0 0,-1 0 1 0 0,-7-5 0 0 0,3 2 29 0 0,2 1 0 0 0,-16-5-1 0 0,24 9-57 0 0,-1 1 0 0 0,1-1 0 0 0,-2 1 0 0 0,2-1 0 0 0,0 1 0 0 0,-2 0 0 0 0,2 0 0 0 0,-1 0 0 0 0,0 1 0 0 0,0-1 0 0 0,-6 2 0 0 0,7 0 6 0 0,0 0-1 0 0,-1-1 0 0 0,2 2 1 0 0,-2-1-1 0 0,2 0 1 0 0,-1 0-1 0 0,1 0 1 0 0,-1 2-1 0 0,1-2 1 0 0,0 1-1 0 0,0 0 1 0 0,-1 0-1 0 0,2 0 1 0 0,-1 0-1 0 0,1 1 1 0 0,-1-1-1 0 0,0 0 0 0 0,1 1 1 0 0,1-1-1 0 0,-2 6 1 0 0,0 1 20 0 0,1 0 1 0 0,-2 0 0 0 0,3 0-1 0 0,-1 0 1 0 0,1 0-1 0 0,3 12 1 0 0,16 135 488 0 0,-18-148-497 0 0,0-5-12 0 0,0 1 1 0 0,-1-2-1 0 0,0 1 1 0 0,1 1-1 0 0,-1-2 1 0 0,0 2-1 0 0,-1-1 0 0 0,0 5 1 0 0,-1-11 8 0 0,-1-2 0 0 0,1 2-1 0 0,0-1 1 0 0,0 0 0 0 0,-1-1 0 0 0,2 1 0 0 0,-3-6-1 0 0,-38-95-681 0 0,-25-72-703 0 0,66 173 1339 0 0,0-1 0 0 0,0 1 1 0 0,1-1-1 0 0,0 0 1 0 0,-1 1-1 0 0,1-5 1 0 0,0 7 17 0 0,0 1-1 0 0,0 0 1 0 0,0-1 0 0 0,0 1 0 0 0,0-1-1 0 0,1 1 1 0 0,-1 0 0 0 0,0-1 0 0 0,0 1 0 0 0,0 0-1 0 0,0-1 1 0 0,0 1 0 0 0,1 0 0 0 0,-1 0-1 0 0,0-1 1 0 0,0 1 0 0 0,0 0 0 0 0,1-2 0 0 0,-1 2-1 0 0,0 0 1 0 0,0 0 0 0 0,1 0 0 0 0,-1-1-1 0 0,2 1 1 0 0,-1 0-3 0 0,0 0-1 0 0,-1 0 1 0 0,1 0-1 0 0,0 0 1 0 0,0 0-1 0 0,-1 0 1 0 0,1 0-1 0 0,0 1 1 0 0,-1-1 0 0 0,2 0-1 0 0,-1 0 1 0 0,0 2-1 0 0,-1-2 1 0 0,1 1-1 0 0,0-1 1 0 0,-1 0-1 0 0,1 2 1 0 0,20 15 43 0 0,-2-1 0 0 0,0 3-1 0 0,-2 0 1 0 0,27 36 0 0 0,-34-42-20 0 0,58 76 115 0 0,116 137 222 0 0,-162-207-301 0 0,-22-19-52 0 0,0 0 0 0 0,0 0-1 0 0,0 0 1 0 0,0 0-1 0 0,0 0 1 0 0,0 1-1 0 0,0-1 1 0 0,0 0-1 0 0,1 0 1 0 0,-1 0-1 0 0,0 0 1 0 0,0 0-1 0 0,0 0 1 0 0,0 0 0 0 0,0 0-1 0 0,0 0 1 0 0,0 0-1 0 0,0 0 1 0 0,0 0-1 0 0,0 0 1 0 0,0 0-1 0 0,2 0 1 0 0,-2 0-1 0 0,0 0 1 0 0,0 0-1 0 0,0 0 1 0 0,0 0 0 0 0,0 0-1 0 0,0 0 1 0 0,0 0-1 0 0,0-1 1 0 0,0 1-1 0 0,0 0 1 0 0,0 0-1 0 0,0 0 1 0 0,1 0-1 0 0,-1 0 1 0 0,0 0-1 0 0,0 0 1 0 0,0 0 0 0 0,0 0-1 0 0,0 0 1 0 0,0 0-1 0 0,0 0 1 0 0,0 0-1 0 0,0 0 1 0 0,0-2-1 0 0,0 2 1 0 0,0 0-1 0 0,0 0 1 0 0,0 0-1 0 0,0 0 1 0 0,0 0 0 0 0,0 0-1 0 0,0 0 1 0 0,0 0-1 0 0,0 0 1 0 0,0 0-1 0 0,0 0 1 0 0,0-1-1 0 0,0 1 1 0 0,0 0-1 0 0,0 0 1 0 0,0 0-1 0 0,-8-15 13 0 0,-84-136-898 0 0,7 14-93 0 0,-36-61-1435 0 0,-236-295-1 0 0,108 222 358 0 0,120 137 931 0 0,117 122 1059 0 0,4 3-54 0 0,0 0 0 0 0,0 1 0 0 0,-7-12 0 0 0,89 143 1007 0 0,31 56 102 0 0,81 145 767 0 0,-173-302-1590 0 0,-13-21-156 0 0,-8-12 16 0 0,-183-298-815 0 0,-7-7-494 0 0,97 165 220 0 0,-169-192-1 0 0,210 285 912 0 0,60 58 151 0 0,0 0 1 0 0,0 0 0 0 0,0 0 0 0 0,0 0 0 0 0,0 0 0 0 0,0 0 0 0 0,0 1-1 0 0,0-1 1 0 0,0 0 0 0 0,0 0 0 0 0,0 0 0 0 0,0 0 0 0 0,0 0 0 0 0,0 0-1 0 0,0 0 1 0 0,0 0 0 0 0,0 0 0 0 0,0 0 0 0 0,0 0 0 0 0,0 0 0 0 0,0 0-1 0 0,0 0 1 0 0,0 0 0 0 0,0 0 0 0 0,0 0 0 0 0,0 0 0 0 0,0 0 0 0 0,-1 0-1 0 0,1 0 1 0 0,0 0 0 0 0,0 0 0 0 0,0 0 0 0 0,0 0 0 0 0,0 0 0 0 0,0 0 0 0 0,0 0-1 0 0,0 0 1 0 0,0 0 0 0 0,0 0 0 0 0,0 0 0 0 0,0 0 0 0 0,0 0 0 0 0,0 0-1 0 0,-1 0 1 0 0,1 0 0 0 0,0 0 0 0 0,0 0 0 0 0,0 0 0 0 0,0 0 0 0 0,0 0-1 0 0,0 0 1 0 0,0 0 0 0 0,0 0 0 0 0,0 0 0 0 0,0 0 0 0 0,0 0 0 0 0,0 0-1 0 0,0 0 1 0 0,0 0 0 0 0,0 0 0 0 0,0-1 0 0 0,2 11 48 0 0,7 11 159 0 0,1 1 15 0 0,10 35 0 0 0,-1-4 93 0 0,6 13 137 0 0,4-2 0 0 0,2-1 0 0 0,3-1 0 0 0,60 81 0 0 0,-91-139-405 0 0,1 1 1 0 0,-2-2 0 0 0,1 1-1 0 0,2 0 1 0 0,-2-1 0 0 0,1 0-1 0 0,0 1 1 0 0,-1-1 0 0 0,2-1-1 0 0,6 5 1 0 0,-10-7-46 0 0,-1 0 1 0 0,0 0-1 0 0,1 0 0 0 0,-1 0 1 0 0,0 0-1 0 0,2 0 0 0 0,-2 0 0 0 0,0 0 1 0 0,1 0-1 0 0,-1 0 0 0 0,0 0 1 0 0,1 0-1 0 0,-1 0 0 0 0,0 0 0 0 0,1 0 1 0 0,-1 0-1 0 0,0 0 0 0 0,1-1 1 0 0,-1 1-1 0 0,0 0 0 0 0,1 0 1 0 0,-1 0-1 0 0,0-1 0 0 0,0 1 0 0 0,1 0 1 0 0,-1 0-1 0 0,0-1 0 0 0,2-1 1 0 0,3-12 73 0 0,-1-16 35 0 0,-6 1-198 0 0,2 1-77 0 0,0-1 0 0 0,9-52 0 0 0,-9 78 153 0 0,2-1-1 0 0,-1 1 0 0 0,-1 1 1 0 0,1-1-1 0 0,0 0 0 0 0,0 0 1 0 0,1 0-1 0 0,-1 0 1 0 0,1 1-1 0 0,0-1 0 0 0,0 1 1 0 0,-1-1-1 0 0,2 1 0 0 0,-1 0 1 0 0,0 0-1 0 0,4-3 0 0 0,-4 4 18 0 0,0 0 0 0 0,0 0-1 0 0,1 0 1 0 0,-1 1 0 0 0,-1-1-1 0 0,1 1 1 0 0,1 0 0 0 0,-1-1-1 0 0,0 1 1 0 0,0 0 0 0 0,1 0-1 0 0,-1 0 1 0 0,0 1 0 0 0,0-1-1 0 0,1 0 1 0 0,-1 1 0 0 0,0-1-1 0 0,0 1 1 0 0,1-1 0 0 0,-1 1-1 0 0,-1 0 1 0 0,1 0-1 0 0,3 2 1 0 0,4 3 54 0 0,0 0-1 0 0,-1 0 1 0 0,1 1 0 0 0,-1 0-1 0 0,12 14 1 0 0,31 45 334 0 0,128 215 815 0 0,-21 14 27 0 0,-158-294-1228 0 0,18 32 191 0 0,-2 0 0 0 0,-1 2 1 0 0,15 52-1 0 0,-30-76-23 0 0,-5-15-84 0 0,-10-17-23 0 0,14 18-61 0 0,-112-197-829 0 0,37 59 56 0 0,-241-343-1920 0 0,230 371 1807 0 0,-5 3 0 0 0,-114-100 0 0 0,189 193 770 0 0,7 7 14 0 0,0 0 1 0 0,-1 2 0 0 0,-19-13-1 0 0,41 29 206 0 0,-1 2 0 0 0,0 1 0 0 0,-1-1 0 0 0,9 14 0 0 0,9 10 126 0 0,33 29 439 0 0,75 61 0 0 0,-7-8 199 0 0,-92-77-470 0 0,-1 2-1 0 0,47 75 0 0 0,-77-109-364 0 0,-2-1 0 0 0,1 1-1 0 0,-1 0 1 0 0,0-1 0 0 0,0 1-1 0 0,1 10 1 0 0,-4-17-41 0 0,0 0 0 0 0,0 0 0 0 0,0 0 0 0 0,0 0-1 0 0,0 0 1 0 0,0 1 0 0 0,0-1 0 0 0,1 0 0 0 0,-1 0 0 0 0,0 0 0 0 0,0 0 0 0 0,0 0 0 0 0,0 0 0 0 0,0 1 0 0 0,0-1 0 0 0,0 0 0 0 0,0 0 0 0 0,0 0 0 0 0,0 0-1 0 0,0 0 1 0 0,0 0 0 0 0,-1 1 0 0 0,1-1 0 0 0,0 0 0 0 0,0 0 0 0 0,0 0 0 0 0,0 0 0 0 0,0 0 0 0 0,0 0 0 0 0,0 0 0 0 0,0 1 0 0 0,0-1 0 0 0,0 0 0 0 0,0 0-1 0 0,0 0 1 0 0,-1 0 0 0 0,1 0 0 0 0,0 0 0 0 0,0 0 0 0 0,0 0 0 0 0,0 0 0 0 0,0 0 0 0 0,-1 0 0 0 0,-6-3 16 0 0,-5-10 101 0 0,-58-85 34 0 0,-143-188-1485 0 0,109 164 740 0 0,-89-114-539 0 0,150 180 855 0 0,-45-61-331 0 0,54 70 322 0 0,32 45 287 0 0,-2-3 0 0 0,27 26 29 0 0,-5 0 164 0 0,0 0 1 0 0,20 34-1 0 0,-9-14 38 0 0,65 90 494 0 0,297 443 2432 0 0,-378-552-3035 0 0,221 386 2012 0 0,-213-366-1950 0 0,-2-11 100 0 0,-5 0 0 0 0,25 63 0 0 0,-39-94-283 0 0,0 1 1 0 0,0-1-1 0 0,0 0 0 0 0,0 0 0 0 0,0 1 1 0 0,0-1-1 0 0,0 0 0 0 0,0 1 0 0 0,0-1 0 0 0,0 0 1 0 0,0 1-1 0 0,0-1 0 0 0,0 0 0 0 0,0 1 1 0 0,0-1-1 0 0,0 0 0 0 0,0 2 0 0 0,0-2 1 0 0,0 0-1 0 0,0 0 0 0 0,0 1 0 0 0,-2-1 1 0 0,2 0-1 0 0,0 1 0 0 0,0-1 0 0 0,0 0 1 0 0,-1 0-1 0 0,1 1 0 0 0,0-1 0 0 0,0 0 0 0 0,-1 0 1 0 0,1 0-1 0 0,0 1 0 0 0,0-1 0 0 0,-1 0 1 0 0,1 0-1 0 0,0 0 0 0 0,-1 0 0 0 0,1 0 1 0 0,0 1-1 0 0,0-1 0 0 0,-1 0 0 0 0,1 0 1 0 0,0 0-1 0 0,-1 0 0 0 0,1 0 0 0 0,0 0 0 0 0,-1 0 1 0 0,1 0-1 0 0,-2 0 2 0 0,1-1-1 0 0,0 1 1 0 0,0 0-1 0 0,1 0 1 0 0,-1-1-1 0 0,0 1 1 0 0,0 0 0 0 0,1-1-1 0 0,-1 1 1 0 0,-1-1-1 0 0,2 1 1 0 0,-1 0-1 0 0,0-1 1 0 0,1-1 0 0 0,-1 2-1 0 0,1-1 1 0 0,-1 1-1 0 0,1-1 1 0 0,-1 0-1 0 0,1 1 1 0 0,-1-1 0 0 0,1 0-1 0 0,-2-1 1 0 0,37 75 440 0 0,-11-27-38 0 0,2 0 1 0 0,44 58 0 0 0,-22-35 36 0 0,-17-23-170 0 0,-16-25-105 0 0,-1 1-1 0 0,14 23 1 0 0,-19-25-78 0 0,-3-10-15 0 0,0 1-1 0 0,-2 0 0 0 0,1-1 1 0 0,-2 1-1 0 0,1 0 1 0 0,-1 2-1 0 0,-1-2 1 0 0,3 22-1 0 0,-4-13-23 0 0,0-1 0 0 0,1 1 1 0 0,2-2-1 0 0,0 1 0 0 0,1 0 0 0 0,1-1 0 0 0,0 0 0 0 0,2 0 0 0 0,0 0 1 0 0,1 0-1 0 0,16 21 0 0 0,3 2-50 0 0,-17-23 0 0 0,2 0 0 0 0,0 0 0 0 0,1-2 0 0 0,16 16 0 0 0,-24-28 0 0 0,1-1 0 0 0,-2 1 0 0 0,2-1 0 0 0,-1 0 0 0 0,13 3 0 0 0,14 8 0 0 0,-19-5 0 0 0,1-1 0 0 0,24 23 0 0 0,-25-17 0 0 0,31 18 0 0 0,-45-32 0 0 0,1 0 0 0 0,-1 1 0 0 0,0-1 0 0 0,0 0 0 0 0,2 0 0 0 0,-2 0 1 0 0,0 0-1 0 0,0 0 0 0 0,0 0 0 0 0,1 0 0 0 0,-1 0 0 0 0,0 1 0 0 0,0-1 0 0 0,1 0 0 0 0,-1 0 0 0 0,0 0 0 0 0,0 0 1 0 0,1 0-1 0 0,-1 0 0 0 0,0-1 0 0 0,0 1 0 0 0,1 0 0 0 0,-1 0 0 0 0,0 0 0 0 0,0 0 0 0 0,1 0 0 0 0,-1 0 0 0 0,0 0 1 0 0,0 0-1 0 0,0-1 0 0 0,1 1 0 0 0,-1 0 0 0 0,0 0 0 0 0,0 0 0 0 0,0 0 0 0 0,1-1 0 0 0,-1 1 0 0 0,0 0 0 0 0,0 0 0 0 0,0 0 1 0 0,0-1-1 0 0,5-16 3 0 0,-7-21-40 0 0,-11-62-654 0 0,11 83 524 0 0,0 2 0 0 0,-2-2 1 0 0,0 1-1 0 0,-1 0 0 0 0,-9-22 0 0 0,-42-75-692 0 0,47 99 705 0 0,-50-90-698 0 0,-15-27-86 0 0,-61-91-872 0 0,105 178 1472 0 0,-143-193-1675 0 0,35 55 521 0 0,23 16-131 0 0,111 162 1546 0 0,-7-10-46 0 0,10 13 121 0 0,1 1 1 0 0,0-1-1 0 0,0 1 1 0 0,-1-1-1 0 0,1 1 1 0 0,0-1-1 0 0,0 1 0 0 0,0-1 1 0 0,-1 1-1 0 0,1-1 1 0 0,0 1-1 0 0,0-1 1 0 0,0 1-1 0 0,0-1 1 0 0,0 1-1 0 0,0-1 0 0 0,0 1 1 0 0,0-2-1 0 0,0 2 1 0 0,1-1-1 0 0,-1 1 1 0 0,0-1-1 0 0,0 1 1 0 0,0-1-1 0 0,1 0 0 0 0,-1 1 3 0 0,1-1-1 0 0,-1 1 0 0 0,1 0 1 0 0,-1 0-1 0 0,1 0 0 0 0,-1 0 0 0 0,0 0 1 0 0,2 0-1 0 0,-2 0 0 0 0,1 0 1 0 0,-1 0-1 0 0,1 0 0 0 0,-1 0 0 0 0,1 0 1 0 0,-1 0-1 0 0,0 0 0 0 0,1 0 1 0 0,-1 1-1 0 0,1-1 0 0 0,-1 0 1 0 0,0 0-1 0 0,1 0 0 0 0,-1 1 0 0 0,1-1 1 0 0,-1 0-1 0 0,0 1 0 0 0,2-1 1 0 0,-2 0-1 0 0,0 1 0 0 0,0-1 0 0 0,1 0 1 0 0,-1 1-1 0 0,0 1 0 0 0,17 16 147 0 0,-14-14-108 0 0,158 169 1150 0 0,-137-144-918 0 0,-2 1 1 0 0,25 45-1 0 0,27 70 487 0 0,-23-34-175 0 0,60 117 636 0 0,-103-219-1099 0 0,-7-16-41 0 0,-7-19 68 0 0,-30-83-1008 0 0,-86-171 0 0 0,78 184 448 0 0,-78-165-809 0 0,66 138 679 0 0,-25-59-407 0 0,69 158 839 0 0,18 41 211 0 0,-3-12-61 0 0,0 0 0 0 0,-1 0-1 0 0,0 1 1 0 0,0-1 0 0 0,1 1-1 0 0,-1 5 1 0 0,5 12 68 0 0,41 92 879 0 0,84 145 0 0 0,-52-114-243 0 0,148 248 1233 0 0,-163-293-1418 0 0,35 51 317 0 0,-108-212-658 0 0,-1-86-910 0 0,-5-56-332 0 0,-45-122-597 0 0,39 243 809 0 0,-62-152 0 0 0,26 110-470 0 0,-121-190 0 0 0,164 296 1332 0 0,0 0 1 0 0,-1 1-1 0 0,-2 1 0 0 0,-29-24 1 0 0,16 13-48 0 0,9 11 52 0 0,-1 0 0 0 0,1 2-1 0 0,-3 1 1 0 0,2 0 0 0 0,-31-11-1 0 0,43 20-6 0 0,0 0 0 0 0,0 1 0 0 0,0-1-1 0 0,0 1 1 0 0,-1 1 0 0 0,1 0 0 0 0,-1 1 0 0 0,0-1-1 0 0,0 2 1 0 0,1-1 0 0 0,0 1 0 0 0,-1 1 0 0 0,1-1-1 0 0,0 2 1 0 0,0 0 0 0 0,-11 4 0 0 0,12-4 1 0 0,1 0 1 0 0,-1 2 0 0 0,1-2-1 0 0,1 1 1 0 0,-1 2 0 0 0,0-2-1 0 0,1 2 1 0 0,0-1 0 0 0,0 1-1 0 0,1-1 1 0 0,0 2 0 0 0,0 0-1 0 0,0-1 1 0 0,1 1-1 0 0,0 0 1 0 0,0 0 0 0 0,1 1-1 0 0,0-1 1 0 0,-3 8 0 0 0,1 14 115 0 0,1 0 0 0 0,2 0 1 0 0,1-1-1 0 0,1 1 0 0 0,4 34 1 0 0,-1 0 88 0 0,2 28 171 0 0,1 49 228 0 0,-6-138-641 0 0,0 0 0 0 0,0 0 1 0 0,0 0-1 0 0,0 0 1 0 0,-2 0-1 0 0,2 0 0 0 0,-1 0 1 0 0,1-1-1 0 0,-1 2 0 0 0,0-1 1 0 0,1-1-1 0 0,-3 4 1 0 0,3-5-9 0 0,0 0 1 0 0,-1 0 0 0 0,1 1 0 0 0,0-1 0 0 0,0 0 0 0 0,-2 0-1 0 0,2 0 1 0 0,0 2 0 0 0,0-2 0 0 0,-1 0 0 0 0,1 0-1 0 0,0 0 1 0 0,-1 0 0 0 0,1 0 0 0 0,0 0 0 0 0,-1 1 0 0 0,1-1-1 0 0,0 0 1 0 0,-1 0 0 0 0,1 0 0 0 0,0 0 0 0 0,0 0-1 0 0,-1 0 1 0 0,1 0 0 0 0,0-1 0 0 0,-1 1 0 0 0,0 0 5 0 0,-1-2 0 0 0,1 2 1 0 0,0-1-1 0 0,0 0 0 0 0,1 1 1 0 0,-1-1-1 0 0,0 0 0 0 0,0 1 1 0 0,1-1-1 0 0,-1 0 0 0 0,-1 0 1 0 0,1-1-1 0 0,-22-41-122 0 0,-37-84 1 0 0,29 55-178 0 0,-152-273-1303 0 0,174 329 1516 0 0,7 13 15 0 0,6 10-20 0 0,79 120 626 0 0,-39-64-254 0 0,67 106 406 0 0,88 130 627 0 0,-147-228-878 0 0,4-3 0 0 0,69 66 1 0 0,-122-131-429 0 0,23 21 166 0 0,32 24-1 0 0,-51-43-134 0 0,1 1-1 0 0,-1-1 0 0 0,1 0 1 0 0,1-1-1 0 0,-1 0 1 0 0,1 0-1 0 0,0-2 1 0 0,0 2-1 0 0,14 1 0 0 0,-19-5-33 0 0,0 0-1 0 0,0 0 0 0 0,1 0 0 0 0,-2 0 1 0 0,2-1-1 0 0,-2 1 0 0 0,2-1 0 0 0,-2 0 1 0 0,2 0-1 0 0,-2 0 0 0 0,1-2 0 0 0,0 2 1 0 0,-1-1-1 0 0,1 0 0 0 0,0 0 0 0 0,-1-1 1 0 0,0 1-1 0 0,0 0 0 0 0,1-1 0 0 0,-1 0 1 0 0,-1 0-1 0 0,5-6 0 0 0,4-6-89 0 0,-2-1 0 0 0,1 1 0 0 0,12-32 0 0 0,-7 16-182 0 0,-5 11 81 0 0,1 0 0 0 0,1 2 0 0 0,28-35 0 0 0,-31 43 188 0 0,0 0 1 0 0,1 1-1 0 0,0 0 0 0 0,2 1 0 0 0,-1 0 0 0 0,0 1 0 0 0,0 0 0 0 0,15-5 0 0 0,4-1 58 0 0,-8 4 1 0 0,0 0 1 0 0,-1-2 0 0 0,1 0 0 0 0,-2-3 0 0 0,19-13 0 0 0,-36 25-63 0 0,-1 0 1 0 0,-1 0-1 0 0,1 1 1 0 0,1 0-1 0 0,-1-1 1 0 0,0 1-1 0 0,0 0 1 0 0,1-1-1 0 0,-1 1 1 0 0,0 0-1 0 0,0 1 1 0 0,2-1-1 0 0,-2 0 1 0 0,0 1-1 0 0,1 0 1 0 0,0-1-1 0 0,-1 1 1 0 0,5 0-1 0 0,-3 0 6 0 0,0 0 0 0 0,0-1 0 0 0,0 0 0 0 0,-1 0 0 0 0,8-3 0 0 0,-7 3-2 0 0,0-1 0 0 0,0 1 0 0 0,0 1 0 0 0,0-1 0 0 0,8 0 0 0 0,-9 0-12 0 0,1 1-1 0 0,-1 0 1 0 0,1 0 0 0 0,-1-2-1 0 0,0 1 1 0 0,1 1-1 0 0,-1-1 1 0 0,-1 0-1 0 0,2 0 1 0 0,-1-1 0 0 0,1 1-1 0 0,-2-2 1 0 0,1 2-1 0 0,-1-1 1 0 0,1 0-1 0 0,3-4 1 0 0,1-1-3 0 0,0-1-1 0 0,0-1 1 0 0,9-16-1 0 0,13-17-3 0 0,-27 38 8 0 0,2 2-1 0 0,-2-1 0 0 0,1 0 1 0 0,-1 0-1 0 0,2 1 0 0 0,-1 0 1 0 0,1 0-1 0 0,-1-1 0 0 0,0 2 1 0 0,6-3-1 0 0,-6 4 7 0 0,-1-1 0 0 0,0 1-1 0 0,0 0 1 0 0,1 0 0 0 0,-1-1 0 0 0,0 1-1 0 0,0 1 1 0 0,1-1 0 0 0,-1 0 0 0 0,0 0 0 0 0,0 1-1 0 0,2-1 1 0 0,-2 1 0 0 0,-1 0 0 0 0,2-1 0 0 0,1 2-1 0 0,37 24 93 0 0,-9-6 24 0 0,-21-17-103 0 0,0 0 1 0 0,-1-1-1 0 0,1 1 1 0 0,-1-2-1 0 0,2 0 1 0 0,17 0-1 0 0,24 2 111 0 0,-48-2-118 0 0,0 0-1 0 0,1-1 1 0 0,-2 0 0 0 0,2 0 0 0 0,0 0 0 0 0,7-2 0 0 0,-10 2-6 0 0,-1-1 0 0 0,0 0 0 0 0,0 1 1 0 0,1-1-1 0 0,-1 0 0 0 0,-1 0 0 0 0,1 0 0 0 0,0 0 0 0 0,0-1 0 0 0,0 1 1 0 0,-1-1-1 0 0,1 1 0 0 0,-1 0 0 0 0,2-1 0 0 0,-2-1 0 0 0,0 2 1 0 0,2-4-1 0 0,-2 1-23 0 0,2 1 0 0 0,-2 0 0 0 0,0 0 1 0 0,0-2-1 0 0,-1 2 0 0 0,1-2 0 0 0,-1 2 1 0 0,1-1-1 0 0,-1 0 0 0 0,0 1 0 0 0,-1-1 0 0 0,1 0 1 0 0,0 0-1 0 0,-1 0 0 0 0,-2-7 0 0 0,-3-6-133 0 0,-1-1 0 0 0,-11-19 0 0 0,-1-3-120 0 0,0 0-37 0 0,14 32 266 0 0,1 0 0 0 0,-1-1 0 0 0,2 2 1 0 0,-1-2-1 0 0,0-9 0 0 0,-1 6-42 0 0,1 0 0 0 0,-1-1 0 0 0,0 1 1 0 0,-1 1-1 0 0,-1 0 0 0 0,-8-13 0 0 0,-8-13-121 0 0,-41-59-299 0 0,14 24 443 0 0,26 44-34 0 0,1-3 137 0 0,19 27-21 0 0,2 1 0 0 0,-1-1-1 0 0,-1 1 1 0 0,1 0 0 0 0,-4-5 0 0 0,-16-15 53 0 0,17 15-30 0 0,0 0 1 0 0,-1 2 0 0 0,0-1-1 0 0,0 0 1 0 0,0 1-1 0 0,-9-5 1 0 0,-13-12 53 0 0,-10-10 101 0 0,1 1-129 0 0,28 23-86 0 0,-2 2-1 0 0,-16-10 1 0 0,17 10 13 0 0,0 1 1 0 0,-15-14 0 0 0,-53-37 263 0 0,71 51-244 0 0,-11-10-182 0 0,1-2 1 0 0,-23-26 0 0 0,92 90 429 0 0,-31-22-133 0 0,-1 2 1 0 0,16 29 0 0 0,-1-2 16 0 0,9 7 63 0 0,-22-32-87 0 0,0 2-1 0 0,-2 0 0 0 0,18 42 1 0 0,-9-17 38 0 0,-16-34-69 0 0,9 25 0 0 0,-21-25-32 0 0,0-20-62 0 0,0 0-1 0 0,0 0 1 0 0,0-1-1 0 0,0 1 1 0 0,0 0-1 0 0,-1-1 1 0 0,1 1-1 0 0,0 1 1 0 0,0-1-1 0 0,-1-1 1 0 0,1 1-1 0 0,-1-1 1 0 0,1 1-1 0 0,0 0 1 0 0,-1-1-1 0 0,1 1 1 0 0,-2-1-1 0 0,2 1 1 0 0,-1-1-1 0 0,0 1 1 0 0,1-1-1 0 0,-1 1 1 0 0,1-1-1 0 0,-1 0 1 0 0,0 2-1 0 0,1-2 1 0 0,-1 0-1 0 0,0 1 1 0 0,1-1-1 0 0,-2 0 1 0 0,1 0-1 0 0,0 0 1 0 0,1 0-1 0 0,-1 0 1 0 0,0 0-1 0 0,0 0 1 0 0,1 0-1 0 0,-1 0 1 0 0,0 0-1 0 0,-1 0 1 0 0,2 0-1 0 0,-2-1 0 0 0,-1 1 5 0 0,-1-2 0 0 0,1 1 0 0 0,0 1 0 0 0,-1-1 0 0 0,1 0-1 0 0,1-1 1 0 0,-2 1 0 0 0,1-1 0 0 0,1 0 0 0 0,-5-2 0 0 0,-34-36 73 0 0,-42-53 1 0 0,49 52-44 0 0,-9-5-492 0 0,-1 0-1 0 0,-96-72 0 0 0,-105-37 1112 0 0,138 92-970 0 0,82 47 244 0 0,0 1 136 0 0,-1-1-1 0 0,-1 2 1 0 0,0 1 0 0 0,-35-12-1 0 0,-26-1 139 0 0,30 6-20 0 0,0 3 0 0 0,-108-15 0 0 0,112 27-40 0 0,1 1 0 0 0,-69 7 0 0 0,102-1-93 0 0,1 1 0 0 0,1 2 0 0 0,-20 6 0 0 0,24-7-19 0 0,1 1-1 0 0,-1-2 0 0 0,0 0 0 0 0,0-1 0 0 0,-1 1 0 0 0,2-2 0 0 0,-19-1 1 0 0,-40-1 121 0 0,47 2-77 0 0,-30-4 0 0 0,47 2-55 0 0,0 0 0 0 0,0-1 0 0 0,0 1 1 0 0,0-1-1 0 0,0-2 0 0 0,1 2 0 0 0,-14-9 0 0 0,-6-5 8 0 0,1-2 0 0 0,1-1 0 0 0,1-1-1 0 0,1-1 1 0 0,0 0 0 0 0,2-2 0 0 0,-22-28 0 0 0,16 17 31 0 0,19 26-62 0 0,6 8 3 0 0,-14 0 25 0 0,14-1-22 0 0,1 0 0 0 0,-2-1 0 0 0,2 1 0 0 0,-1 0 0 0 0,1 0 0 0 0,-1 0-1 0 0,0 0 1 0 0,1-1 0 0 0,-1 1 0 0 0,1-2 0 0 0,0 2 0 0 0,-1-2 0 0 0,0 1 7 0 0,-54-62 97 0 0,21 31-45 0 0,21 22-42 0 0,14 10-15 0 0,-10-3 12 0 0,7 4-17 0 0,0 1-1 0 0,0 1 1 0 0,-9-1 26 0 0,-20-11 0 0 0,24 7-21 0 0,4 1 2 0 0,0 1 1 0 0,0-2-1 0 0,1 2 0 0 0,-2 0 0 0 0,1 0 1 0 0,-1 0-1 0 0,0 0 0 0 0,2 1 1 0 0,-8-1-1 0 0,11 1-7 0 0,-1 0 1 0 0,1 0 0 0 0,-1 0-1 0 0,1 0 1 0 0,-2 0-1 0 0,2 0 1 0 0,0 0 0 0 0,-1 0-1 0 0,1 0 1 0 0,-1-1-1 0 0,1 1 1 0 0,-1 0 0 0 0,1 0-1 0 0,-1 0 1 0 0,1-1 0 0 0,0 1-1 0 0,-1 0 1 0 0,1-1-1 0 0,-1 1 1 0 0,1-2 0 0 0,-22-10 12 0 0,20 10-9 0 0,2 1-3 0 0,-1 0 1 0 0,1 1-1 0 0,-1-1 1 0 0,1 0-1 0 0,0-1 1 0 0,0 1-1 0 0,-1 0 0 0 0,1 0 1 0 0,0 0-1 0 0,0 0 1 0 0,0 0-1 0 0,0 0 1 0 0,0 0-1 0 0,0-2 0 0 0,1 1-1 0 0,1 2 4 0 0,0 0-1 0 0,0-1 0 0 0,1 1 0 0 0,0 0 1 0 0,-1 0-1 0 0,1 0 0 0 0,3 1 0 0 0,89-3 75 0 0,-79 3-55 0 0,0 0 1 0 0,24 7-1 0 0,2-1 14 0 0,56 14 84 0 0,-67-14-86 0 0,-27-4-27 0 0,3-2 1 0 0,-1 1-1 0 0,-1-1 1 0 0,1 0-1 0 0,8 0 1 0 0,-9-1-2 0 0,2 1-1 0 0,-1 0 1 0 0,0 1 0 0 0,0 0-1 0 0,9 3 1 0 0,11 3 30 0 0,46 2 50 0 0,-27-4-49 0 0,-19-3-24 0 0,5 1 55 0 0,44 13-1 0 0,-58-13-47 0 0,0 0 1 0 0,0-1-1 0 0,1-1 1 0 0,31 0 0 0 0,-43-1-10 0 0,1 1 0 0 0,1 0 0 0 0,-1 0 1 0 0,0 0-1 0 0,-1 0 0 0 0,2 1 0 0 0,-2 0 1 0 0,1 0-1 0 0,-1 2 0 0 0,0-2 0 0 0,1 1 1 0 0,7 9-1 0 0,10 3 9 0 0,3 3 5 0 0,-26-19-26 0 0,-16 6 30 0 0,-129-10 122 0 0,-107 4 69 0 0,204 4-131 0 0,-59 10 0 0 0,92-11-71 0 0,-1 1 0 0 0,0 0 0 0 0,2 0 1 0 0,-2 2-1 0 0,1 1 0 0 0,1-1 0 0 0,-1 1 0 0 0,-12 10 1 0 0,17-11-8 0 0,1 1 1 0 0,-1 1 0 0 0,3-2 0 0 0,-2 2 0 0 0,1 1 0 0 0,-8 10 0 0 0,12-13-6 0 0,0 0 0 0 0,-1 0 0 0 0,2 0 0 0 0,0 1 0 0 0,-1-1 0 0 0,1 1 0 0 0,1 0 0 0 0,0-1 0 0 0,0 1 0 0 0,0-1 0 0 0,1 9 0 0 0,1 1-7 0 0,0 2 0 0 0,1 0 0 0 0,2-2 0 0 0,5 24 0 0 0,28 65 0 0 0,-9-28 0 0 0,-9-28 0 0 0,3-3 0 0 0,36 63 0 0 0,4 6 0 0 0,32 55 0 0 0,-27-47 0 0 0,23 50 0 0 0,-25-27 0 0 0,39 81 0 0 0,-11-40 0 0 0,-41-93 0 0 0,108 147 0 0 0,-89-151 0 0 0,124 120 0 0 0,-191-207 0 0 0,25 25 0 0 0,0-2 0 0 0,52 35 0 0 0,97 62 0 0 0,-86-60 0 0 0,65 42 0 0 0,-124-84 0 0 0,36 32 0 0 0,27 16 0 0 0,-48-41 0 0 0,36 24 0 0 0,-71-45 0 0 0,-9-6 0 0 0,-2 0 0 0 0,1 1 0 0 0,0-1 0 0 0,-1 0 0 0 0,1 1 0 0 0,0 0 0 0 0,1 2 0 0 0,3 3 0 0 0,0 0 0 0 0,-2 1 0 0 0,1 0 0 0 0,6 11 0 0 0,18 22 0 0 0,3-8 0 0 0,-28-31 0 0 0,-2 1 0 0 0,2 0 0 0 0,1-1 0 0 0,-2 0 0 0 0,1 0 0 0 0,-1 0 0 0 0,2 0 0 0 0,-2-1 0 0 0,10 1 0 0 0,-1 1 0 0 0,2-2 0 0 0,18 1 0 0 0,-29-3 0 0 0,1 1 0 0 0,-1-1 0 0 0,1 0 0 0 0,-1 0 0 0 0,0 0 0 0 0,0-1 0 0 0,1 1 0 0 0,-2-2 0 0 0,2 1 0 0 0,4-3 0 0 0,4-2 0 0 0,-12 6 0 0 0,-3 1 0 0 0,-22-10 0 0 0,0 2 0 0 0,-39-7 0 0 0,39 9 0 0 0,-34-10-113 0 0,1-2 0 0 0,1-2 0 0 0,-71-38 0 0 0,-39-36-308 0 0,60 26 226 0 0,-22-25-1616 0 0,-164-154 0 0 0,169 138 767 0 0,-104-103-1014 0 0,173 147 910 0 0,-73-118 0 0 0,13 16-173 0 0,-61-72-717 0 0,133 172 906 0 0,-62-131 0 0 0,48 68 206 0 0,-10-27-354 0 0,-1 30 1765 0 0,66 124-469 0 0,-1 0 1 0 0,0-1 0 0 0,-1 1 0 0 0,2 0-1 0 0,-2 1 1 0 0,1-2 0 0 0,-1 2 0 0 0,1 0-1 0 0,-6-5 1 0 0,8 7-15 0 0,0 0 1 0 0,-1 0-1 0 0,1 0 1 0 0,0 1-1 0 0,0-1 0 0 0,0 0 1 0 0,0 0-1 0 0,-1 0 0 0 0,1 0 1 0 0,0 0-1 0 0,0 0 0 0 0,0 1 1 0 0,0-1-1 0 0,-1 0 0 0 0,1 0 1 0 0,0 0-1 0 0,0 1 1 0 0,0-1-1 0 0,0 0 0 0 0,0 0 1 0 0,0 0-1 0 0,0 2 0 0 0,0-2 1 0 0,0 0-1 0 0,-1 0 0 0 0,1 0 1 0 0,0 1-1 0 0,0-1 0 0 0,0 0 1 0 0,0 0-1 0 0,0 1 1 0 0,0-1-1 0 0,0 0 0 0 0,1 0 1 0 0,-1 0-1 0 0,0 1 0 0 0,-1 10 86 0 0,6 13 139 0 0,2 0 1 0 0,0-2 0 0 0,19 39-1 0 0,40 63 983 0 0,-53-102-1135 0 0,30 53 439 0 0,57 100 840 0 0,89 107 979 0 0,-187-279-2301 0 0,0 1-3 0 0,0-1 0 0 0,1 0-1 0 0,-1 1 1 0 0,1-1 0 0 0,4 4 0 0 0,-17-35 146 0 0,1 9-92 0 0,-11-27 0 0 0,4 5-255 0 0,-80-200-588 0 0,71 184 396 0 0,-29-104-1 0 0,53 156 352 0 0,-7-29-113 0 0,7 31 119 0 0,1 1 0 0 0,-1 0 0 0 0,1 0 0 0 0,0 0-1 0 0,0-1 1 0 0,0 1 0 0 0,0 0 0 0 0,1-1 0 0 0,-1 0-1 0 0,0 1 1 0 0,1-2 0 0 0,0 4 7 0 0,-1 0 0 0 0,0-1 1 0 0,0 1-1 0 0,0 0 0 0 0,0 0 0 0 0,0-2 0 0 0,0 2 1 0 0,0 0-1 0 0,1 0 0 0 0,-1 0 0 0 0,0-1 0 0 0,0 1 0 0 0,0 0 1 0 0,1 0-1 0 0,-1 0 0 0 0,0 0 0 0 0,0-1 0 0 0,0 1 1 0 0,1 0-1 0 0,-1 0 0 0 0,0 0 0 0 0,0 0 0 0 0,1 0 0 0 0,-1 0 1 0 0,0 0-1 0 0,0 0 0 0 0,2 0 0 0 0,-2 0 0 0 0,0 0 1 0 0,0 0-1 0 0,1 0 0 0 0,-1 0 0 0 0,0 0 0 0 0,1 0 1 0 0,7 8 13 0 0,0 13 7 0 0,0 29 221 0 0,-8-48-242 0 0,2 0 0 0 0,0 1 0 0 0,0 0 0 0 0,-2-2 0 0 0,6 3 34 0 0,-2 0 1 0 0,2-1-1 0 0,0 0 1 0 0,7 4-1 0 0,-5-3 10 0 0,66 36 370 0 0,-23-9-160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2T16:55:44.168"/>
    </inkml:context>
    <inkml:brush xml:id="br0">
      <inkml:brushProperty name="width" value="0.35" units="cm"/>
      <inkml:brushProperty name="height" value="0.35" units="cm"/>
      <inkml:brushProperty name="color" value="#10B981"/>
    </inkml:brush>
  </inkml:definitions>
  <inkml:trace contextRef="#ctx0" brushRef="#br0">197 3483 4915 0 0,'4'5'44'0'0,"-1"-2"0"0"0,2 0-1 0 0,-2 1 1 0 0,2-2 0 0 0,-2 1 0 0 0,7 3-1 0 0,-4-3 11 0 0,-1 1-25 0 0,-5-4-20 0 0,2 1 1 0 0,-1 1-1 0 0,0-1 1 0 0,0-1-1 0 0,0 1 1 0 0,0-1-1 0 0,0 1 1 0 0,0 0-1 0 0,1-1 1 0 0,-1 0-1 0 0,0 1 1 0 0,0-1-1 0 0,0 0 1 0 0,0 1-1 0 0,3-1 1 0 0,-3-2-10 0 0,1 1 0 0 0,-1 0 18 0 0,1 1 1 0 0,1-1-1 0 0,-1 1 0 0 0,-1 0 1 0 0,1-1-1 0 0,1 1 1 0 0,-1 0-1 0 0,-1 0 0 0 0,1 0 1 0 0,0 0-1 0 0,4 1 1 0 0,13 0 120 0 0,-16-1-137 0 0,9-4 168 0 0,0 1-1 0 0,23-9 1 0 0,7 0 175 0 0,-35 11-278 0 0,1-2 1 0 0,-1 2 0 0 0,-1-2-1 0 0,1 1 1 0 0,9-5 0 0 0,-4-1 51 0 0,-9 8-98 0 0,-1-1 0 0 0,-1 0 0 0 0,1 1 0 0 0,0-1 0 0 0,0 0 0 0 0,0 0 0 0 0,-1 0 0 0 0,1-1 1 0 0,-1 0-1 0 0,1 1 0 0 0,-1 0 0 0 0,1-1 0 0 0,-1 1 0 0 0,0-1 0 0 0,0 1 0 0 0,0-2 0 0 0,-1 2 0 0 0,2-1 0 0 0,0-2 0 0 0,2-11 89 0 0,2 2 0 0 0,13-25 0 0 0,26-59-71 0 0,-31 64 11 0 0,28-50-1 0 0,51-77 408 0 0,-85 147-452 0 0,-1-1 1 0 0,0-1-1 0 0,-2 0 1 0 0,6-16-1 0 0,-7 19-37 0 0,1-1 0 0 0,9-19-1 0 0,-8 21 7 0 0,-2 0 0 0 0,2 0-1 0 0,2-17 1 0 0,-2 10-46 0 0,14-35 1 0 0,-7 19 28 0 0,-34 68 225 0 0,-10 33 488 0 0,-20 76-1 0 0,-39 119 883 0 0,57-170-919 0 0,27-79-486 0 0,0 1-1 0 0,0-1 0 0 0,-2-1 0 0 0,-15 20 1 0 0,-1-6 35 0 0,23-24-182 0 0,1 0 0 0 0,0 4 57 0 0,-1-1 0 0 0,0 1 0 0 0,0-1 1 0 0,0 1-1 0 0,-2-2 0 0 0,-1 9 0 0 0,1-4-14 0 0,-19 17 252 0 0,15-15-267 0 0,6-7 5 0 0,-1 0 1 0 0,0 0-1 0 0,-1-1 1 0 0,1 1-1 0 0,-1-1 0 0 0,1 0 1 0 0,-8 5-1 0 0,6-2 54 0 0,-1 0-1 0 0,1 0 1 0 0,-1-1 0 0 0,-1 10 0 0 0,3-13-78 0 0,35-13 310 0 0,-6 0-205 0 0,-17 7-11 0 0,0 1 0 0 0,0-1 1 0 0,-1-1-1 0 0,1 1 0 0 0,-1-1 0 0 0,12-10 0 0 0,-15 13-69 0 0,-1-1-1 0 0,0 1 1 0 0,0 0-1 0 0,1 1 1 0 0,-1 0-1 0 0,1 0 1 0 0,-1 0-1 0 0,1-1 1 0 0,-1 1-1 0 0,9 1 1 0 0,14-3 65 0 0,156-35 1106 0 0,-68 9-500 0 0,-80 17-427 0 0,-18 7-136 0 0,0-2-1 0 0,-1 0 0 0 0,0-1 1 0 0,0-1-1 0 0,24-18 0 0 0,-28 21-26 0 0,0-1 0 0 0,1 0-1 0 0,0 2 1 0 0,1-1-1 0 0,19-4 1 0 0,-16 6 48 0 0,-2-2 0 0 0,1 1 0 0 0,22-13 0 0 0,39-23 335 0 0,-46 26-152 0 0,-1-2 1 0 0,33-23-1 0 0,-42 27-7 0 0,37-20 0 0 0,-15 10-46 0 0,-42 21-293 0 0,21-11 76 0 0,38-16 0 0 0,-47 23-76 0 0,1-1 0 0 0,-1-1 0 0 0,16-10 0 0 0,22-15 0 0 0,-43 29 0 0 0,0 0 0 0 0,0-2 0 0 0,0 1 0 0 0,0-1 0 0 0,-1 0 0 0 0,-1 0 0 0 0,1-1 0 0 0,0 1 0 0 0,-1-2 0 0 0,6-9 0 0 0,2-4-41 0 0,-11 16 21 0 0,0-1 0 0 0,1 1 1 0 0,-1-1-1 0 0,-1 1 1 0 0,1-1-1 0 0,2-10 0 0 0,13-61-515 0 0,-16 70 475 0 0,-1 1 0 0 0,-1-1 0 0 0,0 0 0 0 0,0-12-1 0 0,1-19-173 0 0,17-35-450 0 0,-14 58 517 0 0,1 2 0 0 0,0-1 0 0 0,12-19 0 0 0,3-6-10 0 0,11-25-124 0 0,-3 12 74 0 0,10-23-193 0 0,-28 53 296 0 0,1 0-1 0 0,15-20 1 0 0,-11 8-30 0 0,-11 21 94 0 0,9-15-217 0 0,25-44 0 0 0,-26 50 141 0 0,21-47-245 0 0,-13 20 71 0 0,-10 32 137 0 0,-1 0 0 0 0,19-26-1 0 0,11-6 232 0 0,4-12-41 0 0,-34 47-82 0 0,-1-1 0 0 0,0-1 1 0 0,0 1-1 0 0,-2-2 0 0 0,0 0 0 0 0,-1 1 1 0 0,4-22-1 0 0,6-19-221 0 0,-9 32 234 0 0,9-21-226 0 0,-8 28 128 0 0,-2-1 0 0 0,1 0 0 0 0,3-37 0 0 0,28-141-739 0 0,-28 158 623 0 0,-4 24 175 0 0,-1-2 0 0 0,0 0 0 0 0,-2 2 1 0 0,0-20-1 0 0,-1-8-128 0 0,1 13-12 0 0,-7-46 1 0 0,-7-78-510 0 0,6 14 120 0 0,10 81 300 0 0,-4 51 270 0 0,2 1 0 0 0,-2-2 0 0 0,1 1 0 0 0,1 0 0 0 0,-1 1 0 0 0,1-2 0 0 0,1 1 0 0 0,0 1 0 0 0,4-9 0 0 0,35-63-459 0 0,-31 63 481 0 0,-10 14 21 0 0,0 0 1 0 0,0 1-1 0 0,0 0 1 0 0,0 0-1 0 0,-1-1 0 0 0,2 1 1 0 0,-1-1-1 0 0,0 0 1 0 0,-1 1-1 0 0,1-1 0 0 0,-1 1 1 0 0,0 0-1 0 0,1-1 0 0 0,-1-1 1 0 0,0 2-1 0 0,0-3 1 0 0,-10-87-454 0 0,16 76 432 0 0,-5 13 22 0 0,0 1 1 0 0,-1 0-1 0 0,1 0 0 0 0,-1 0 0 0 0,1-1 0 0 0,-1 1 0 0 0,1 0 0 0 0,-1-1 0 0 0,1 0 0 0 0,-1 1 0 0 0,0 0 0 0 0,0-1 0 0 0,0 1 1 0 0,0 0-1 0 0,0-2 0 0 0,0 2 0 0 0,0 0 0 0 0,0-1 0 0 0,-1-1 0 0 0,0-3 43 0 0,0 1 0 0 0,0-2-1 0 0,1 1 1 0 0,0 1 0 0 0,0-2 0 0 0,1-7-1 0 0,0-8-43 0 0,-1 3-19 0 0,-1 13 10 0 0,1 1-1 0 0,0-1 1 0 0,0 1 0 0 0,0-1 0 0 0,0 1-1 0 0,1-1 1 0 0,0 1 0 0 0,0-1-1 0 0,3-5 1 0 0,7 70 309 0 0,14 95 585 0 0,8 90 364 0 0,-32-61-317 0 0,-15-22-203 0 0,11-34-69 0 0,3-113-539 0 0,0-14-107 0 0,0 1 3 0 0,0 0 0 0 0,0 0 0 0 0,0-1 0 0 0,0 1 0 0 0,0 0 0 0 0,0 1 0 0 0,0-2 1 0 0,0 1-1 0 0,0 0 0 0 0,-1 0 0 0 0,1-1 0 0 0,0 1 0 0 0,-1 0 0 0 0,-1 0 0 0 0,1-24 125 0 0,2 3-162 0 0,6-33 0 0 0,-2 23-5 0 0,5-74-556 0 0,-5-126 0 0 0,-3 210 516 0 0,-2-1-55 0 0,-4-35 0 0 0,-35-117-567 0 0,38 168 677 0 0,1 1 1 0 0,-2-2-1 0 0,2 2 0 0 0,0-2 1 0 0,2-5-1 0 0,-4-21-95 0 0,1-1 14 0 0,2 29 83 0 0,-1 0 0 0 0,2 0 1 0 0,-1 0-1 0 0,0 0 0 0 0,2-6 1 0 0,-1 8 4 0 0,0 0 0 0 0,-2-1 0 0 0,1 1 0 0 0,0 0 1 0 0,0 0-1 0 0,-1 0 0 0 0,1-1 0 0 0,-1 1 1 0 0,1-1-1 0 0,-1 1 0 0 0,0-1 0 0 0,0 1 0 0 0,0-1 1 0 0,0 1-1 0 0,-1-1 0 0 0,1 1 0 0 0,-1 0 0 0 0,1-1 1 0 0,-1 0-1 0 0,-1-3 0 0 0,-14-22-88 0 0,15 27 91 0 0,1 1 1 0 0,-1 0-1 0 0,-1-1 1 0 0,2 1-1 0 0,-1 0 1 0 0,0 0-1 0 0,0 0 1 0 0,1-1-1 0 0,-1 1 1 0 0,0 0-1 0 0,0 0 1 0 0,1 0-1 0 0,-1 0 1 0 0,-2 1-1 0 0,-3-1 40 0 0,-1 1 0 0 0,0 0 1 0 0,0 0-1 0 0,0 1 0 0 0,1 1 0 0 0,0-1 0 0 0,-6 3 1 0 0,-30 10 112 0 0,9-7 195 0 0,-54 21 0 0 0,53-16-59 0 0,-44 10-1 0 0,-55 13 448 0 0,-20 5 37 0 0,136-37-653 0 0,0 0 1 0 0,1 2-1 0 0,-1-1 0 0 0,1 2 0 0 0,2 1 0 0 0,-2-1 1 0 0,1 2-1 0 0,1 0 0 0 0,0 1 0 0 0,-22 20 1 0 0,-22 19 199 0 0,-67 66 705 0 0,94-87-769 0 0,20-19-134 0 0,0 1 0 0 0,-10 12 0 0 0,7-7 33 0 0,1-2 0 0 0,-1 0 0 0 0,-27 17 0 0 0,33-23-136 0 0,-100 81 812 0 0,81-65-587 0 0,23-19-194 0 0,-1 0 0 0 0,-1 1-1 0 0,2-2 1 0 0,-2 0 0 0 0,1 2 0 0 0,-12 3-1 0 0,-5 1 118 0 0,1-3 0 0 0,-30 7-1 0 0,45-11-112 0 0,0 0 0 0 0,0 1 0 0 0,0-1-1 0 0,-1 2 1 0 0,2-2 0 0 0,-10 9 0 0 0,0-2 85 0 0,10-6-95 0 0,0 0 0 0 0,1 1 0 0 0,0-1 0 0 0,0 0 0 0 0,-1 2 0 0 0,2-2 0 0 0,0 2 0 0 0,-1-1 0 0 0,-4 8 0 0 0,5-7 4 0 0,0 0 0 0 0,-2 1 0 0 0,2-2 0 0 0,-7 6 0 0 0,-25 24 198 0 0,21-19-4 0 0,-28 20 0 0 0,-21 11 11 0 0,-72 56 496 0 0,82-48-742 0 0,24-28 0 0 0,21-19 0 0 0,2 1 0 0 0,-2-2 0 0 0,1 2 0 0 0,-9 14 0 0 0,-11 20 0 0 0,-9 17 0 0 0,28-45 0 0 0,-1 1 0 0 0,-17 20 0 0 0,-8 11 0 0 0,7-5 0 0 0,16-25 0 0 0,0 1 0 0 0,-16 32 0 0 0,21-35 0 0 0,-1-2 0 0 0,-1 0 0 0 0,0 0 0 0 0,0-1 0 0 0,-18 20 0 0 0,12-14 0 0 0,-5 4 0 0 0,12-15 0 0 0,0 1 0 0 0,1 1 0 0 0,1 0 0 0 0,-1-1 0 0 0,-5 11 0 0 0,-64 123 0 0 0,-67 132 0 0 0,96-162 0 0 0,31-79 0 0 0,-18 55 0 0 0,12-3 0 0 0,0 36 0 0 0,15-94 0 0 0,3-15 0 0 0,0 2 0 0 0,1 0 0 0 0,0 12 0 0 0,-8 130 0 0 0,2-108 0 0 0,2 40 0 0 0,6-86 0 0 0,0-1 0 0 0,0 0 0 0 0,0 1 0 0 0,0-1 0 0 0,0 2 0 0 0,0-2 0 0 0,0 0 0 0 0,0 1 0 0 0,1-1 0 0 0,-1 1 0 0 0,0-1 0 0 0,0 0 0 0 0,0 1 0 0 0,1-1 0 0 0,-1 0 0 0 0,0 1 0 0 0,0-1 0 0 0,1 0 0 0 0,-1 1 0 0 0,0-1 0 0 0,2 0 0 0 0,-2 0 0 0 0,0 1 0 0 0,1-1 0 0 0,-1 0 0 0 0,0 0 0 0 0,1 0 0 0 0,0 1 0 0 0,16 0 0 0 0,13-8 0 0 0,-21 1-40 0 0,-1 1 1 0 0,0-1-1 0 0,0-1 1 0 0,0 1-1 0 0,11-14 1 0 0,32-42-367 0 0,-16 17 268 0 0,45-55-679 0 0,52-58 88 0 0,-46 76 876 0 0,-74 70-133 0 0,-11 9-11 0 0,1 2 0 0 0,0 0-1 0 0,-1 0 1 0 0,0 0-1 0 0,0-1 1 0 0,1 1-1 0 0,0 0 1 0 0,-1-1 0 0 0,1 2-1 0 0,-1-1 1 0 0,1 0-1 0 0,0 0 1 0 0,0 1-1 0 0,0-1 1 0 0,-1 1-1 0 0,1-1 1 0 0,1 1 0 0 0,-2 0-1 0 0,1 0 1 0 0,0 0-1 0 0,-1 0 1 0 0,4 0-1 0 0,4-1 8 0 0,0 1-1 0 0,1 1 0 0 0,-1-1 0 0 0,0 1 1 0 0,0 1-1 0 0,0-1 0 0 0,0 2 0 0 0,0 0 1 0 0,-1 0-1 0 0,11 5 0 0 0,-7-3 10 0 0,-1 2-1 0 0,0 0 0 0 0,-1-1 1 0 0,2 2-1 0 0,-2 0 0 0 0,-1 1 1 0 0,0 0-1 0 0,0 1 0 0 0,0-2 1 0 0,-1 2-1 0 0,11 20 0 0 0,-17-26-14 0 0,-1 0-1 0 0,1 0 1 0 0,-1 0 0 0 0,0 0-1 0 0,-1 1 1 0 0,1-2-1 0 0,-1 1 1 0 0,0 1-1 0 0,0 5 1 0 0,-7 40 38 0 0,2-16-2 0 0,-13 157 142 0 0,-13 14 5 0 0,27-182-169 0 0,-2 17 58 0 0,-2 73-1 0 0,8-113-74 0 0,0 1-1 0 0,0 0 1 0 0,0-1-1 0 0,0 1 1 0 0,0 0-1 0 0,1 1 1 0 0,-1-2-1 0 0,0 1 1 0 0,0 0-1 0 0,0-1 1 0 0,1 1-1 0 0,-1 0 1 0 0,0-1-1 0 0,1 1 1 0 0,-1-1-1 0 0,1 1 1 0 0,-1-1-1 0 0,0 1 1 0 0,2-1-1 0 0,-2 1 1 0 0,1-1-1 0 0,0 2 1 0 0,-1-2-1 0 0,1 1 1 0 0,1 0 1 0 0,-1-1 1 0 0,2 1-1 0 0,-2-1 1 0 0,1 1 0 0 0,-1-1-1 0 0,1 0 1 0 0,0 0-1 0 0,0 0 1 0 0,-1 0-1 0 0,5 0 1 0 0,-1-1 5 0 0,2 0-1 0 0,0 0 1 0 0,-2 0 0 0 0,1-2 0 0 0,6-1 0 0 0,-4-1 10 0 0,-1 1 1 0 0,0 0-1 0 0,12-11 0 0 0,7-4 6 0 0,-8 6 30 0 0,0-1 0 0 0,27-27-1 0 0,-26 22-134 0 0,32-23-1 0 0,63-47-50 0 0,-29 22-118 0 0,-33 30 137 0 0,-31 23 139 0 0,0 0 1 0 0,-1-3-1 0 0,18-17 1 0 0,-8 4 1 0 0,23-26 32 0 0,-32 32-33 0 0,2 1 0 0 0,30-24 1 0 0,-27 24-161 0 0,38-40 1 0 0,-31 26 162 0 0,-19 22-62 0 0,0-1 0 0 0,0 0 0 0 0,13-25 0 0 0,-18 28-133 0 0,1-1 0 0 0,12-13 0 0 0,-11 13-31 0 0,-1 1 1 0 0,10-16-1 0 0,6-6 6 0 0,-9 7 231 0 0,3-9-180 0 0,55-144-944 0 0,-46 113 754 0 0,-4 12 31 0 0,19-47-347 0 0,-41 94 596 0 0,1 1 0 0 0,9-18 0 0 0,-8 18-4 0 0,-1 1 0 0 0,1-1 0 0 0,4-15 0 0 0,-6 11-30 0 0,2 0 0 0 0,-1 0 0 0 0,2 1 0 0 0,-1 0 0 0 0,11-13 0 0 0,42-49-206 0 0,-34 43 158 0 0,-21 27 78 0 0,6-9 43 0 0,-1 2 1 0 0,0-2 0 0 0,12-21 0 0 0,-5 0-75 0 0,-10 17 2 0 0,2 1-1 0 0,16-27 1 0 0,-20 37 69 0 0,-1 0 1 0 0,2 0-1 0 0,-2 0 0 0 0,-1-1 1 0 0,1 2-1 0 0,1-2 0 0 0,-2 1 1 0 0,0-1-1 0 0,0-6 1 0 0,0-6-123 0 0,-2-27 0 0 0,0 11 26 0 0,2 17 23 0 0,1 2 0 0 0,1-1 0 0 0,0 1 0 0 0,0-1 0 0 0,2 1 0 0 0,7-18 0 0 0,-5 15-32 0 0,-1 0-1 0 0,-1 0 1 0 0,4-34 0 0 0,-8 45 84 0 0,1-1-1 0 0,-1 0 1 0 0,-1 0 0 0 0,0 1-1 0 0,0-1 1 0 0,-4-14-1 0 0,1 5-57 0 0,1 2-1 0 0,1-2 0 0 0,1 0 1 0 0,0 1-1 0 0,4-33 0 0 0,3 6-231 0 0,1-73-1 0 0,-7 83 147 0 0,1-2 0 0 0,3 2-1 0 0,7-34 1 0 0,-7 24 8 0 0,-5 37 128 0 0,0-1 0 0 0,1 1 0 0 0,-1-1 0 0 0,1 0 0 0 0,1 1 1 0 0,3-12-1 0 0,8-29-181 0 0,-11 41 186 0 0,1-2 0 0 0,-1 0 0 0 0,-1 1 0 0 0,0-1 0 0 0,-1 0 0 0 0,0 0 0 0 0,0 1 0 0 0,0-1 0 0 0,-1-1-1 0 0,0 1 1 0 0,-2-7 0 0 0,3 14 36 0 0,0 1-1 0 0,0-2 1 0 0,0 2-1 0 0,0 0 1 0 0,0-1-1 0 0,-2 1 1 0 0,2-1 0 0 0,0 1-1 0 0,0-1 1 0 0,-1 1-1 0 0,1-1 1 0 0,0 1-1 0 0,-1 0 1 0 0,1-1-1 0 0,0 1 1 0 0,-1 0-1 0 0,1-1 1 0 0,-1 1-1 0 0,1 0 1 0 0,0 0-1 0 0,-1-1 1 0 0,1 1 0 0 0,-1 0-1 0 0,1 0 1 0 0,-2 0-1 0 0,2-1 1 0 0,-1 1-1 0 0,1 0 1 0 0,-1 0-1 0 0,1 0 1 0 0,-1 0-1 0 0,1 0 1 0 0,-1 0-1 0 0,-19 10-57 0 0,16-9 57 0 0,-10 6 126 0 0,-1 1 1 0 0,0-1-1 0 0,-17 4 0 0 0,25-9-110 0 0,-9 4 97 0 0,-1-1 0 0 0,0 0 0 0 0,-17 0 0 0 0,22-2-22 0 0,-1 1 0 0 0,1-1 1 0 0,-24 10-1 0 0,17-5-11 0 0,-112 50 759 0 0,109-45-712 0 0,3 1 0 0 0,-1 2 1 0 0,1-1-1 0 0,-17 20 0 0 0,-4 1 182 0 0,-134 124 1105 0 0,137-132-1211 0 0,26-21-122 0 0,1 1 0 0 0,1-1 0 0 0,-2 2 0 0 0,-10 13 0 0 0,21-22-78 0 0,0 0-1 0 0,0 0 0 0 0,0 0 0 0 0,0 2 1 0 0,0-2-1 0 0,-1 0 0 0 0,1 0 1 0 0,0 0-1 0 0,0 0 0 0 0,0 0 1 0 0,0 0-1 0 0,0 0 0 0 0,0 0 1 0 0,0 0-1 0 0,0 0 0 0 0,0 0 1 0 0,0 0-1 0 0,0 1 0 0 0,0-1 1 0 0,0 0-1 0 0,0 0 0 0 0,0 0 1 0 0,0 0-1 0 0,0 0 0 0 0,-1 0 1 0 0,1 0-1 0 0,0 0 0 0 0,0 1 1 0 0,0-1-1 0 0,0 0 0 0 0,0 0 1 0 0,0 0-1 0 0,1 0 0 0 0,-1 0 1 0 0,0 0-1 0 0,0 0 0 0 0,0 0 1 0 0,0 1-1 0 0,0-1 0 0 0,0 0 1 0 0,0 0-1 0 0,0 0 0 0 0,0 0 1 0 0,0 0-1 0 0,0 0 0 0 0,0 0 1 0 0,0 0-1 0 0,0 0 0 0 0,0 0 1 0 0,0 1-1 0 0,1-1 0 0 0,-1 0 0 0 0,0 0 1 0 0,0 0-1 0 0,0 0 0 0 0,0 0 1 0 0,0 0-1 0 0,0 0 0 0 0,0 0 1 0 0,0 0-1 0 0,0 0 0 0 0,1 0 1 0 0,-1 0-1 0 0,12-2 52 0 0,22-11 84 0 0,-28 10-106 0 0,20-8 239 0 0,44-27 0 0 0,-44 22-2 0 0,43-19 1 0 0,-24 17-35 0 0,177-70 955 0 0,-198 80-1034 0 0,0-1 0 0 0,-2-2 0 0 0,32-19 0 0 0,11-3 296 0 0,-46 23-255 0 0,0 0-1 0 0,25-17 1 0 0,-39 24-161 0 0,-1-1-1 0 0,2 1 0 0 0,-2 0 1 0 0,1 1-1 0 0,0-1 1 0 0,1 1-1 0 0,-1 0 1 0 0,0 0-1 0 0,10-2 1 0 0,-11 4-9 0 0,0 0 1 0 0,0 0-1 0 0,0 0 0 0 0,-1 0 1 0 0,2 0-1 0 0,-2 2 1 0 0,1-1-1 0 0,0 0 0 0 0,0 0 1 0 0,0 0-1 0 0,-1 0 1 0 0,1 1-1 0 0,-1-1 1 0 0,7 5-1 0 0,-1 1 62 0 0,-1 0 1 0 0,13 13-1 0 0,-16-15-43 0 0,-1-1-1 0 0,1 2 1 0 0,1-2-1 0 0,-2-1 1 0 0,2 2 0 0 0,-1-2-1 0 0,1 0 1 0 0,0 1-1 0 0,-1-1 1 0 0,2 0 0 0 0,8 2-1 0 0,-15-4-36 0 0,1-1-1 0 0,-1 0 0 0 0,1 0 0 0 0,-1 0 1 0 0,1 0-1 0 0,-1 0 0 0 0,1 0 0 0 0,-1 0 1 0 0,1-1-1 0 0,-1 1 0 0 0,2 0 0 0 0,-2 0 1 0 0,1 0-1 0 0,-1 0 0 0 0,1-1 1 0 0,-1 1-1 0 0,1 0 0 0 0,-1-1 0 0 0,1 1 1 0 0,-1 0-1 0 0,1-1 0 0 0,-1 1 0 0 0,0 0 1 0 0,1-2-1 0 0,6-15 110 0 0,-5-26-153 0 0,-2 36-45 0 0,-4-84-443 0 0,3 80 397 0 0,0 0 1 0 0,-1 0-1 0 0,0 0 1 0 0,0 0-1 0 0,-5-14 1 0 0,5 19 67 0 0,0-1 0 0 0,-2 1 0 0 0,2-1-1 0 0,-1 1 1 0 0,-2 0 0 0 0,2 0 0 0 0,-2 0 0 0 0,1 0 0 0 0,-8-6 0 0 0,9 10 64 0 0,1-1 0 0 0,-2 2 1 0 0,1-1-1 0 0,-2 0 1 0 0,2 1-1 0 0,0 0 1 0 0,-1 0-1 0 0,1-1 1 0 0,-2 1-1 0 0,2 0 1 0 0,-1 1-1 0 0,0 0 1 0 0,1-1-1 0 0,-7 2 1 0 0,-8-1 24 0 0,-33 7 1 0 0,28-4-4 0 0,-23 3 19 0 0,8-3 15 0 0,0 3 1 0 0,-59 15 0 0 0,87-18-47 0 0,-1 1-1 0 0,1 1 1 0 0,-2-1 0 0 0,2 2-1 0 0,0-1 1 0 0,1 1 0 0 0,-1 0-1 0 0,1 2 1 0 0,0-1 0 0 0,1 1-1 0 0,0-1 1 0 0,-15 19 0 0 0,19-18-7 0 0,-37 47 121 0 0,-60 66 1 0 0,69-92-64 0 0,-1 0 1 0 0,-2-1 0 0 0,-41 26 0 0 0,-123 62 181 0 0,152-89-185 0 0,-20 9 8 0 0,-11 5 65 0 0,3 5 0 0 0,-77 58 1 0 0,122-80-82 0 0,-92 79 101 0 0,99-82-109 0 0,2 0 1 0 0,1 2-1 0 0,-21 30 1 0 0,-55 67 132 0 0,95-118-179 0 0,-303 482 174 0 0,188-225-174 0 0,73-154 0 0 0,24-56 0 0 0,-23 99 0 0 0,26-68 0 0 0,15-78 0 0 0,1 0 0 0 0,0-1 0 0 0,-1 0 0 0 0,1 0 0 0 0,0 2 0 0 0,0-2 0 0 0,0 0 0 0 0,0 1 0 0 0,0-1 0 0 0,0 0 0 0 0,0 2 0 0 0,0-2 0 0 0,1 0 0 0 0,0 3 0 0 0,-1-4 0 0 0,2 0 0 0 0,-2 0 0 0 0,0 0 0 0 0,1 0 0 0 0,-1 0 0 0 0,0 0 0 0 0,1 0 0 0 0,-1 0 0 0 0,0 0 0 0 0,1 0 0 0 0,-1-1 0 0 0,0 1 0 0 0,1 0 0 0 0,-1 0 0 0 0,0 0 0 0 0,1 0 0 0 0,-1-1 0 0 0,0 1 0 0 0,1 0 0 0 0,-1 0 0 0 0,0 0 0 0 0,0-1 0 0 0,1 1 0 0 0,-1 0 0 0 0,0-1 0 0 0,0 1 0 0 0,0 0 0 0 0,2 0 0 0 0,-2-1 0 0 0,10-12 0 0 0,-9 12 0 0 0,63-77-415 0 0,78-102-1133 0 0,145-282-2084 0 0,-280 449 3514 0 0,40-75-807 0 0,4 4-1 0 0,64-82 1 0 0,-81 122 596 0 0,9-11-490 0 0,98-95 0 0 0,-120 133 941 0 0,1 1 1 0 0,0 0-1 0 0,2 2 0 0 0,0 1 1 0 0,0 0-1 0 0,49-15 0 0 0,165-35 919 0 0,-129 37-636 0 0,35-9 223 0 0,-98 27-352 0 0,-31 6-205 0 0,1-2-1 0 0,-2 1 0 0 0,1 0 1 0 0,17-8-1 0 0,-2-2 132 0 0,-15 8-89 0 0,-2-1 0 0 0,27-15-1 0 0,-19 9-7 0 0,-16 8-86 0 0,-2-1 1 0 0,2 1-1 0 0,-2-2 1 0 0,0 2-1 0 0,0-2 0 0 0,0 1 1 0 0,-1-1-1 0 0,0 1 0 0 0,1-1 1 0 0,1-7-1 0 0,2-4-15 0 0,-5 10-87 0 0,-5 7 98 0 0,4 0-10 0 0,-2 1 0 0 0,1-1 1 0 0,1 1-1 0 0,-1-1 0 0 0,1 1 1 0 0,-1-1-1 0 0,0 1 1 0 0,1-1-1 0 0,-1 1 0 0 0,1-1 1 0 0,-1 1-1 0 0,1 0 0 0 0,0-1 1 0 0,-2 3-1 0 0,-23 60 192 0 0,9-28-61 0 0,-14 54 1 0 0,-2 24 287 0 0,-6-1 1 0 0,-73 153-1 0 0,-36 8 350 0 0,66-128-419 0 0,46-86-49 0 0,-66 84 1 0 0,-66 72 434 0 0,89-117-472 0 0,-51 74 257 0 0,-37 46 270 0 0,92-129-589 0 0,59-70-207 0 0,8-11 0 0 0,-1 0 0 0 0,-8 15 0 0 0,16-23 0 0 0,0 1 0 0 0,0-1 0 0 0,0 0 0 0 0,-1 0 0 0 0,1 0 0 0 0,0 0 0 0 0,0 0 0 0 0,0 0 0 0 0,0 0 0 0 0,0 0 0 0 0,0 0 0 0 0,0 0 0 0 0,0 0 0 0 0,0 0 0 0 0,0 1 0 0 0,0-1 0 0 0,0 0 0 0 0,0 0 0 0 0,0 0 0 0 0,0 0 0 0 0,0 0 0 0 0,0 0 0 0 0,0 0 0 0 0,0 0 0 0 0,0 1 0 0 0,0-1 0 0 0,0 0 0 0 0,0 0 0 0 0,0 0 0 0 0,0 0 0 0 0,0 0 0 0 0,0 0 0 0 0,0 0 0 0 0,0 0 0 0 0,0 0 0 0 0,0 1 0 0 0,0-1 0 0 0,0 0 0 0 0,0 0 0 0 0,0 0 0 0 0,0 0 0 0 0,0 0 0 0 0,0 0 0 0 0,1 0 0 0 0,-1 0 0 0 0,0 0 0 0 0,0 0 0 0 0,0 0 0 0 0,0 0 0 0 0,0 0 0 0 0,0 0 0 0 0,0 0 0 0 0,0 1 0 0 0,1-1 0 0 0,7-2 0 0 0,9-6 0 0 0,-2-3-69 0 0,-2 1 0 0 0,22-22 0 0 0,-13 13-6 0 0,54-52-796 0 0,-3-5 1 0 0,69-90 0 0 0,105-181-1819 0 0,51-129-836 0 0,-230 350 2491 0 0,-32 56 460 0 0,11-8 128 0 0,6-11 122 0 0,-48 79 286 0 0,-1 1 1 0 0,0-1 0 0 0,-1 1 0 0 0,-1-1 0 0 0,1 0 0 0 0,-1 0-1 0 0,-1 0 1 0 0,0 0 0 0 0,0 0 0 0 0,-1 0 0 0 0,-1 0 0 0 0,-2-18 0 0 0,0-3-69 0 0,3 24 90 0 0,-1 0-1 0 0,1 1 1 0 0,-1-1 0 0 0,0 0 0 0 0,0 2 0 0 0,-5-12 0 0 0,4 12 0 0 0,1 3 15 0 0,1 0 1 0 0,0 0-1 0 0,-1 1 0 0 0,0-1 1 0 0,1 1-1 0 0,-2-1 1 0 0,1 1-1 0 0,1-2 0 0 0,-1 2 1 0 0,0 0-1 0 0,0 0 1 0 0,0-1-1 0 0,0 1 0 0 0,-2 0 1 0 0,2-1-1 0 0,0 1 0 0 0,0 0 1 0 0,-1 0-1 0 0,1 0 1 0 0,0 1-1 0 0,-2-1 0 0 0,2 0 1 0 0,-1 1-1 0 0,1-1 1 0 0,-1 1-1 0 0,0-1 0 0 0,0 1 1 0 0,0 0-1 0 0,1 0 1 0 0,-4-2-1 0 0,-5 4 55 0 0,0-1 0 0 0,-1 0 1 0 0,0 1-1 0 0,1 0 0 0 0,0 2 0 0 0,0-1 1 0 0,-11 6-1 0 0,-70 37 510 0 0,72-35-424 0 0,-48 30 397 0 0,3 2 0 0 0,-68 63 0 0 0,86-73 16 0 0,-90 51 0 0 0,92-59-325 0 0,-41 18 374 0 0,61-31-431 0 0,1-1 0 0 0,2 0 0 0 0,-1 2 1 0 0,-34 27-1 0 0,3 10 247 0 0,1 3 1 0 0,4 1-1 0 0,1 2 1 0 0,3 3-1 0 0,2 1 0 0 0,-43 87 1 0 0,-112 191 1566 0 0,189-330-1959 0 0,6-8-28 0 0,4-6-1 0 0,17-31-190 0 0,1 3 1 0 0,29-39-1 0 0,3-5-134 0 0,-34 52 120 0 0,243-380-2828 0 0,34 23 35 0 0,-265 348 2709 0 0,-12 12 266 0 0,1 2 0 0 0,2 0 0 0 0,-1 1 1 0 0,42-30-1 0 0,-60 49 38 0 0,2-1 0 0 0,-1 1 0 0 0,1 0 0 0 0,-1 0 0 0 0,0 0 0 0 0,1 0 1 0 0,0-1-1 0 0,0 2 0 0 0,-1-1 0 0 0,0 1 0 0 0,2 0 0 0 0,5 1 0 0 0,19-3 110 0 0,-8-1-77 0 0,-9 0 42 0 0,1 2 0 0 0,19-3 0 0 0,0 11 108 0 0,-31-7-189 0 0,0 0 1 0 0,0 0-1 0 0,0 0 1 0 0,1 0-1 0 0,-1 0 1 0 0,1 0-1 0 0,-1 0 1 0 0,0 1-1 0 0,0-1 1 0 0,0 0-1 0 0,1 1 1 0 0,-1-1-1 0 0,0 0 1 0 0,0 1 0 0 0,0-1-1 0 0,0 1 1 0 0,0 0-1 0 0,0-1 1 0 0,-1 1-1 0 0,2 1 1 0 0,-1-2-1 0 0,0 1 1 0 0,0 0-1 0 0,-1 0 1 0 0,2 1-1 0 0,-2-1 3 0 0,0 1 0 0 0,0 0 0 0 0,1 0-1 0 0,-1-1 1 0 0,0 0 0 0 0,0 1 0 0 0,-1-1 0 0 0,1 1-1 0 0,0 0 1 0 0,0 0 0 0 0,-1-1 0 0 0,1 0-1 0 0,0 1 1 0 0,-1-1 0 0 0,0 0 0 0 0,1 2 0 0 0,-1-2-1 0 0,0 0 1 0 0,-2 2 0 0 0,-11 23 188 0 0,-18 41 1 0 0,14-27-19 0 0,-184 311 1294 0 0,160-285-1210 0 0,-234 332 1515 0 0,238-352-1429 0 0,0-2-1 0 0,-66 58 1 0 0,95-94-302 0 0,7-6-27 0 0,-1 0-1 0 0,0 1 1 0 0,1-1-1 0 0,-1 0 1 0 0,0 1-1 0 0,1 0 1 0 0,-3 5-1 0 0,3-5-20 0 0,15-8 0 0 0,15-11 87 0 0,-1-1 183 0 0,32-14 0 0 0,-28 16-109 0 0,1-2 0 0 0,-2-1-1 0 0,39-29 1 0 0,77-76-1196 0 0,-142 118 971 0 0,36-31-490 0 0,-3-3 1 0 0,64-84-1 0 0,44-99-1112 0 0,-93 139 1038 0 0,-3 9-322 0 0,1 1 0 0 0,122-131 0 0 0,-164 196 1018 0 0,-1 0-8 0 0,-1 2 0 0 0,1 0 0 0 0,0 0 0 0 0,1 0 0 0 0,13-7 1 0 0,-21 12-61 0 0,0 1 0 0 0,0 0 1 0 0,1 0-1 0 0,-1 0 0 0 0,0 0 1 0 0,0 0-1 0 0,2 0 0 0 0,-2-1 1 0 0,0 1-1 0 0,1 0 1 0 0,-1 0-1 0 0,0 0 0 0 0,0 0 1 0 0,1 0-1 0 0,-1 0 0 0 0,0 0 1 0 0,1 0-1 0 0,-1 0 1 0 0,0 0-1 0 0,1 0 0 0 0,-1 1 1 0 0,0-1-1 0 0,0 0 0 0 0,1 0 1 0 0,-1 0-1 0 0,0 0 1 0 0,1 0-1 0 0,-1 0 0 0 0,0 1 1 0 0,0-1-1 0 0,0 0 0 0 0,1 0 1 0 0,-1 0-1 0 0,0 1 1 0 0,3 13 61 0 0,-8 16 51 0 0,5-29-113 0 0,-8 19 103 0 0,0 0 0 0 0,1-1 0 0 0,-4 0 0 0 0,1 0 0 0 0,-14 17 0 0 0,11-16-8 0 0,-300 415 1779 0 0,134-226-883 0 0,24-30-216 0 0,-14 13 166 0 0,50-70-137 0 0,28-35-159 0 0,90-87-642 0 0,0 1 1 0 0,1 0 0 0 0,-1-1 0 0 0,0 1-1 0 0,1-1 1 0 0,-2 0 0 0 0,1 2-1 0 0,1-2 1 0 0,-1 1 0 0 0,0-1-1 0 0,0 0 1 0 0,0 0 0 0 0,1 1 0 0 0,-1-1-1 0 0,0 0 1 0 0,-1 0 0 0 0,1 0-1 0 0,1 0 1 0 0,-1 0 0 0 0,0 0-1 0 0,0 0 1 0 0,0 0 0 0 0,0 0 0 0 0,1-1-1 0 0,-2 1 1 0 0,1 0 0 0 0,0 0-1 0 0,1-1 1 0 0,-1 1 0 0 0,0 0-1 0 0,0-2 1 0 0,1 2 0 0 0,-1-1 0 0 0,0 1-1 0 0,1-1 1 0 0,-2 1 0 0 0,2-1-1 0 0,-1 0 1 0 0,0 1 0 0 0,1-1 0 0 0,-1 0-1 0 0,1 1 1 0 0,0-1 0 0 0,-1 0-1 0 0,1 1 1 0 0,0-2 0 0 0,-1 1-1 0 0,1 0 1 0 0,0 0 0 0 0,0 0 0 0 0,-11-42 77 0 0,6 21-297 0 0,-2 0-1 0 0,-10-28 0 0 0,16 45 181 0 0,0 0-1 0 0,0-1 1 0 0,0 1 0 0 0,1 0-1 0 0,0 0 1 0 0,0-1 0 0 0,0 1-1 0 0,1-1 1 0 0,-1 2-1 0 0,1-2 1 0 0,4-9 0 0 0,0-13-179 0 0,0 7 51 0 0,0 0 0 0 0,1 0 0 0 0,10-20 0 0 0,-11 28 90 0 0,1-5-19 0 0,2 3-1 0 0,0-2 1 0 0,1 1 0 0 0,0 1 0 0 0,1-1 0 0 0,0 2 0 0 0,2 0 0 0 0,23-22-1 0 0,28-27-280 0 0,-36 40 241 0 0,42-51-1 0 0,-59 62 28 0 0,0-2 0 0 0,-1 1-1 0 0,-1-1 1 0 0,0-1 0 0 0,-1 1 0 0 0,7-23 0 0 0,-9 24 5 0 0,6-21-188 0 0,-11 32 281 0 0,0-1 0 0 0,1 2 0 0 0,-1-1 0 0 0,0 0 0 0 0,0 0 0 0 0,0-1 0 0 0,0 2 0 0 0,0-1 0 0 0,-1 0 0 0 0,1 0 0 0 0,0-1 0 0 0,-1 2-1 0 0,-1-4 1 0 0,2 4 11 0 0,-1 0 0 0 0,1 1 0 0 0,-2-2 0 0 0,2 1-1 0 0,-1 1 1 0 0,0-1 0 0 0,1 1 0 0 0,-1-1 0 0 0,0 1-1 0 0,1-1 1 0 0,-1 1 0 0 0,0 0 0 0 0,0-1 0 0 0,1 1-1 0 0,-2 0 1 0 0,1 0 0 0 0,0-1 0 0 0,0 1 0 0 0,0 0-1 0 0,1 0 1 0 0,-1 0 0 0 0,0 0 0 0 0,-1 0-1 0 0,1 0 1 0 0,0 0 0 0 0,1 0 0 0 0,-1 0 0 0 0,0 1-1 0 0,0-1 1 0 0,-1 1 0 0 0,-31 12 57 0 0,24-7-22 0 0,-13 4 40 0 0,1 1-1 0 0,0 1 1 0 0,0 1-1 0 0,2 1 0 0 0,0 1 1 0 0,0 1-1 0 0,1-1 1 0 0,1 3-1 0 0,-18 23 0 0 0,15-16 27 0 0,4 1 0 0 0,-1 0 0 0 0,2 2-1 0 0,0 0 1 0 0,3 0 0 0 0,-15 51-1 0 0,-31 118 451 0 0,51-177-474 0 0,2 1 1 0 0,0-1-1 0 0,1 1 1 0 0,-2 38-1 0 0,6-53-60 0 0,1 1 1 0 0,-1-1-1 0 0,1 1 0 0 0,1 1 0 0 0,0-2 0 0 0,-1 0 1 0 0,1 1-1 0 0,0-1 0 0 0,2 1 0 0 0,5 11 0 0 0,-7-15-6 0 0,0-1 0 0 0,1 1 0 0 0,-1 0 0 0 0,0 0 0 0 0,0-1 0 0 0,2 0-1 0 0,-2 1 1 0 0,1-1 0 0 0,1 0 0 0 0,-1 0 0 0 0,-1 1 0 0 0,2-2 0 0 0,-1 1-1 0 0,1-1 1 0 0,-1 0 0 0 0,1 0 0 0 0,0 0 0 0 0,-1-1 0 0 0,1 1 0 0 0,0-1-1 0 0,6 1 1 0 0,5-2 29 0 0,-1 0 1 0 0,0-1-1 0 0,1 0 0 0 0,-2-1 0 0 0,2-2 0 0 0,-1 1 0 0 0,-1-2 0 0 0,1 1 0 0 0,-1-1 0 0 0,0-1 1 0 0,11-8-1 0 0,14-11-206 0 0,-3 0-1 0 0,41-42 1 0 0,-35 31-221 0 0,-3-2 0 0 0,1-2 0 0 0,-4-2-1 0 0,40-62 1 0 0,-46 57-105 0 0,-3-1-1 0 0,-3 0 1 0 0,33-101 0 0 0,-52 135 327 0 0,0 1 55 0 0,-1 2 1 0 0,1 0-1 0 0,1 0 1 0 0,12-20 0 0 0,-16 31 104 0 0,-1 0 0 0 0,0 1 0 0 0,1-1 0 0 0,-1 1 1 0 0,1-2-1 0 0,-1 2 0 0 0,1-1 0 0 0,-1 1 1 0 0,2-1-1 0 0,-1 1 0 0 0,-1 0 0 0 0,1-1 1 0 0,-1 1-1 0 0,1 0 0 0 0,0 0 0 0 0,-1-1 0 0 0,1 1 1 0 0,0 0-1 0 0,-1 0 0 0 0,3 0 0 0 0,-3 0 2 0 0,1 0-1 0 0,-1 0 0 0 0,1 0 1 0 0,-1 0-1 0 0,0 0 0 0 0,1 0 1 0 0,-1 0-1 0 0,0 0 0 0 0,1 1 1 0 0,-1-1-1 0 0,0 0 0 0 0,0 0 1 0 0,1 0-1 0 0,-1 1 0 0 0,0-1 1 0 0,1 0-1 0 0,-1 0 0 0 0,0 1 1 0 0,0-1-1 0 0,0 0 0 0 0,1 0 1 0 0,-1 1-1 0 0,0-1 0 0 0,0 0 1 0 0,0 2-1 0 0,2-2 0 0 0,-2 0 1 0 0,0 1-1 0 0,0-1 0 0 0,0 0 1 0 0,0 1-1 0 0,0-1 0 0 0,0 1 1 0 0,0-1-1 0 0,0 0 0 0 0,0 1 1 0 0,-2 11 14 0 0,1 1 1 0 0,-1 0-1 0 0,-1-1 1 0 0,-5 15-1 0 0,-4 14 137 0 0,-43 167 456 0 0,-28 194 641 0 0,28-128-419 0 0,49-247-718 0 0,-1 1 1 0 0,-2-2 0 0 0,-1 1 0 0 0,-18 36 0 0 0,17-46-24 0 0,1-1 0 0 0,0 1-1 0 0,-2-2 1 0 0,-1 0 0 0 0,1-1-1 0 0,-2 1 1 0 0,-21 16 0 0 0,27-26-66 0 0,6-2-9 0 0,-1 0 0 0 0,1-1-1 0 0,-2 0 1 0 0,2 0 0 0 0,-2-1 0 0 0,2 2-1 0 0,-1-1 1 0 0,-1-1 0 0 0,1 0-1 0 0,0 0 1 0 0,-5 1 0 0 0,8-3-12 0 0,1 0 0 0 0,-1 0 0 0 0,0 0 0 0 0,1-1 1 0 0,-1 1-1 0 0,1 0 0 0 0,0-1 0 0 0,-1 1 0 0 0,1 0 0 0 0,1 0 0 0 0,-1-1 0 0 0,104-139-529 0 0,-56 72-191 0 0,60-65-1 0 0,127-97-1052 0 0,-88 92 704 0 0,51-88-550 0 0,-156 175 1578 0 0,-36 43 82 0 0,1-1 0 0 0,0 3 1 0 0,1-2-1 0 0,18-13 0 0 0,-22 20 32 0 0,-6 9-30 0 0,-7 7 46 0 0,-93 127 670 0 0,16-21-158 0 0,-124 122 578 0 0,110-131-659 0 0,31-33-139 0 0,-124 136 748 0 0,147-164-727 0 0,38-46-373 0 0,7-4-26 0 0,-1 0-1 0 0,1 0 1 0 0,-1 0-1 0 0,1 1 1 0 0,-1-1 0 0 0,1 0-1 0 0,-1 1 1 0 0,1-1-1 0 0,0 0 1 0 0,-1 1-1 0 0,1-1 1 0 0,-1 0-1 0 0,1 1 1 0 0,0-1 0 0 0,-1 2-1 0 0,1-2 1 0 0,0 0-1 0 0,0 1 1 0 0,-2 0-1 0 0,25-6 115 0 0,-7-1-47 0 0,0-1 1 0 0,-1-1-1 0 0,29-18 0 0 0,42-37-360 0 0,-46 33 63 0 0,192-156-1287 0 0,-200 156 1223 0 0,-1-1-1 0 0,-2-1 0 0 0,-1-1 0 0 0,42-68 0 0 0,-50 66 13 0 0,-2-3 1 0 0,-1 1-1 0 0,-2-1 1 0 0,14-53-1 0 0,-22 62 95 0 0,-1-1-1 0 0,-2 1 0 0 0,-1 0 0 0 0,-1-1 1 0 0,-1 1-1 0 0,-7-52 0 0 0,2 47-41 0 0,-3 1-1 0 0,-1 1 0 0 0,-2-2 1 0 0,-20-44-1 0 0,24 63 124 0 0,-1 1 1 0 0,-1 1-1 0 0,0-2 1 0 0,-1 3-1 0 0,0-1 1 0 0,-1 1-1 0 0,-1-1 1 0 0,0 2-1 0 0,-1 0 1 0 0,1 1-1 0 0,-27-16 1 0 0,28 20 154 0 0,0 1-1 0 0,1 0 1 0 0,-2 1 0 0 0,1 1-1 0 0,-1-1 1 0 0,0 2 0 0 0,0 0 0 0 0,1 0-1 0 0,-14-1 1 0 0,7 3 46 0 0,0 0 0 0 0,0 1 0 0 0,0 1 0 0 0,0 1 0 0 0,-20 5 0 0 0,-11 7 283 0 0,0 3-1 0 0,-86 45 1 0 0,120-56-320 0 0,-376 211 2028 0 0,356-194-1764 0 0,0 1-1 0 0,1 2 1 0 0,-46 50 0 0 0,78-75-314 0 0,-1-1 1 0 0,1 0-1 0 0,0 0 0 0 0,0 0 1 0 0,0 0-1 0 0,-1 0 0 0 0,0 0 0 0 0,1-1 1 0 0,-1 1-1 0 0,-3 1 0 0 0,0-5-25 0 0,6-8 40 0 0,7-10-79 0 0,1 0-1 0 0,0 1 1 0 0,2 0 0 0 0,0 2 0 0 0,16-21 0 0 0,8-14-180 0 0,199-367-1766 0 0,-121 209 1010 0 0,-111 209 973 0 0,34-65-556 0 0,54-72 0 0 0,-82 123 514 0 0,-6 16 55 0 0,-2 0 1 0 0,0 0-1 0 0,0 0 1 0 0,0-1-1 0 0,0 1 1 0 0,0 0-1 0 0,1 0 1 0 0,-1 0-1 0 0,0-1 1 0 0,0 1-1 0 0,0 0 1 0 0,0 0-1 0 0,0 0 1 0 0,0 0-1 0 0,0-1 1 0 0,0 1-1 0 0,0 0 1 0 0,0 0 0 0 0,0-1-1 0 0,0 1 1 0 0,0 0-1 0 0,0 0 1 0 0,0 0-1 0 0,0-1 1 0 0,0 1-1 0 0,0 0 1 0 0,0 0-1 0 0,0 0 1 0 0,0-1-1 0 0,0 1 1 0 0,0 0-1 0 0,0 0 1 0 0,0 0-1 0 0,0-2 1 0 0,-1 2-1 0 0,1 0 1 0 0,0 0-1 0 0,0 0 1 0 0,0 0-1 0 0,0-1 1 0 0,-2 1-1 0 0,2 0 1 0 0,0 0 0 0 0,0 0-1 0 0,0 0 1 0 0,0 0-1 0 0,-1 0 1 0 0,1 0-1 0 0,0 0 1 0 0,0-1-1 0 0,0 1 1 0 0,-1 0-1 0 0,1 0 1 0 0,0 0-1 0 0,0 0 1 0 0,0 0-1 0 0,-1 0 1 0 0,1 0-1 0 0,0 0 1 0 0,0 0-1 0 0,-1 0 1 0 0,1 0-1 0 0,0 0 1 0 0,0 1-1 0 0,0-1 1 0 0,-1 0-1 0 0,1 0 1 0 0,0 0-1 0 0,0 0 1 0 0,-5 3 19 0 0,0 0 1 0 0,0-1-1 0 0,2 1 1 0 0,-2 1-1 0 0,1-1 1 0 0,0 0-1 0 0,1 2 0 0 0,-2-2 1 0 0,2 2-1 0 0,-5 7 1 0 0,-7 5 105 0 0,-109 127 1095 0 0,-107 162 1 0 0,164-209-694 0 0,-222 307 1633 0 0,25-74-250 0 0,258-322-1803 0 0,4-5-82 0 0,0 0 1 0 0,0 1-1 0 0,-1-1 0 0 0,0-1 1 0 0,1 2-1 0 0,-1-2 0 0 0,-1 0 1 0 0,2 0-1 0 0,-1 0 0 0 0,-5 3 1 0 0,8-5-22 0 0,0 0 0 0 0,-1 0 0 0 0,1 0 0 0 0,0 0 0 0 0,-2 0 0 0 0,2 0 0 0 0,0 0 0 0 0,0 0 0 0 0,-1 0 0 0 0,1 0 0 0 0,0 0 0 0 0,-1 0 0 0 0,1 0 0 0 0,0 0 0 0 0,0-1 1 0 0,-1 1-1 0 0,1 0 0 0 0,0 0 0 0 0,0 0 0 0 0,-1-1 0 0 0,1 1 0 0 0,0 0 0 0 0,0 0 0 0 0,0 0 0 0 0,-1-1 0 0 0,1 1 0 0 0,0 0 0 0 0,0 0 0 0 0,0-2 0 0 0,0 2 0 0 0,0 0 0 0 0,0-1 0 0 0,-1 1 0 0 0,1 0 0 0 0,0-1 0 0 0,0 1 1 0 0,0 0-1 0 0,0 0 0 0 0,0-1 0 0 0,0 1 0 0 0,0 0 0 0 0,0-1 0 0 0,0 1 0 0 0,0 0 0 0 0,1-1 0 0 0,-1 1 0 0 0,2-19 73 0 0,-2 18-60 0 0,6-16-121 0 0,-1 1 0 0 0,2 0 0 0 0,0 0-1 0 0,1 0 1 0 0,1 2 0 0 0,10-16 0 0 0,6-9-140 0 0,163-309-1893 0 0,64-191-1083 0 0,-240 511 3050 0 0,99-213-1235 0 0,-76 173 662 0 0,64-92 0 0 0,-50 81 194 0 0,-39 65 516 0 0,-24 46 6 0 0,-19 33 744 0 0,-55 80 1 0 0,45-79-369 0 0,-43 78 1170 0 0,-98 223 0 0 0,181-362-1496 0 0,-4 11 94 0 0,0-1 0 0 0,1 2-1 0 0,1-2 1 0 0,0 2 0 0 0,1-1 0 0 0,-2 28 0 0 0,6-44-115 0 0,-1 1 0 0 0,1-1 0 0 0,0 0 0 0 0,0 0 0 0 0,0 0 0 0 0,0 1 0 0 0,0-1 0 0 0,0 0 0 0 0,0 0 0 0 0,0 0 0 0 0,0 1 0 0 0,0-1 0 0 0,1 0 0 0 0,-1 0 0 0 0,0 0 0 0 0,0 1 0 0 0,0-1 0 0 0,0 0 0 0 0,0 0 0 0 0,0 0 0 0 0,0 0 0 0 0,0 1 0 0 0,0-1 0 0 0,1 0 0 0 0,-1 0 0 0 0,0 0 0 0 0,0 0 0 0 0,0 1 0 0 0,0-1 0 0 0,1 0 0 0 0,-1 0 0 0 0,0 0 0 0 0,0 0 0 0 0,0 0 0 0 0,0 0 0 0 0,1 0 0 0 0,-1 0 0 0 0,0 0 0 0 0,0 0 0 0 0,2 0 0 0 0,-2 0 0 0 0,0 0 0 0 0,0 0 0 0 0,0 0 0 0 0,1 0 0 0 0,-1 0 0 0 0,0 0 0 0 0,14-7 109 0 0,13-18 98 0 0,-27 25-208 0 0,109-122-323 0 0,-11 10-311 0 0,-37 51 249 0 0,2 3-1 0 0,4 3 0 0 0,0 3 0 0 0,5 2 1 0 0,0 3-1 0 0,97-44 0 0 0,123-46 468 0 0,-181 81 564 0 0,-66 32-221 0 0,54-22 0 0 0,-85 42-330 0 0,0 1 1 0 0,-1-1 0 0 0,1 2 0 0 0,0 0 0 0 0,19-2 0 0 0,-4 4 138 0 0,47 6 1 0 0,-41 1 26 0 0,-1 0 0 0 0,61 22 0 0 0,-47-12 69 0 0,-35-13-252 0 0,-1 1 1 0 0,16 7 0 0 0,-28-11-71 0 0,1 0 1 0 0,0 0-1 0 0,-1 0 0 0 0,2 0 0 0 0,-1 0 1 0 0,-1 1-1 0 0,1-1 0 0 0,-1 0 1 0 0,0 0-1 0 0,1 0 0 0 0,-1 0 0 0 0,0 0 1 0 0,0 1-1 0 0,0-1 0 0 0,0 1 1 0 0,0-1-1 0 0,0 2 0 0 0,-1 27 70 0 0,0-23-49 0 0,-28 308 1398 0 0,24-273-1160 0 0,-3-1 0 0 0,-2 0 1 0 0,-25 71-1 0 0,7-44 299 0 0,-47 84-1 0 0,37-89-160 0 0,-3-3-1 0 0,-2-1 1 0 0,-3-2 0 0 0,-3-3-1 0 0,-95 85 1 0 0,56-55 158 0 0,87-82-505 0 0,0-1-50 0 0,1-1 0 0 0,-1 1 1 0 0,1-1-1 0 0,-2 1 0 0 0,2-1 1 0 0,-1 1-1 0 0,1-1 0 0 0,-1 0 1 0 0,0 2-1 0 0,1-2 1 0 0,-1 0-1 0 0,1 0 0 0 0,-1 1 1 0 0,0-1-1 0 0,1 0 0 0 0,-2 0 1 0 0,1 0-1 0 0,-1 0 0 0 0,2 0-4 0 0,-1 0 0 0 0,1-1 0 0 0,-1 1 0 0 0,0 0 0 0 0,1-2 0 0 0,-1 2 0 0 0,1-1 0 0 0,0 1 0 0 0,-2-1 0 0 0,2 1 0 0 0,-1-1 0 0 0,1 1 0 0 0,0-1 0 0 0,-1 1 0 0 0,1-1 0 0 0,0 0 0 0 0,-1 1 0 0 0,1-1 0 0 0,0 1 0 0 0,0-1 0 0 0,0-1 0 0 0,0 2 0 0 0,0-1 0 0 0,0 0 0 0 0,0 0 0 0 0,-1-1 10 0 0,1 1-14 0 0,1 1 0 0 0,-1-1 0 0 0,1 0 0 0 0,-1 1 0 0 0,1-2 0 0 0,-1 2 0 0 0,1-1 0 0 0,-1 1 0 0 0,2-1 0 0 0,-1 1 0 0 0,-1 0 0 0 0,1-1 0 0 0,0 1 0 0 0,-1 0 0 0 0,1-1 0 0 0,0 1 0 0 0,-1 0 0 0 0,1 0 0 0 0,0 0 0 0 0,2-1 0 0 0,-1 1 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2T16:55:44.167"/>
    </inkml:context>
    <inkml:brush xml:id="br0">
      <inkml:brushProperty name="width" value="0.35" units="cm"/>
      <inkml:brushProperty name="height" value="0.35" units="cm"/>
      <inkml:brushProperty name="color" value="#10B981"/>
    </inkml:brush>
  </inkml:definitions>
  <inkml:trace contextRef="#ctx0" brushRef="#br0">1031 2598 4915 0 0,'0'0'5'0'0,"0"0"0"0"0,0 0 0 0 0,0 0 0 0 0,0 0 0 0 0,0 0 0 0 0,0 0 0 0 0,0 0 0 0 0,0 0 1 0 0,0 0-1 0 0,0 0 0 0 0,0 0 0 0 0,0 0 0 0 0,0 0 0 0 0,0 0 0 0 0,0-1 0 0 0,0 1 0 0 0,0 0 0 0 0,0 0 0 0 0,0 0 0 0 0,0 0 0 0 0,0 0 0 0 0,0 0 0 0 0,0 0 0 0 0,0 0 0 0 0,0 0 0 0 0,0 0 1 0 0,0 0-1 0 0,0 0 0 0 0,0 0 0 0 0,0 0 0 0 0,0 0 0 0 0,0 0 0 0 0,0 0 0 0 0,0-2 0 0 0,0 2 0 0 0,0 0 0 0 0,0 0 0 0 0,0 0 0 0 0,0 0 0 0 0,0 0 0 0 0,0 0 0 0 0,0 0 0 0 0,0 0 0 0 0,-1 0 1 0 0,1 0-1 0 0,0 0 0 0 0,0 0 0 0 0,0 0 0 0 0,0 0 0 0 0,0 0 0 0 0,0 0 0 0 0,0 0 0 0 0,0 0 0 0 0,0 0 0 0 0,0 0 0 0 0,0 0 0 0 0,0 0 0 0 0,0 0 0 0 0,0 0 0 0 0,0 0 0 0 0,-1 0 0 0 0,1 0 1 0 0,8-5 39 0 0,0-1-49 0 0,-2 5 51 0 0,7 8 72 0 0,-11-6-104 0 0,154 95 1258 0 0,-119-72-871 0 0,-29-18-296 0 0,1 0 1 0 0,1-1-1 0 0,-1 1 0 0 0,18 5 0 0 0,-26-14-114 0 0,-6-7 49 0 0,-7-7 138 0 0,-27-36-40 0 0,-116-159-404 0 0,104 141 147 0 0,28 38 40 0 0,-1 0 0 0 0,-28-59 0 0 0,39 71 73 0 0,36 51-33 0 0,65 115 1107 0 0,-48-84-678 0 0,-29-40-169 0 0,-11-16-63 0 0,-9-14-73 0 0,-17-28-49 0 0,1 0-1 0 0,-19-41 1 0 0,21 35-97 0 0,-91-172-381 0 0,107 203 410 0 0,5 8 19 0 0,-1-1-1 0 0,1 1 1 0 0,0-1 0 0 0,0 1 0 0 0,0-1 0 0 0,0 1-1 0 0,1 0 1 0 0,-1-7 0 0 0,2 11 13 0 0,0 0-1 0 0,0 0 1 0 0,0 0-1 0 0,0-2 1 0 0,0 2-1 0 0,0 0 1 0 0,0 0-1 0 0,0 0 1 0 0,0 0-1 0 0,0 0 1 0 0,0 0-1 0 0,0 0 1 0 0,0 0-1 0 0,0 0 1 0 0,0 0-1 0 0,1 0 1 0 0,-1 0-1 0 0,0 0 1 0 0,0 0-1 0 0,0 0 1 0 0,0 0-1 0 0,0-1 1 0 0,0 1-1 0 0,0 0 1 0 0,0 0-1 0 0,0 0 1 0 0,0 0-1 0 0,0 0 1 0 0,0 0-1 0 0,0 0 1 0 0,0 0-1 0 0,0 0 1 0 0,0 0 0 0 0,0 0-1 0 0,0 0 1 0 0,1 0-1 0 0,-1 0 1 0 0,0 0-1 0 0,0 0 1 0 0,0 0-1 0 0,0 0 1 0 0,0 0-1 0 0,0 0 1 0 0,0 0-1 0 0,0 0 1 0 0,0 0-1 0 0,0 0 1 0 0,0 0-1 0 0,0 0 1 0 0,0 0-1 0 0,0 0 1 0 0,0 0-1 0 0,1 0 1 0 0,-1 0-1 0 0,0 1 1 0 0,0-1-1 0 0,0 0 1 0 0,0 0-1 0 0,0 0 1 0 0,0 0-1 0 0,0 0 1 0 0,0 0-1 0 0,0 0 1 0 0,0 0-1 0 0,0 0 1 0 0,7 7 77 0 0,8 12 70 0 0,15 30 297 0 0,-2 1 0 0 0,25 64 0 0 0,-49-107-378 0 0,-1 1 0 0 0,-1 0 0 0 0,1-1 0 0 0,-1 1 0 0 0,1 13 0 0 0,-3-21-66 0 0,0 0-1 0 0,0 0 1 0 0,0 0 0 0 0,0 0-1 0 0,0 1 1 0 0,0-1-1 0 0,0 0 1 0 0,0 0 0 0 0,0 0-1 0 0,0 1 1 0 0,0-1-1 0 0,0 0 1 0 0,0 0 0 0 0,0 0-1 0 0,0 1 1 0 0,0-1-1 0 0,0 0 1 0 0,-1 0 0 0 0,1 0-1 0 0,0 0 1 0 0,0 2-1 0 0,0-2 1 0 0,0 0 0 0 0,0 0-1 0 0,0 0 1 0 0,-1 0-1 0 0,1 0 1 0 0,0 1 0 0 0,0-1-1 0 0,0 0 1 0 0,0 0-1 0 0,-1 0 1 0 0,1 0-1 0 0,0 0 1 0 0,0 0 0 0 0,0 0-1 0 0,0 0 1 0 0,-1 0-1 0 0,1 0 1 0 0,0 0 0 0 0,0 0-1 0 0,0 0 1 0 0,-1 0-1 0 0,1 0 1 0 0,0 0 0 0 0,0 0-1 0 0,0 0 1 0 0,-2 0-1 0 0,2 0 1 0 0,0 0 0 0 0,0 0-1 0 0,0 0 1 0 0,0 0-1 0 0,-1 0 1 0 0,1 0 0 0 0,0-1-1 0 0,0 1 1 0 0,0 0-1 0 0,0 0 1 0 0,-1 0 0 0 0,1 0-1 0 0,0 0 1 0 0,0 0-1 0 0,0-2 1 0 0,-12-8 126 0 0,-15-24-172 0 0,2-1 0 0 0,0-2-1 0 0,-22-47 1 0 0,21 35-57 0 0,-234-441-1194 0 0,256 480 1257 0 0,-1 1 0 0 0,1-1 0 0 0,-4-15 0 0 0,8 23 26 0 0,3 5-11 0 0,2 5 21 0 0,37 86 767 0 0,-3 1-1 0 0,27 110 1 0 0,-64-199-756 0 0,1 8 76 0 0,0-1 1 0 0,0 1-1 0 0,0 16 1 0 0,-3-29-78 0 0,0 0 1 0 0,0 1-1 0 0,0-1 1 0 0,0 0 0 0 0,0 0-1 0 0,0 0 1 0 0,0 0-1 0 0,0 0 1 0 0,-1 0-1 0 0,1 0 1 0 0,0 1 0 0 0,-1-1-1 0 0,0 1 1 0 0,1-2-8 0 0,0 0 1 0 0,0 0 0 0 0,-2 0-1 0 0,2 0 1 0 0,0 0-1 0 0,0 0 1 0 0,0 0 0 0 0,-1 0-1 0 0,1 0 1 0 0,0 0-1 0 0,0 0 1 0 0,0 0 0 0 0,-1 0-1 0 0,1 0 1 0 0,0 0-1 0 0,0 0 1 0 0,-1 0 0 0 0,1 0-1 0 0,0 0 1 0 0,0 0-1 0 0,0 0 1 0 0,-1 0 0 0 0,1 0-1 0 0,0 0 1 0 0,0 0-1 0 0,0-1 1 0 0,0 1 0 0 0,-1 0-1 0 0,1 0 1 0 0,0 0-1 0 0,0 0 1 0 0,0-1 0 0 0,0 1-1 0 0,-1 0 1 0 0,-14-26 173 0 0,5 1-226 0 0,1-1 0 0 0,-9-53-1 0 0,5 22-104 0 0,-2-10-33 0 0,-111-495-1421 0 0,124 555 1587 0 0,1 0 0 0 0,1-1-1 0 0,-1 1 1 0 0,1-1 0 0 0,1-11-1 0 0,-1 19 25 0 0,0 0-1 0 0,0 0 1 0 0,0 0-1 0 0,0 0 1 0 0,0 1-1 0 0,0-1 1 0 0,0 0-1 0 0,0 0 1 0 0,1 0-1 0 0,-1 0 1 0 0,0 0-1 0 0,0 0 1 0 0,0 0-1 0 0,0 1 1 0 0,0-1 0 0 0,0 0-1 0 0,0 0 1 0 0,0 0-1 0 0,0 0 1 0 0,0 0-1 0 0,0 0 1 0 0,1 0-1 0 0,-1 0 1 0 0,0 0-1 0 0,0 0 1 0 0,0 0-1 0 0,0 0 1 0 0,0 0-1 0 0,0 1 1 0 0,0-1-1 0 0,1 0 1 0 0,-1 0-1 0 0,0 0 1 0 0,0 0-1 0 0,0 0 1 0 0,0 0 0 0 0,0 0-1 0 0,0 0 1 0 0,1 0-1 0 0,-1 0 1 0 0,0 0-1 0 0,0-1 1 0 0,0 1-1 0 0,0 0 1 0 0,0 0-1 0 0,0 0 1 0 0,0 0-1 0 0,2 0 1 0 0,-2 0-1 0 0,0 0 1 0 0,0 0-1 0 0,0 0 1 0 0,0 0-1 0 0,0 0 1 0 0,0 0-1 0 0,0-1 1 0 0,0 1 0 0 0,0 0-1 0 0,1 0 1 0 0,-1 0-1 0 0,0 0 1 0 0,0 0-1 0 0,0 0 1 0 0,0 0-1 0 0,0-1 1 0 0,4 10-42 0 0,9 19 256 0 0,-3 1 0 0 0,11 43-1 0 0,-2-6 155 0 0,53 175 888 0 0,-69-217-1124 0 0,-5-17-32 0 0,-5-17 42 0 0,-21-64-339 0 0,3-1 1 0 0,-17-79-1 0 0,13 39-114 0 0,-53-200-610 0 0,80 305 890 0 0,0 6 17 0 0,1-1 0 0 0,0 1 1 0 0,1 1-1 0 0,-1-2 0 0 0,1 1 0 0 0,-2-1 0 0 0,2-5 0 0 0,5 16 24 0 0,-2-2 0 0 0,1 2-1 0 0,-2-1 1 0 0,6 12 0 0 0,2 18 266 0 0,-1 3 1 0 0,6 54-1 0 0,-15-90-260 0 0,0 0-1 0 0,0 1 1 0 0,0-1 0 0 0,0 0-1 0 0,-1 0 1 0 0,1 0 0 0 0,-2 1-1 0 0,2 0 1 0 0,-1-2 0 0 0,0 1-1 0 0,-2 5 1 0 0,3-7-11 0 0,0 0 0 0 0,0 1 1 0 0,0-1-1 0 0,-1 0 0 0 0,1 0 0 0 0,0 1 1 0 0,0-1-1 0 0,0 0 0 0 0,-1 0 0 0 0,1 0 1 0 0,0 1-1 0 0,0-1 0 0 0,-2 0 0 0 0,2 0 1 0 0,0 0-1 0 0,0 0 0 0 0,-1 0 1 0 0,1 1-1 0 0,0-1 0 0 0,0 0 0 0 0,-1 0 1 0 0,1 0-1 0 0,0 0 0 0 0,-1 0 0 0 0,1 0 1 0 0,0 0-1 0 0,0 0 0 0 0,-1 0 0 0 0,0 0 1 0 0,1-1-1 0 0,-1 1 0 0 0,0-1 0 0 0,1 0 1 0 0,-2 1-1 0 0,2-1 0 0 0,-1 1 1 0 0,1-1-1 0 0,-1 0 0 0 0,1 0 0 0 0,-1 1 1 0 0,1-1-1 0 0,-1-1 0 0 0,1 1 1 0 0,0 0-1 0 0,-1-1 0 0 0,-9-32-95 0 0,1-2-1 0 0,1 1 1 0 0,-5-55-1 0 0,11 29-173 0 0,4-78-1 0 0,3 89 122 0 0,0-26-48 0 0,-5 74 182 0 0,-1-1 1 0 0,1 1-1 0 0,0 0 1 0 0,-1 0-1 0 0,0-1 0 0 0,1 1 1 0 0,-1 0-1 0 0,0 1 1 0 0,-1-4-1 0 0,-6-12-55 0 0,-16-64-201 0 0,23 73 234 0 0,1 0 0 0 0,-1 1-1 0 0,1-1 1 0 0,0 0 0 0 0,0 0-1 0 0,2-8 1 0 0,-2 15 31 0 0,0 1-1 0 0,0 0 1 0 0,0 0-1 0 0,0-1 0 0 0,0 1 1 0 0,0 0-1 0 0,0 0 1 0 0,0-1-1 0 0,0 1 1 0 0,1 0-1 0 0,-1 0 1 0 0,0-2-1 0 0,0 2 1 0 0,0 0-1 0 0,0 0 0 0 0,0 0 1 0 0,1-1-1 0 0,-1 1 1 0 0,0 0-1 0 0,0 0 1 0 0,0 0-1 0 0,0-1 1 0 0,1 1-1 0 0,-1 0 0 0 0,0 0 1 0 0,0 0-1 0 0,1 0 1 0 0,-1 0-1 0 0,0 0 1 0 0,0 0-1 0 0,2-1 1 0 0,-2 1-1 0 0,0 0 1 0 0,0 0-1 0 0,1 0 0 0 0,-1 0 1 0 0,0 0-1 0 0,0 0 1 0 0,1 0-1 0 0,-1 0 1 0 0,0 0-1 0 0,0 0 1 0 0,1 0-1 0 0,-1 1 0 0 0,0-1 1 0 0,0 0-1 0 0,1 0 1 0 0,-1 0-1 0 0,0 0 1 0 0,0 0-1 0 0,1 0 1 0 0,-1 1-1 0 0,0-1 1 0 0,0 0-1 0 0,0 0 0 0 0,1 0 1 0 0,-1 0-1 0 0,0 1 1 0 0,0-1-1 0 0,0 0 1 0 0,0 0-1 0 0,0 2 1 0 0,1-2-1 0 0,-1 0 0 0 0,9 17 126 0 0,-7-15-118 0 0,17 39 453 0 0,23 76 0 0 0,3 45 418 0 0,-37-132-733 0 0,-2 0 69 0 0,0 1 0 0 0,-1-1-1 0 0,-1 53 1 0 0,-6-74-206 0 0,-3-14 17 0 0,-1-11 73 0 0,-2-13-105 0 0,2 0-1 0 0,-3-55 0 0 0,7-61-454 0 0,3 87 304 0 0,-1 51 135 0 0,0 0-1 0 0,0 2 1 0 0,1-2 0 0 0,0 2-1 0 0,0-2 1 0 0,0 0 0 0 0,2 2-1 0 0,-1-1 1 0 0,2-6 0 0 0,-4 11 20 0 0,0 1 0 0 0,0 0 0 0 0,1-1 0 0 0,-1 1 0 0 0,0-1 1 0 0,0 1-1 0 0,0 0 0 0 0,2-1 0 0 0,-2 1 0 0 0,0 0 0 0 0,1-2 1 0 0,-1 2-1 0 0,0 0 0 0 0,1 0 0 0 0,-1-1 0 0 0,0 1 1 0 0,1 0-1 0 0,-1 0 0 0 0,0-1 0 0 0,1 1 0 0 0,-1 0 0 0 0,1 0 1 0 0,-1 0-1 0 0,0 0 0 0 0,1 0 0 0 0,-1 0 0 0 0,2 0 0 0 0,-2 0 1 0 0,0 0-1 0 0,1 0 0 0 0,0 0 0 0 0,0 0 9 0 0,-1 1-1 0 0,1-1 1 0 0,0 1 0 0 0,0-1-1 0 0,0 2 1 0 0,-1-2 0 0 0,2 1-1 0 0,-1 0 1 0 0,-1-1 0 0 0,1 1-1 0 0,-1 0 1 0 0,1 0 0 0 0,0 1-1 0 0,13 29 223 0 0,-6 6-133 0 0,2 2 210 0 0,5 62 0 0 0,-9 116 566 0 0,-6-213-860 0 0,-1 1-15 0 0,-2-10 17 0 0,-3-14 70 0 0,4-38-258 0 0,3 1 0 0 0,2-2 1 0 0,13-67-1 0 0,-14 113 128 0 0,-1 3 4 0 0,1 0 0 0 0,-1 1 0 0 0,1-1 0 0 0,0 0 0 0 0,6-12 0 0 0,-8 21 43 0 0,1 0 0 0 0,-1-1 0 0 0,0 1 0 0 0,0 0 1 0 0,0 0-1 0 0,0 0 0 0 0,0 0 0 0 0,0 0 0 0 0,1 0 0 0 0,-1 0 0 0 0,0 0 0 0 0,0-1 0 0 0,0 1 0 0 0,0 0 1 0 0,0 0-1 0 0,1 0 0 0 0,-1 0 0 0 0,0 0 0 0 0,0 0 0 0 0,0 0 0 0 0,0 0 0 0 0,0 0 0 0 0,2 0 0 0 0,-2 0 1 0 0,0 0-1 0 0,0 0 0 0 0,0 0 0 0 0,0 0 0 0 0,1 0 0 0 0,-1 0 0 0 0,0 0 0 0 0,0 1 0 0 0,0-1 0 0 0,0 0 1 0 0,0 0-1 0 0,1 0 0 0 0,-1 0 0 0 0,0 0 0 0 0,0 0 0 0 0,0 0 0 0 0,0 0 0 0 0,0 1 0 0 0,0-1 0 0 0,0 0 1 0 0,0 0-1 0 0,1 0 0 0 0,-1 0 0 0 0,0 0 0 0 0,0 1 0 0 0,0-1 0 0 0,0 0 0 0 0,0 0 0 0 0,0 0 0 0 0,6 11-26 0 0,42 224 746 0 0,-35-165-456 0 0,9 77 334 0 0,-20-119-428 0 0,0 2 0 0 0,-7 58 0 0 0,2-76-128 0 0,-2-21 52 0 0,1-23 41 0 0,1-19-410 0 0,3 0 0 0 0,12-74-1 0 0,30-99-590 0 0,-39 216 834 0 0,-2 1-4 0 0,1-1 1 0 0,0 2-1 0 0,1-2 0 0 0,-1 1 0 0 0,0 1 1 0 0,2-1-1 0 0,-1 0 0 0 0,5-5 0 0 0,-8 12 36 0 0,0-1 0 0 0,0 1 0 0 0,0 0-1 0 0,1 0 1 0 0,-1 0 0 0 0,0 0 0 0 0,0 0-1 0 0,0 0 1 0 0,0-1 0 0 0,0 1 0 0 0,0 0 0 0 0,0 0-1 0 0,1 0 1 0 0,-1 0 0 0 0,0 0 0 0 0,0 0-1 0 0,0 0 1 0 0,0 0 0 0 0,1 0 0 0 0,-1 0-1 0 0,0-1 1 0 0,0 1 0 0 0,0 0 0 0 0,0 0-1 0 0,0 0 1 0 0,1 0 0 0 0,-1 0 0 0 0,0 0 0 0 0,0 0-1 0 0,0 0 1 0 0,0 0 0 0 0,1 0 0 0 0,-1 1-1 0 0,0-1 1 0 0,0 0 0 0 0,0 0 0 0 0,0 0-1 0 0,2 0 1 0 0,-2 0 0 0 0,0 0 0 0 0,0 0 0 0 0,0 0-1 0 0,0 0 1 0 0,0 0 0 0 0,1 1 0 0 0,2 10-24 0 0,-1 13-12 0 0,-5 76 737 0 0,-31 192-1 0 0,28-264-605 0 0,4-10-11 0 0,0-2 1 0 0,-3 2-1 0 0,1 0 0 0 0,-10 18 1 0 0,14-36-85 0 0,0 0 1 0 0,0 1 0 0 0,0-1-1 0 0,0 0 1 0 0,0 0-1 0 0,0 1 1 0 0,0-1 0 0 0,0 0-1 0 0,-1 0 1 0 0,1 1 0 0 0,0-1-1 0 0,0 0 1 0 0,0 0-1 0 0,0 2 1 0 0,-1-2 0 0 0,1 0-1 0 0,0 0 1 0 0,0 0-1 0 0,-1 0 1 0 0,1 1 0 0 0,0-1-1 0 0,0 0 1 0 0,-1 0-1 0 0,1 0 1 0 0,0 0 0 0 0,-1 0-1 0 0,1 0 1 0 0,0 0-1 0 0,0 0 1 0 0,-1 1 0 0 0,1-1-1 0 0,-1 0 1 0 0,-6-9 48 0 0,-1-19 71 0 0,8 27-112 0 0,-8-43-188 0 0,2 0 1 0 0,2-2-1 0 0,3 2 1 0 0,1-1 0 0 0,8-61-1 0 0,11-15-271 0 0,-16 104 362 0 0,2 2 0 0 0,-1-2 0 0 0,2 1 0 0 0,1 1 1 0 0,9-19-1 0 0,-14 33 88 0 0,-1-2 1 0 0,-1 2-1 0 0,1 0 0 0 0,0 0 1 0 0,0 0-1 0 0,-1-1 1 0 0,1 1-1 0 0,0-1 1 0 0,1 1-1 0 0,-1 0 1 0 0,1 0-1 0 0,-1 0 1 0 0,0 1-1 0 0,0-1 1 0 0,0 0-1 0 0,2 1 1 0 0,-2-1-1 0 0,0 0 1 0 0,1 1-1 0 0,-1 0 0 0 0,2-1 1 0 0,-2 1-1 0 0,0 0 1 0 0,1-2-1 0 0,1 2 1 0 0,0 2 9 0 0,-2-2 0 0 0,1 1 0 0 0,-1 0 0 0 0,2-1-1 0 0,-2 1 1 0 0,0 0 0 0 0,1 0 0 0 0,-1 0 0 0 0,0 0 0 0 0,0 0 0 0 0,1 0 0 0 0,-1 1 0 0 0,0-1 0 0 0,0 0 0 0 0,0 1 0 0 0,0-1 0 0 0,0 0-1 0 0,0 1 1 0 0,-1 0 0 0 0,2 0 0 0 0,-1-1 0 0 0,0 3 0 0 0,4 17 100 0 0,1 0 1 0 0,-1 0-1 0 0,3 31 1 0 0,-3 69 346 0 0,-3-58-225 0 0,0 98 298 0 0,-4-133-376 0 0,-1 1 0 0 0,-1 0 1 0 0,-13 42-1 0 0,17-70-148 0 0,0 0 0 0 0,0-1 0 0 0,0 1 0 0 0,0 0 0 0 0,-2 0 0 0 0,2 0 0 0 0,0-1 0 0 0,-1 2 0 0 0,1-1 0 0 0,0-1 0 0 0,-1 1 0 0 0,1 0 0 0 0,-1-1 0 0 0,1 1 0 0 0,-1 0 0 0 0,0 0 0 0 0,0-1-2 0 0,1 0 0 0 0,0-1-1 0 0,-1 1 1 0 0,1 0 0 0 0,0 0 0 0 0,0-1-1 0 0,-2 1 1 0 0,2 0 0 0 0,0 0 0 0 0,0-1-1 0 0,0 1 1 0 0,-1 0 0 0 0,1-1-1 0 0,0 1 1 0 0,0 0 0 0 0,0-1 0 0 0,0 1-1 0 0,0 0 1 0 0,0-1 0 0 0,0 1-1 0 0,-1 0 1 0 0,1-2 0 0 0,0 1 0 0 0,-2-32 90 0 0,2 12-200 0 0,2-1 0 0 0,0 1 0 0 0,11-33-1 0 0,23-63-420 0 0,-28 93 458 0 0,1 0-90 0 0,1 1-1 0 0,2-1 1 0 0,23-34-1 0 0,-35 55 150 0 0,2 1 0 0 0,-1 1 0 0 0,0 0 0 0 0,1-1 0 0 0,-1 1 0 0 0,0-2 0 0 0,0 2 0 0 0,2 0 0 0 0,-2 0 0 0 0,0 0 0 0 0,1 0 0 0 0,-1 0 0 0 0,2 0 0 0 0,-1 0 0 0 0,-1-1 0 0 0,5 1 0 0 0,-5 1 16 0 0,0 0-1 0 0,0 0 0 0 0,-1 0 0 0 0,1 0 0 0 0,0 0 0 0 0,0 1 1 0 0,1-1-1 0 0,-2 0 0 0 0,1 2 0 0 0,0-2 0 0 0,0 0 0 0 0,-1 1 1 0 0,1-1-1 0 0,0 1 0 0 0,-1-1 0 0 0,1 1 0 0 0,0 0 0 0 0,-1-1 1 0 0,2 1-1 0 0,-2-1 0 0 0,1 1 0 0 0,-1 0 0 0 0,1 0 0 0 0,-1-1 1 0 0,0 2-1 0 0,1-1 0 0 0,-1 0 0 0 0,0 0 0 0 0,0-1 0 0 0,1 1 1 0 0,-1 0-1 0 0,0 0 0 0 0,0 0 0 0 0,0 2 0 0 0,8 46 316 0 0,2 86 0 0 0,-6-54-29 0 0,1-17-80 0 0,1-17-13 0 0,-4 0 0 0 0,-3 62 0 0 0,-5-77-81 0 0,6-30-109 0 0,0-1 0 0 0,0 2 1 0 0,-1-2-1 0 0,1 1 1 0 0,-1-1-1 0 0,1 0 0 0 0,-1 1 1 0 0,1-1-1 0 0,-1 0 1 0 0,0 1-1 0 0,0-1 0 0 0,-1 1 1 0 0,1-1-1 0 0,0 0 1 0 0,0 0-1 0 0,0 0 0 0 0,-1 2 1 0 0,1-3-4 0 0,1 0 0 0 0,-2 0 1 0 0,2 0-1 0 0,-1 0 0 0 0,1 0 0 0 0,-1 0 1 0 0,0 0-1 0 0,1 0 0 0 0,-1 0 0 0 0,1 0 0 0 0,-1-2 1 0 0,1 2-1 0 0,0 0 0 0 0,-1 0 0 0 0,1-1 1 0 0,-2 1-1 0 0,2 0 0 0 0,-1-1 0 0 0,1 1 1 0 0,0 0-1 0 0,-1-1 0 0 0,1 1 0 0 0,-1 0 0 0 0,1-1 1 0 0,0 1-1 0 0,0-1 0 0 0,-1 1 0 0 0,1-1 1 0 0,0 1-1 0 0,0-1 0 0 0,-1 1 0 0 0,1-1 1 0 0,0 1-1 0 0,0-2 0 0 0,-7-22 34 0 0,6 20-27 0 0,-2-15-120 0 0,-1-1 0 0 0,2-1-1 0 0,1 1 1 0 0,1 0 0 0 0,1 0 0 0 0,5-31 0 0 0,4-1-260 0 0,20-64 1 0 0,-22 92 190 0 0,2 0 0 0 0,16-28 0 0 0,-3 9 28 0 0,-19 34 80 0 0,1 1 0 0 0,0-1 0 0 0,1 0 1 0 0,0 1-1 0 0,1 0 0 0 0,7-8 0 0 0,-14 18 79 0 0,1-1 0 0 0,-1 1-1 0 0,0 0 1 0 0,0 1 0 0 0,0-2-1 0 0,0 1 1 0 0,0 0 0 0 0,0 0 0 0 0,0 0-1 0 0,-1 3 1 0 0,-10 61 169 0 0,2-7 202 0 0,-22 76 0 0 0,30-133-366 0 0,1 1 0 0 0,-1 0 0 0 0,0-1 0 0 0,0 0 1 0 0,0 1-1 0 0,0-1 0 0 0,-2 0 0 0 0,2 0 1 0 0,-1 0-1 0 0,1 1 0 0 0,-1-2 0 0 0,-2 3 1 0 0,3-4-12 0 0,1 1 0 0 0,-1-1 0 0 0,1 0 0 0 0,-1 0 0 0 0,1 0 0 0 0,-1 1 0 0 0,1-1 0 0 0,-1 0 0 0 0,1 0 0 0 0,-2 0 0 0 0,2 0 0 0 0,-1 0 0 0 0,1 0 0 0 0,-1 0 0 0 0,1 0 0 0 0,-1 0 0 0 0,1 0 1 0 0,-1 0-1 0 0,1 0 0 0 0,-1 0 0 0 0,1 0 0 0 0,-1-1 0 0 0,-2 0 2 0 0,2 1 0 0 0,0-1 1 0 0,0 0-1 0 0,0 0 0 0 0,0 0 1 0 0,0 0-1 0 0,0 0 0 0 0,1-1 1 0 0,-2 1-1 0 0,1 0 0 0 0,0-1 1 0 0,0-1-1 0 0,-5-8-25 0 0,2 0 1 0 0,0-2 0 0 0,1 2-1 0 0,0-1 1 0 0,0 0-1 0 0,1 0 1 0 0,0-13-1 0 0,2-90-464 0 0,1 94 424 0 0,0-20-96 0 0,5-246-937 0 0,-5 284 1082 0 0,-1 1-1 0 0,0-1 1 0 0,-1 1 0 0 0,1-1 0 0 0,0 1 0 0 0,0 0-1 0 0,-1 0 1 0 0,0 0 0 0 0,1-1 0 0 0,-2 1-1 0 0,1 0 1 0 0,-1-4 0 0 0,2 6 7 0 0,-1 0 0 0 0,1 0-1 0 0,0-1 1 0 0,-1 1 0 0 0,1 0 0 0 0,0-1-1 0 0,-1 1 1 0 0,1 0 0 0 0,0 0 0 0 0,-1 0-1 0 0,1 0 1 0 0,-2-1 0 0 0,2 1 0 0 0,0 0-1 0 0,-1 0 1 0 0,1 0 0 0 0,-1 0 0 0 0,1 0-1 0 0,0 0 1 0 0,-1 0 0 0 0,1 0 0 0 0,-1 0 0 0 0,0 0-1 0 0,0 1 5 0 0,-1-1 0 0 0,0 0 0 0 0,1 1-1 0 0,0 0 1 0 0,-1-1 0 0 0,1 1 0 0 0,-1 1 0 0 0,1-1 0 0 0,0 0-1 0 0,-2 1 1 0 0,-10 11 120 0 0,0 1 0 0 0,-11 15 1 0 0,-18 20 226 0 0,33-40-323 0 0,-1 1 87 0 0,0 0 0 0 0,-20 13-1 0 0,26-20-88 0 0,0 0 0 0 0,-1-1 0 0 0,2 0 0 0 0,-2 0 0 0 0,1-1 0 0 0,-1 2 0 0 0,1-2 0 0 0,-2 0 0 0 0,2 0 0 0 0,-1 0 0 0 0,-10-1 0 0 0,14 1-18 0 0,0-1 0 0 0,0 0 0 0 0,1 1 0 0 0,-1-1 0 0 0,0 0 0 0 0,0 1 0 0 0,-1-1 1 0 0,1 2-1 0 0,0-2 0 0 0,0 1 0 0 0,1 0 0 0 0,-1-1 0 0 0,0 1 0 0 0,0 0 0 0 0,1 0 0 0 0,-1-1 0 0 0,1 1 0 0 0,-2 0 0 0 0,2 0 0 0 0,-1 0 0 0 0,1 1 0 0 0,-1-1 0 0 0,1 0 0 0 0,0 0 0 0 0,-1-1 0 0 0,1 1 0 0 0,0 0 0 0 0,0 0 0 0 0,0 0 0 0 0,0 0 0 0 0,0 3 0 0 0,0 37 148 0 0,3-7 24 0 0,5 21 183 0 0,-3 2 0 0 0,-5 109 0 0 0,-7-108 67 0 0,-29 117 0 0 0,26-139-240 0 0,-3-2 0 0 0,-1 0 1 0 0,-1 1-1 0 0,-29 43 1 0 0,34-61-114 0 0,0 0 67 0 0,0-1-1 0 0,-15 16 1 0 0,25-32-142 0 0,0 0 1 0 0,0 1 0 0 0,-1-1-1 0 0,1 0 1 0 0,0 0 0 0 0,0 1-1 0 0,0-1 1 0 0,0 0 0 0 0,-1 0 0 0 0,1 0-1 0 0,0 2 1 0 0,0-2 0 0 0,0 0-1 0 0,-2 0 1 0 0,2 0 0 0 0,0 0-1 0 0,0 0 1 0 0,-1 1 0 0 0,1-1-1 0 0,0 0 1 0 0,-1 0 0 0 0,1 0-1 0 0,0 0 1 0 0,0 0 0 0 0,-1 0-1 0 0,1 0 1 0 0,0 0 0 0 0,-1 0-1 0 0,1 0 1 0 0,0 0 0 0 0,0 0 0 0 0,-1 0-1 0 0,1 0 1 0 0,-1 0 0 0 0,-3-11 100 0 0,5-14 67 0 0,-1 22-165 0 0,1 0-1 0 0,-1 0 1 0 0,2 0 0 0 0,-1 1 0 0 0,0-1 0 0 0,0 0 0 0 0,0 1 0 0 0,1-1 0 0 0,0 1 0 0 0,0-1-1 0 0,-1 1 1 0 0,1 0 0 0 0,0 0 0 0 0,1-1 0 0 0,1-1 0 0 0,-3 3-2 0 0,0 0 0 0 0,2 1 0 0 0,-2-1 1 0 0,0 0-1 0 0,0 0 0 0 0,0 1 0 0 0,1-2 0 0 0,0 2 1 0 0,-1-1-1 0 0,1 1 0 0 0,-1 0 0 0 0,0-1 0 0 0,1 1 0 0 0,0 0 1 0 0,-1 0-1 0 0,1 0 0 0 0,-1 0 0 0 0,1 0 0 0 0,0 0 0 0 0,-1 0 1 0 0,1 1-1 0 0,-1-1 0 0 0,0 1 0 0 0,1-1 0 0 0,0 0 1 0 0,-1 2-1 0 0,0-1 0 0 0,1-1 0 0 0,-1 1 0 0 0,1 1 0 0 0,4 2 12 0 0,-1 1-1 0 0,0 0 1 0 0,0 0-1 0 0,-2 0 1 0 0,2 1 0 0 0,-1-1-1 0 0,3 9 1 0 0,21 45 134 0 0,-21-43-122 0 0,117 296 539 0 0,-100-248-458 0 0,-19-49-69 0 0,6 10 26 0 0,-2 1 0 0 0,-1-1 0 0 0,4 30 1 0 0,-13-48-50 0 0,-4-11 18 0 0,-3-15 22 0 0,-29-107-1074 0 0,-20-139 1 0 0,48 219 735 0 0,2 12 29 0 0,2 0 0 0 0,-2-40-1 0 0,10 61 184 0 0,-3 13 70 0 0,0 0 0 0 0,1 0 0 0 0,-1 0-1 0 0,0 0 1 0 0,0 0 0 0 0,0 0-1 0 0,0 0 1 0 0,0 0 0 0 0,0 0-1 0 0,1 0 1 0 0,-1 0 0 0 0,0 0-1 0 0,0 0 1 0 0,0 0 0 0 0,0 0-1 0 0,0 0 1 0 0,1 0 0 0 0,-1 0-1 0 0,0 0 1 0 0,0 0 0 0 0,0 0-1 0 0,0 0 1 0 0,0 0 0 0 0,0 0-1 0 0,0 0 1 0 0,1 0 0 0 0,-1 1-1 0 0,0-1 1 0 0,0 0 0 0 0,0 0-1 0 0,0 0 1 0 0,0 0 0 0 0,0 0-1 0 0,0 0 1 0 0,0 0 0 0 0,0 0-1 0 0,0 1 1 0 0,1-1 0 0 0,-1 0 0 0 0,0 0-1 0 0,0 0 1 0 0,11 24-94 0 0,52 204 703 0 0,-8-20-83 0 0,141 316 841 0 0,-281-757-2277 0 0,79 220 801 0 0,3 5 63 0 0,-1 1 1 0 0,2-1-1 0 0,0 0 0 0 0,-1 0 1 0 0,1-1-1 0 0,0-7 0 0 0,2 16 48 0 0,0 0 0 0 0,-1-1-1 0 0,1 1 1 0 0,0 0-1 0 0,0-1 1 0 0,0 1 0 0 0,0 0-1 0 0,0-1 1 0 0,0 1-1 0 0,0 0 1 0 0,0-2 0 0 0,0 2-1 0 0,0 0 1 0 0,0-1-1 0 0,0 1 1 0 0,0 0-1 0 0,0-1 1 0 0,1 1 0 0 0,-1 0-1 0 0,0-1 1 0 0,0 1-1 0 0,0 0 1 0 0,0-1 0 0 0,1 1-1 0 0,-1 0 1 0 0,0 0-1 0 0,0-1 1 0 0,1 1 0 0 0,-1 0-1 0 0,0 0 1 0 0,0 0-1 0 0,1-1 1 0 0,-1 1 0 0 0,0 0-1 0 0,0 0 1 0 0,1 0-1 0 0,-1 0 1 0 0,0-1 0 0 0,2 1-1 0 0,-2 0 1 0 0,0 0-1 0 0,1 0 1 0 0,-1 0 0 0 0,0 0-1 0 0,1 0 1 0 0,-1 0-1 0 0,0 0 1 0 0,1 0 0 0 0,-1 0-1 0 0,0 0 1 0 0,1 0-1 0 0,-1 0 1 0 0,0 0 0 0 0,1 1-1 0 0,-1-1 1 0 0,0 0-1 0 0,1 0 1 0 0,-1 0 0 0 0,0 0-1 0 0,1 1 1 0 0,-1-1-1 0 0,0 0 1 0 0,2 1 0 0 0,19 18-63 0 0,16 28 254 0 0,-1 3-1 0 0,42 76 0 0 0,-36-56-31 0 0,-22-37-75 0 0,64 112 290 0 0,-83-144-372 0 0,1 5 15 0 0,2-1 1 0 0,-2 2-1 0 0,1-1 0 0 0,0-1 0 0 0,-2 2 0 0 0,3 11 0 0 0,-4-18-15 0 0,0 0-1 0 0,0 0 1 0 0,0 0-1 0 0,0 1 1 0 0,0-1-1 0 0,0 0 0 0 0,0 0 1 0 0,0 0-1 0 0,0 0 1 0 0,0 0-1 0 0,0 0 1 0 0,0 1-1 0 0,0-1 1 0 0,0 0-1 0 0,0 0 1 0 0,-1 0-1 0 0,1 0 1 0 0,0 0-1 0 0,0 0 1 0 0,0 0-1 0 0,0 1 1 0 0,0-1-1 0 0,0 0 1 0 0,0 0-1 0 0,0 0 1 0 0,0 0-1 0 0,0 0 1 0 0,-1 0-1 0 0,1 0 1 0 0,0 0-1 0 0,0 0 1 0 0,0 0-1 0 0,0 0 1 0 0,0 0-1 0 0,0 0 1 0 0,0 1-1 0 0,-1-1 1 0 0,1 0-1 0 0,0 0 1 0 0,0 0-1 0 0,0 0 1 0 0,0 0-1 0 0,0 0 1 0 0,0 0-1 0 0,-1 0 1 0 0,1-1-1 0 0,-9-4 36 0 0,-11-10 22 0 0,18 13-55 0 0,-38-40-58 0 0,50 55 124 0 0,-1 0 0 0 0,12 23-1 0 0,-13-23-29 0 0,45 73 249 0 0,93 116 0 0 0,-143-198-276 0 0,15 17 50 0 0,-16-19-32 0 0,-8-14-9 0 0,-152-203-1375 0 0,131 179 1130 0 0,14 14 66 0 0,14 16 157 0 0,11 13-34 0 0,30 35 141 0 0,68 85 0 0 0,-33-35 151 0 0,-37-45-138 0 0,-10-12 40 0 0,43 40 0 0 0,-115-116-74 0 0,20 17-19 0 0,-30-24 1 0 0,13 20-434 0 0,-41-45-1 0 0,76 64 235 0 0,11 11 138 0 0,13 9 76 0 0,277 199 608 0 0,-196-158-503 0 0,-94-51-148 0 0,-9-5-10 0 0,-8-9 0 0 0,-59-50 204 0 0,-17-19 49 0 0,81 75-218 0 0,12 8-36 0 0,9 7-11 0 0,129 74 335 0 0,-140-80-260 0 0,-12-7-43 0 0,-15-7-29 0 0,16 10 18 0 0,6 1-35 0 0,-1 1 0 0 0,0-1 0 0 0,0 1 0 0 0,0-1 0 0 0,0 1 0 0 0,-1-1 0 0 0,1 1 0 0 0,0 0 0 0 0,0 0 0 0 0,0-1 0 0 0,0 1 0 0 0,0 0 0 0 0,-1 0 0 0 0,1 0 0 0 0,0 0 0 0 0,0 0 0 0 0,-1 0 0 0 0,1 0 0 0 0,0 1 0 0 0,-2-1 0 0 0,21 21 61 0 0,-7-13-3 0 0,-10-7-58 0 0,1-1 0 0 0,-1 1 0 0 0,0 0 0 0 0,0 0 0 0 0,2 0 0 0 0,-2 0 0 0 0,0 0 0 0 0,0 0-1 0 0,0 2 1 0 0,0-2 0 0 0,0 0 0 0 0,0 0 0 0 0,2 2 0 0 0,-3-2 2 0 0,0 1-1 0 0,0-2 1 0 0,0 1 0 0 0,1-1 0 0 0,-1 1-1 0 0,0 0 1 0 0,0-1 0 0 0,1 1 0 0 0,-1-1-1 0 0,1 1 1 0 0,-1-1 0 0 0,0 1 0 0 0,1-1-1 0 0,-1 1 1 0 0,1-1 0 0 0,-1 1 0 0 0,2-1-1 0 0,-2 0 1 0 0,2 1 0 0 0,7 7 15 0 0,22 20 76 0 0,-26-25-90 0 0,-4-2-3 0 0,-1 0-1 0 0,1-1 1 0 0,-1 2 0 0 0,1-2 0 0 0,0 1 0 0 0,-1-1 0 0 0,2 1 0 0 0,-1-1 0 0 0,0 1 0 0 0,-1-1 0 0 0,1 0 0 0 0,0 0 0 0 0,0 1 0 0 0,-1-1 0 0 0,1 0 0 0 0,0 0 0 0 0,1 0 0 0 0,-1 0 0 0 0,-1 0-1 0 0,1 0 1 0 0,1 0 0 0 0,6 1 17 0 0,-1 1 0 0 0,0-1 0 0 0,-1 2 0 0 0,1-1 0 0 0,0 1 0 0 0,0-1 0 0 0,-1 2 0 0 0,0-1 0 0 0,1 1 0 0 0,6 6 0 0 0,7 3 9 0 0,-1-1 64 0 0,-1 1-1 0 0,29 28 1 0 0,-26-24-63 0 0,-8-4-11 0 0,-6-7 8 0 0,0 1 0 0 0,0-1-1 0 0,1-1 1 0 0,0 1 0 0 0,10 5 0 0 0,6-1 18 0 0,-18-8-30 0 0,-1 0 0 0 0,0 0 0 0 0,0 1 1 0 0,0 0-1 0 0,0-1 0 0 0,-1 1 0 0 0,6 5 1 0 0,5 3 49 0 0,0-1 0 0 0,-1 0 0 0 0,23 10 0 0 0,-2 0 3 0 0,43 24 170 0 0,-72-40-222 0 0,1 0 1 0 0,-2-1 0 0 0,2 0 0 0 0,0 0-1 0 0,0-1 1 0 0,-1 0 0 0 0,1 1 0 0 0,1-2 0 0 0,-1 0-1 0 0,0 0 1 0 0,11 0 0 0 0,-10 0 2 0 0,0 1 0 0 0,-2-1 0 0 0,2 2 0 0 0,-1-1 0 0 0,0 0 0 0 0,0 1 0 0 0,-1 1 0 0 0,1-1 0 0 0,11 8 0 0 0,18 9 58 0 0,-19-12-15 0 0,0-2-1 0 0,25 8 1 0 0,-38-14-60 0 0,1 1 0 0 0,-1-1 0 0 0,2 0 0 0 0,-1 0 0 0 0,-1-1 0 0 0,1 1 0 0 0,-2-1 0 0 0,1-1 0 0 0,1 1 0 0 0,0 0 0 0 0,-1-1 0 0 0,1 1 0 0 0,4-5 0 0 0,2 1 0 0 0,-1-2 0 0 0,0 1-1 0 0,18-15 1 0 0,-22 14-42 0 0,0 1 1 0 0,-1 0-1 0 0,0-1 0 0 0,-1 0 1 0 0,1 1-1 0 0,-1-2 0 0 0,0 0 1 0 0,-1 2-1 0 0,5-14 0 0 0,-2 2-71 0 0,-2 0-1 0 0,0 0 0 0 0,1-21 1 0 0,7-98-955 0 0,-10 44 514 0 0,-12-73-580 0 0,-1 57 374 0 0,5 52 417 0 0,-7-39-367 0 0,9 72 407 0 0,-10-36 1 0 0,7 36-16 0 0,-3-33 0 0 0,6 34 93 0 0,-1-1-1 0 0,-2 1 0 0 0,-8-25 0 0 0,-1 0-185 0 0,-6 1 27 0 0,0-15-431 0 0,-3 2-1 0 0,-62-109 1 0 0,44 82 553 0 0,26 52 127 0 0,-23-41 0 0 0,-69-90-166 0 0,-54-43 494 0 0,137 178-347 0 0,-40-38 87 0 0,12 15 502 0 0,29 29-272 0 0,-39-30 0 0 0,17 15-379 0 0,-169-130 1312 0 0,145 118-638 0 0,48 35-369 0 0,15 12-19 0 0,1 0 1 0 0,-1-2-1 0 0,-10-8 0 0 0,13 10-22 0 0,1 1 1 0 0,-2 1-1 0 0,1-1 0 0 0,0 1 1 0 0,-1 0-1 0 0,-7-4 0 0 0,6 4 6 0 0,0-1-1 0 0,0 0 0 0 0,-12-9 1 0 0,-8-12 47 0 0,-2 2 1 0 0,-2 1-1 0 0,1 1 0 0 0,-3 2 1 0 0,0 1-1 0 0,-44-17 0 0 0,-73-34 626 0 0,6-10-92 0 0,286 156 0 0 0,-2 14-36 0 0,10 5-13 0 0,-61-42-249 0 0,39 38 315 0 0,-57-32-359 0 0,24 19 138 0 0,116 68 507 0 0,-150-106-492 0 0,67 61-1 0 0,-25-16-46 0 0,62 57 351 0 0,-147-123-751 0 0,0 1 0 0 0,18 30 0 0 0,36 50 0 0 0,21 31 0 0 0,-73-100 0 0 0,-10-18 0 0 0,-2 0 0 0 0,9 16 0 0 0,-9-11 0 0 0,-20-45-214 0 0,-14-39 1 0 0,-7-16-218 0 0,-2 12-468 0 0,-2 2 0 0 0,-89-118 0 0 0,101 151 660 0 0,-171-203-1890 0 0,47 82 664 0 0,111 118 843 0 0,-88-62 0 0 0,-133-62 856 0 0,204 127-239 0 0,-6-4-190 0 0,22 13 347 0 0,-1 2-1 0 0,-2 1 1 0 0,-63-26-1 0 0,96 46-119 0 0,0 0-1 0 0,0-1 1 0 0,0 2-1 0 0,0 0 0 0 0,0 1 1 0 0,0-1-1 0 0,-1 2 1 0 0,-12 0-1 0 0,19-1-18 0 0,0 1 0 0 0,-1-1 0 0 0,1 1 0 0 0,-1 1 0 0 0,1-2 0 0 0,0 1 0 0 0,-1 1 0 0 0,1-1 0 0 0,-1 0 0 0 0,1 1 0 0 0,1-1 0 0 0,-2 2 0 0 0,1-1 0 0 0,1 0 0 0 0,0 0 0 0 0,-2 0 0 0 0,2 1 0 0 0,0 0 0 0 0,-1-1 0 0 0,1 2 0 0 0,0-2 0 0 0,1 1 0 0 0,-2 0 0 0 0,0 4 0 0 0,2 0 13 0 0,1 0 0 0 0,-1 0-1 0 0,1 1 1 0 0,0-2 0 0 0,1 2-1 0 0,0-1 1 0 0,0 1 0 0 0,0-2-1 0 0,0 1 1 0 0,2 1 0 0 0,3 7-1 0 0,6 27 174 0 0,-9-24-136 0 0,4 17 113 0 0,-1 1 0 0 0,-3 0 0 0 0,-1 68 0 0 0,-4-80-82 0 0,-7 25 0 0 0,9-49-92 0 0,0 0-1 0 0,0 1 1 0 0,0-1-1 0 0,0 0 1 0 0,0 2-1 0 0,0-2 0 0 0,0 1 1 0 0,-1-1-1 0 0,1 0 1 0 0,0 1-1 0 0,0-1 1 0 0,0 0-1 0 0,0 1 1 0 0,-1-1-1 0 0,1 0 0 0 0,0 1 1 0 0,0-1-1 0 0,0 0 1 0 0,-1 0-1 0 0,1 1 1 0 0,0-1-1 0 0,-2 0 0 0 0,2 0 1 0 0,0 1-1 0 0,-1-1 1 0 0,1 0-1 0 0,0 0 1 0 0,-1 0-1 0 0,1 0 1 0 0,0 1-1 0 0,-1-1 0 0 0,-11-7 105 0 0,-5-19 90 0 0,-74-162-1056 0 0,38 72 124 0 0,51 111 711 0 0,0 0 0 0 0,-2 0 0 0 0,1 0 0 0 0,0 0 0 0 0,-1 1 0 0 0,-4-5 0 0 0,5 9-65 0 0,1 7 93 0 0,2 10 74 0 0,0-12-85 0 0,-3 52 231 0 0,-1 1 0 0 0,-15 74-1 0 0,-39 111 516 0 0,16-76-271 0 0,37-139-380 0 0,0-4 18 0 0,0 1 1 0 0,-2-1-1 0 0,-1 0 1 0 0,-16 33-1 0 0,23-56-102 0 0,1 0-1 0 0,-1 0 1 0 0,1 0 0 0 0,0 0 0 0 0,-1 0 0 0 0,0-1-1 0 0,1 2 1 0 0,-1-1 0 0 0,1 0 0 0 0,-1-1-1 0 0,-1 1 1 0 0,1 0 0 0 0,1-1 0 0 0,-1 1 0 0 0,0-1-1 0 0,0 1 1 0 0,0-1 0 0 0,0 1 0 0 0,1-1-1 0 0,-2 1 1 0 0,0-1 0 0 0,1 0 0 0 0,0 0 0 0 0,0 0 0 0 0,1-1 1 0 0,-1 1-1 0 0,0 0 0 0 0,1 0 0 0 0,-2-1 0 0 0,1 1 0 0 0,1-1 0 0 0,-1 1 1 0 0,1-1-1 0 0,-1 1 0 0 0,1-1 0 0 0,-1 1 0 0 0,1-1 0 0 0,-1 1 0 0 0,1-1 0 0 0,-1 1 1 0 0,1-1-1 0 0,0-1 0 0 0,-1 1 0 0 0,-3-7 31 0 0,1 0 1 0 0,-1-1-1 0 0,-1-15 0 0 0,4 21-26 0 0,-73-274-1439 0 0,72 268 1351 0 0,1 5 48 0 0,0 0 1 0 0,0 0-1 0 0,0-1 0 0 0,-1 1 1 0 0,1-1-1 0 0,1 1 1 0 0,0-1-1 0 0,0 1 0 0 0,0 0 1 0 0,1-6-1 0 0,-1 10 30 0 0,0-2 0 0 0,0 2-1 0 0,0 0 1 0 0,0 0 0 0 0,0 0-1 0 0,2 0 1 0 0,-2 0 0 0 0,0-1-1 0 0,0 1 1 0 0,0 0 0 0 0,0 0 0 0 0,0 0-1 0 0,0 0 1 0 0,0 0 0 0 0,1 0-1 0 0,-1 0 1 0 0,0 0 0 0 0,0 0-1 0 0,0-1 1 0 0,0 1 0 0 0,1 0-1 0 0,-1 0 1 0 0,0 0 0 0 0,0 0 0 0 0,0 0-1 0 0,0 0 1 0 0,0 0 0 0 0,1 0-1 0 0,-1 0 1 0 0,0 0 0 0 0,0 0-1 0 0,0 0 1 0 0,0 0 0 0 0,1 0 0 0 0,-1 1-1 0 0,0-1 1 0 0,0 0 0 0 0,0 0-1 0 0,0 0 1 0 0,0 0 0 0 0,1 0-1 0 0,-1 0 1 0 0,0 0 0 0 0,0 0-1 0 0,0 0 1 0 0,0 1 0 0 0,0-1 0 0 0,8 8-5 0 0,-6-6 22 0 0,13 18 70 0 0,0 0 0 0 0,-2 1 0 0 0,0 1-1 0 0,16 44 1 0 0,-8-22 52 0 0,203 398 1034 0 0,37-21 21 0 0,-259-417-1184 0 0,3 4 31 0 0,2 2-1 0 0,1-1 0 0 0,-1 0 1 0 0,1-1-1 0 0,13 11 0 0 0,-21-19-35 0 0,1 1 0 0 0,-1-1-1 0 0,0 0 1 0 0,2 1 0 0 0,-2-1-1 0 0,0 0 1 0 0,1 1 0 0 0,-1-1-1 0 0,1 0 1 0 0,-1 0 0 0 0,1 0 0 0 0,-1 1-1 0 0,1-1 1 0 0,-1 0 0 0 0,1 0-1 0 0,-1 0 1 0 0,1 0 0 0 0,-1 0-1 0 0,1 0 1 0 0,-1 0 0 0 0,2 0-1 0 0,-2 0 1 0 0,0 0 0 0 0,1 0 0 0 0,-1 0-1 0 0,1 0 1 0 0,-1 0 0 0 0,1-1-1 0 0,-1 1 1 0 0,1 0 0 0 0,0-1 1 0 0,0 0 1 0 0,-1 0 0 0 0,1 1 0 0 0,-1-1 0 0 0,0 0-1 0 0,2-1 1 0 0,-2 1 0 0 0,0 0 0 0 0,1 0 0 0 0,-1 0-1 0 0,0 0 1 0 0,0 0 0 0 0,0 0 0 0 0,0-2 0 0 0,-4-42-79 0 0,4 43 48 0 0,-12-66-674 0 0,-37-109 1 0 0,-38-61-645 0 0,67 191 1023 0 0,-27-84-474 0 0,43 114 709 0 0,4 17 84 0 0,0 0-1 0 0,0 0 0 0 0,0 0 1 0 0,0-1-1 0 0,0 1 1 0 0,0 0-1 0 0,0 0 0 0 0,0 0 1 0 0,0 0-1 0 0,0 0 0 0 0,1 0 1 0 0,-1 0-1 0 0,0 0 0 0 0,0 0 1 0 0,0 0-1 0 0,0-1 1 0 0,0 1-1 0 0,0 0 0 0 0,0 0 1 0 0,0 0-1 0 0,0 0 0 0 0,0 0 1 0 0,0 0-1 0 0,0 0 0 0 0,0 0 1 0 0,2 0-1 0 0,-2 0 1 0 0,0 0-1 0 0,0 0 0 0 0,0 0 1 0 0,0 0-1 0 0,0 0 0 0 0,0 0 1 0 0,0 0-1 0 0,0 0 0 0 0,0 0 1 0 0,1 0-1 0 0,-1 0 1 0 0,0 0-1 0 0,0 0 0 0 0,0 0 1 0 0,0 0-1 0 0,0 0 0 0 0,0 0 1 0 0,0 0-1 0 0,0 0 0 0 0,0 0 1 0 0,0 0-1 0 0,1 0 1 0 0,-1 0-1 0 0,0 0 0 0 0,0 0 1 0 0,0 0-1 0 0,0 1 0 0 0,0-1 1 0 0,0 0-1 0 0,0 0 0 0 0,0 0 1 0 0,19 24-3 0 0,93 159 640 0 0,-68-105-408 0 0,407 616 2044 0 0,-407-641-2060 0 0,-26-32-87 0 0,-1 0 1 0 0,18 30-1 0 0,-98-120-91 0 0,30 31-304 0 0,-74-84-594 0 0,87 101 637 0 0,-2 1 1 0 0,0 1-1 0 0,-37-24 1 0 0,53 40 236 0 0,2 0 0 0 0,-2 0 0 0 0,1 1 1 0 0,-10-4-1 0 0,14 6-8 0 0,1-1 0 0 0,-1 1 0 0 0,0 0-1 0 0,1 0 1 0 0,-2-1 0 0 0,1 1 0 0 0,1 0 0 0 0,-1 0 0 0 0,0 0 0 0 0,1 0 0 0 0,-1 0 0 0 0,0 0 0 0 0,1 0 0 0 0,-1 0-1 0 0,0 0 1 0 0,1 0 0 0 0,-2 0 0 0 0,1 1 0 0 0,1-1 0 0 0,-1 0 0 0 0,0 0 0 0 0,1 1 0 0 0,-1-1 0 0 0,1 0 0 0 0,-1 1-1 0 0,1-1 1 0 0,-1 0 0 0 0,0 1 0 0 0,1-1 0 0 0,-2 2 0 0 0,2-2 0 0 0,0 1 0 0 0,-1-1 0 0 0,1 1 0 0 0,-1 0 0 0 0,1-1-1 0 0,0 1 1 0 0,0-1 0 0 0,-1 1 0 0 0,1 0 0 0 0,0-1 0 0 0,0 1 0 0 0,0 0 0 0 0,-1-1 0 0 0,1 2 0 0 0,0-1 0 0 0,0-1-1 0 0,0 1 1 0 0,0 1 0 0 0,1 7 31 0 0,0 1 0 0 0,0 0-1 0 0,2-1 1 0 0,-1-1-1 0 0,0 2 1 0 0,7 14 0 0 0,31 55 134 0 0,-28-57-111 0 0,17 35 147 0 0,3-3 0 0 0,42 55 0 0 0,-66-101-182 0 0,-29-50 131 0 0,-125-150-1351 0 0,93 125 746 0 0,-185-220-1311 0 0,174 214 1256 0 0,-84-96-647 0 0,130 153 1124 0 0,38 38 83 0 0,0 1-1 0 0,29 42 0 0 0,-16-20 131 0 0,-14-20-64 0 0,411 516 2389 0 0,-303-391-1800 0 0,65 70 322 0 0,-131-158-670 0 0,-52-54-304 0 0,1 0 0 0 0,-1-1 0 0 0,2 0 0 0 0,0 0 0 0 0,10 4 0 0 0,4 0 13 0 0,-17-9-15 0 0,-1 0 0 0 0,1 1-1 0 0,-1 1 1 0 0,-1-1 0 0 0,1 2 0 0 0,0-1 0 0 0,-1 0-1 0 0,0 1 1 0 0,9 9 0 0 0,1 4 152 0 0,35 30-1 0 0,-47-44-175 0 0,2 0 1 0 0,-1 1-1 0 0,1-2 0 0 0,1 0 1 0 0,-2 1-1 0 0,2-1 0 0 0,-1 0 0 0 0,1 0 1 0 0,-1-1-1 0 0,1 0 0 0 0,8 0 0 0 0,-12-1-8 0 0,-1-1 0 0 0,2 0-1 0 0,-1 0 1 0 0,-1 0 0 0 0,2-1-1 0 0,-1 1 1 0 0,0-1 0 0 0,0 1-1 0 0,-1-1 1 0 0,2 0 0 0 0,-2 0-1 0 0,1 0 1 0 0,-1 0 0 0 0,1-2-1 0 0,0 2 1 0 0,2-3 0 0 0,-1 1-21 0 0,-1-1 1 0 0,1 1-1 0 0,-1-2 1 0 0,1 1 0 0 0,-1 1-1 0 0,0-2 1 0 0,0 1 0 0 0,2-8-1 0 0,2-5-132 0 0,-1 0 0 0 0,-2 1 0 0 0,1-2 0 0 0,2-23 0 0 0,9-41-348 0 0,-9 56 273 0 0,-2-1-1 0 0,-1 1 1 0 0,1-33-1 0 0,-6-4-434 0 0,-16-104 0 0 0,13 139 353 0 0,4 28 287 0 0,0 0 0 0 0,0 0 0 0 0,0 0 0 0 0,0 0 0 0 0,0 0 0 0 0,0 0 0 0 0,0 0-1 0 0,0 0 1 0 0,0 0 0 0 0,0-1 0 0 0,0 1 0 0 0,0 0 0 0 0,0 0 0 0 0,0 0 0 0 0,0 0 0 0 0,0 0 0 0 0,0 0 0 0 0,0 0 0 0 0,0 0 0 0 0,0 0-1 0 0,0 0 1 0 0,0 0 0 0 0,0 0 0 0 0,0-1 0 0 0,0 1 0 0 0,0 0 0 0 0,0 0 0 0 0,0 0 0 0 0,0 0 0 0 0,0 0 0 0 0,0 0 0 0 0,0 0-1 0 0,0 0 1 0 0,0 0 0 0 0,0 0 0 0 0,0 0 0 0 0,0 0 0 0 0,0 0 0 0 0,0 0 0 0 0,0 0 0 0 0,0-1 0 0 0,1 1 0 0 0,-1 0 0 0 0,0 0 0 0 0,0 0-1 0 0,0 0 1 0 0,0 0 0 0 0,0 0 0 0 0,0 0 0 0 0,0 0 0 0 0,0 0 0 0 0,0 0 0 0 0,0 0 0 0 0,0 0 0 0 0,0 0 0 0 0,0 0 0 0 0,2 0 0 0 0,-2 0-1 0 0,0 0 1 0 0,0 0 0 0 0,0 0 0 0 0,0 0 0 0 0,0 0 0 0 0,0 0 0 0 0,0 0 0 0 0,6 14-55 0 0,82 250 725 0 0,-62-180-461 0 0,43 114 340 0 0,-83-312-683 0 0,-11-35-662 0 0,-42-215-1037 0 0,40 241 1275 0 0,-34-139-776 0 0,42 197 661 0 0,-52-121-1 0 0,69 182 650 0 0,-27-51-287 0 0,26 51 283 0 0,1-1 0 0 0,-2 1 1 0 0,1 1-1 0 0,0-2 0 0 0,-1 2 1 0 0,1-2-1 0 0,-2 2 1 0 0,2 0-1 0 0,-8-4 0 0 0,9 7 34 0 0,1-1 0 0 0,0 1 0 0 0,0 0 0 0 0,-1 0 0 0 0,1 0-1 0 0,0 0 1 0 0,-1 0 0 0 0,1 0 0 0 0,0 0 0 0 0,-1 1 0 0 0,1-1 0 0 0,0 0 0 0 0,-1 1-1 0 0,1-1 1 0 0,0 1 0 0 0,0-1 0 0 0,0 2 0 0 0,0-2 0 0 0,0 1 0 0 0,0 0 0 0 0,-1-1-1 0 0,1 1 1 0 0,0 0 0 0 0,0 0 0 0 0,1 0 0 0 0,-1 0 0 0 0,0 0 0 0 0,1 0 0 0 0,-2 2-1 0 0,-3 2 31 0 0,2 1-1 0 0,-1-1 0 0 0,1 1 0 0 0,-5 10 0 0 0,6-7 22 0 0,-1 0 1 0 0,1 0-1 0 0,1 1 0 0 0,0-1 1 0 0,1 0-1 0 0,-1 1 1 0 0,2-2-1 0 0,-1 2 0 0 0,1-1 1 0 0,5 18-1 0 0,3 7 221 0 0,20 48-1 0 0,-28-79-256 0 0,56 131 647 0 0,-44-106-466 0 0,3 0 1 0 0,27 39-1 0 0,-37-58-110 0 0,3 4-40 0 0,-7-14-41 0 0,-6-8 4 0 0,-14-37-112 0 0,-3 1 0 0 0,-38-61 0 0 0,31 58-65 0 0,-72-124-871 0 0,-125-159 1 0 0,152 238 502 0 0,-3 4 1 0 0,-5 2-1 0 0,-100-82 1 0 0,180 168 527 0 0,-10-10-66 0 0,-2 1 0 0 0,1 0-1 0 0,0 1 1 0 0,-2 0 0 0 0,0 1 0 0 0,-23-9-1 0 0,37 17 74 0 0,0 0-1 0 0,-1 0 0 0 0,1 0 0 0 0,-1 0 0 0 0,1-2 0 0 0,0 2 0 0 0,-1 0 0 0 0,1 0 0 0 0,-1 0 1 0 0,1 0-1 0 0,0 0 0 0 0,-1 0 0 0 0,1 0 0 0 0,-2 0 0 0 0,2 0 0 0 0,0 0 0 0 0,-1 0 0 0 0,1 2 1 0 0,-1-2-1 0 0,1 0 0 0 0,0 0 0 0 0,-1 0 0 0 0,1 0 0 0 0,0 1 0 0 0,-1-1 0 0 0,1 0 0 0 0,0 0 1 0 0,-1 1-1 0 0,1-1 0 0 0,-1 14 76 0 0,11 16 68 0 0,10 8 240 0 0,3-3-1 0 0,50 64 1 0 0,-72-97-369 0 0,89 112 1304 0 0,152 148-1 0 0,-191-215-892 0 0,-67-75-262 0 0,-47-72-146 0 0,18 27-347 0 0,-42-67-233 0 0,84 136 530 0 0,1 2 25 0 0,1 0 0 0 0,0 0 1 0 0,0 0-1 0 0,0-1 0 0 0,0 1 0 0 0,-1 0 1 0 0,2 0-1 0 0,-1 0 0 0 0,1-1 0 0 0,-1 1 1 0 0,1 0-1 0 0,0 0 0 0 0,0-4 1 0 0,0 6 2 0 0,0 0 0 0 0,0 0 1 0 0,0-1-1 0 0,0 1 1 0 0,0 0-1 0 0,0 0 1 0 0,0 0-1 0 0,0-1 0 0 0,1 1 1 0 0,-1 0-1 0 0,0 0 1 0 0,0 0-1 0 0,0 0 1 0 0,0-1-1 0 0,0 1 0 0 0,1 0 1 0 0,-1 0-1 0 0,0 0 1 0 0,0 0-1 0 0,0 0 1 0 0,2 0-1 0 0,-2-1 0 0 0,0 1 1 0 0,0 0-1 0 0,0 0 1 0 0,1 0-1 0 0,-1 0 1 0 0,0 0-1 0 0,0 0 1 0 0,1 0-1 0 0,-1 0 0 0 0,0 0 1 0 0,1 0-1 0 0,10 3-68 0 0,13 10 48 0 0,-24-13 27 0 0,35 27 218 0 0,0 2 0 0 0,-2-1 0 0 0,34 42 0 0 0,-64-67-205 0 0,73 79 733 0 0,96 133 0 0 0,-140-168-446 0 0,-3 0 1 0 0,-2 2-1 0 0,-1 1 1 0 0,34 99 0 0 0,-56-133-240 0 0,12 30 198 0 0,-2 2 0 0 0,-3-1 0 0 0,9 78 0 0 0,-20-118-227 0 0,0-1 1 0 0,0-1-1 0 0,0 2 1 0 0,-1-2 0 0 0,-2 12-1 0 0,2-17-31 0 0,1 1-1 0 0,0 0 1 0 0,0 0 0 0 0,-2 0-1 0 0,2-1 1 0 0,0 1-1 0 0,-1 0 1 0 0,1-1 0 0 0,-1 2-1 0 0,1-1 1 0 0,-1-1-1 0 0,1 1 1 0 0,-1-1 0 0 0,0 1-1 0 0,1-1 1 0 0,-1 1-1 0 0,0-1 1 0 0,-2 1 0 0 0,3 0-4 0 0,-1-1 0 0 0,0 0 0 0 0,0 0 0 0 0,0 0 0 0 0,0 0 0 0 0,-1-1 0 0 0,1 1 0 0 0,1 0 0 0 0,-1 0 0 0 0,0 0 1 0 0,0-1-1 0 0,0 1 0 0 0,0-1 0 0 0,1 1 0 0 0,-1 0 0 0 0,-1-1 0 0 0,1 1 0 0 0,1-1 0 0 0,-1 1 0 0 0,0-1 0 0 0,0-2 0 0 0,-16-14-34 0 0,1-1 0 0 0,2-1 0 0 0,0-1 0 0 0,0 0 0 0 0,-15-33 0 0 0,5 10-218 0 0,-158-295-1618 0 0,3 7 49 0 0,-27 18 38 0 0,180 280 1460 0 0,-1 1 0 0 0,-37-34 0 0 0,52 56 343 0 0,0-1 0 0 0,-1 2 0 0 0,0-1 0 0 0,-1 2 0 0 0,1-1 0 0 0,-1 2 0 0 0,-1 1 0 0 0,-30-11 0 0 0,40 16 8 0 0,-1 0 1 0 0,0 0-1 0 0,2 0 1 0 0,-2 1-1 0 0,1 0 1 0 0,-1 0-1 0 0,0 0 1 0 0,-8 2 0 0 0,14-2-30 0 0,-2 0 1 0 0,2 0-1 0 0,0 1 1 0 0,0-1-1 0 0,-1 0 1 0 0,1 1-1 0 0,0-1 1 0 0,0 0-1 0 0,-1 1 1 0 0,1-1 0 0 0,0 0-1 0 0,0 1 1 0 0,0-1-1 0 0,-1 2 1 0 0,1-2-1 0 0,0 0 1 0 0,0 1-1 0 0,0-1 1 0 0,0 1 0 0 0,0-1-1 0 0,0 0 1 0 0,0 1-1 0 0,0-1 1 0 0,0 1-1 0 0,0-1 1 0 0,0 0-1 0 0,0 1 1 0 0,0-1-1 0 0,1 1 1 0 0,-1-1 0 0 0,0 0-1 0 0,0 1 1 0 0,0-1-1 0 0,0 1 1 0 0,1-1-1 0 0,-1 0 1 0 0,0 1-1 0 0,0-1 1 0 0,1 0 0 0 0,-1 2-1 0 0,16 15 157 0 0,-14-13-112 0 0,18 16 164 0 0,1-2 0 0 0,47 34-1 0 0,-23-18 12 0 0,362 254 2067 0 0,-220-177-1311 0 0,-186-111-968 0 0,0 1-1 0 0,0 0 1 0 0,1-1-1 0 0,-1 1 1 0 0,1-1-1 0 0,0 2 0 0 0,-1-2 1 0 0,1 1-1 0 0,-1-1 1 0 0,0 0-1 0 0,2 0 1 0 0,1 0-1 0 0,-4 0-6 0 0,0 0-1 0 0,0 0 0 0 0,0 0 0 0 0,1 0 1 0 0,-1 0-1 0 0,0 0 0 0 0,0 0 0 0 0,0 0 1 0 0,0 0-1 0 0,0-1 0 0 0,1 1 1 0 0,-1 0-1 0 0,0 0 0 0 0,0 0 0 0 0,0 0 1 0 0,0 0-1 0 0,0 0 0 0 0,0-2 1 0 0,0 2-1 0 0,0 0 0 0 0,0 0 0 0 0,0 0 1 0 0,2 0-1 0 0,-2-1 0 0 0,0 1 0 0 0,0 0 1 0 0,0 0-1 0 0,0 0 0 0 0,0 0 1 0 0,0-1-1 0 0,0 1 0 0 0,0 0 0 0 0,0 0 1 0 0,0 0-1 0 0,-7-12 98 0 0,1 4-84 0 0,5 6 7 0 0,0 0 0 0 0,0 1 0 0 0,0-1 0 0 0,0-1 0 0 0,-2 2 0 0 0,2-1 0 0 0,-1 1 0 0 0,1 0 0 0 0,-2-1 0 0 0,0-1 0 0 0,3 3-19 0 0,0 0 0 0 0,-1 0 1 0 0,1 0-1 0 0,0 0 0 0 0,0 0 0 0 0,0 0 1 0 0,0 0-1 0 0,0 0 0 0 0,0 0 0 0 0,0 0 0 0 0,0 0 1 0 0,0 0-1 0 0,0 0 0 0 0,0 0 0 0 0,-1 0 0 0 0,1 0 1 0 0,0 0-1 0 0,0 0 0 0 0,0 0 0 0 0,0 0 0 0 0,0 0 1 0 0,0 0-1 0 0,0 0 0 0 0,0 0 0 0 0,0 0 1 0 0,0 0-1 0 0,0 0 0 0 0,0 0 0 0 0,0 0 0 0 0,0 0 1 0 0,0 2-1 0 0,-1-2 0 0 0,1 0 0 0 0,0 0 0 0 0,0 0 1 0 0,0 0-1 0 0,0 0 0 0 0,0 0 0 0 0,0 0 1 0 0,0 0-1 0 0,0 0 0 0 0,0 0 0 0 0,0 0 0 0 0,0 1 1 0 0,0-1-1 0 0,0 0 0 0 0,0 0 0 0 0,0 0 0 0 0,0 0 1 0 0,0 0-1 0 0,0 0 0 0 0,0 0 0 0 0,0 0 0 0 0,0 0 1 0 0,1 0-1 0 0,-1 0 0 0 0,0 1 0 0 0,0-1 1 0 0,0 0-1 0 0,0 0 0 0 0,0 0 0 0 0,0 0 0 0 0,0 0 1 0 0,0 0-1 0 0,0 0 0 0 0,0 0 0 0 0,0 0 0 0 0,0 0 1 0 0,3 7-23 0 0,-2-7 30 0 0,13 25 225 0 0,18 37 0 0 0,-80-149-33 0 0,46 82-229 0 0,-125-234-1279 0 0,109 210 1122 0 0,-1 1 1 0 0,-1 2-1 0 0,-2 0 1 0 0,0 1-1 0 0,-2 1 0 0 0,-28-22 1 0 0,-149-89-1 0 0,-12 18 229 0 0,174 95-42 0 0,11 6 135 0 0,0 2-1 0 0,0 1 1 0 0,0 0-1 0 0,-48-12 1 0 0,59 25-124 0 0,29 1 27 0 0,0 0-1 0 0,-1 1 0 0 0,1 1 0 0 0,0-1 1 0 0,-1 1-1 0 0,-1 2 0 0 0,2-1 0 0 0,-1 0 1 0 0,10 7-1 0 0,91 61 459 0 0,-108-69-493 0 0,69 52 478 0 0,-2 4-1 0 0,123 131 1 0 0,94 163 988 0 0,-236-285-1223 0 0,96 132 547 0 0,-109-140-394 0 0,48 92 0 0 0,-82-143-355 0 0,-1 1 1 0 0,1 0-1 0 0,-1 0 0 0 0,0 0 1 0 0,-2 0-1 0 0,0 0 1 0 0,0 1-1 0 0,1-1 1 0 0,-2 1-1 0 0,-1 0 0 0 0,0-1 1 0 0,0 1-1 0 0,-3 14 1 0 0,0-2 23 0 0,3-19-56 0 0,-1 1 0 0 0,1 0-1 0 0,-1 0 1 0 0,0-1 0 0 0,0 0 0 0 0,-2 1-1 0 0,0 5 1 0 0,3-10-15 0 0,0 0 0 0 0,-1 1 0 0 0,1-1 1 0 0,0 0-1 0 0,0 0 0 0 0,0 0 0 0 0,0 0 0 0 0,0 0 0 0 0,0 1 0 0 0,0-1 0 0 0,-1 0 1 0 0,1 0-1 0 0,0 0 0 0 0,0 0 0 0 0,0 0 0 0 0,0 0 0 0 0,0 0 0 0 0,-1 0 0 0 0,1 0 0 0 0,0 1 1 0 0,0-1-1 0 0,0 0 0 0 0,0 0 0 0 0,-2 0 0 0 0,2 0 0 0 0,0 0 0 0 0,0 0 0 0 0,0 0 1 0 0,-1 0-1 0 0,1 0 0 0 0,0 0 0 0 0,0 0 0 0 0,0-1 0 0 0,0 1 0 0 0,-1 0 0 0 0,1 0 1 0 0,0 0-1 0 0,0 0 0 0 0,0 0 0 0 0,0 0 0 0 0,0 0 0 0 0,-1 0 0 0 0,1 0 0 0 0,0 0 0 0 0,0-1 1 0 0,0 1-1 0 0,0 0 0 0 0,0 0 0 0 0,0 0 0 0 0,-1 0 0 0 0,1 0 0 0 0,0-1 0 0 0,0 1 1 0 0,0 0-1 0 0,0 0 0 0 0,0 0 0 0 0,0 0 0 0 0,0-1 0 0 0,0 1 0 0 0,0 0 0 0 0,0 0 1 0 0,0 0-1 0 0,0 0 0 0 0,0-1 0 0 0,-5-12 74 0 0,5 13-69 0 0,-48-132-542 0 0,30 87 265 0 0,-220-505-3633 0 0,218 513 3567 0 0,28 65 457 0 0,15 36 0 0 0,-4-14 10 0 0,18 48 358 0 0,92 164 0 0 0,-121-250-434 0 0,0 1 0 0 0,12 15-1 0 0,-18-29-44 0 0,-4-8 12 0 0,-2-11 31 0 0,-12-24-120 0 0,-35-110-675 0 0,43 122 453 0 0,0 0-1 0 0,-4-61 1 0 0,11 86 247 0 0,1 1 0 0 0,1-1 1 0 0,-1 1-1 0 0,1-1 0 0 0,1-9 0 0 0,-1 15 39 0 0,-1 1-1 0 0,0-1 1 0 0,0 0-1 0 0,1 0 1 0 0,-1 1-1 0 0,0-1 1 0 0,2 0-1 0 0,-2 1 1 0 0,0-1-1 0 0,1 0 0 0 0,-1 1 1 0 0,1-2-1 0 0,-1 2 1 0 0,1-1-1 0 0,0 0 1 0 0,-1 1-1 0 0,1 0 1 0 0,0-1-1 0 0,-1 1 1 0 0,3-1-1 0 0,-2 1 8 0 0,0 0 0 0 0,0 0-1 0 0,0 0 1 0 0,0 0 0 0 0,0 0 0 0 0,0 0-1 0 0,1 1 1 0 0,-1-1 0 0 0,0 0 0 0 0,0 1-1 0 0,0-1 1 0 0,0 1 0 0 0,0-1 0 0 0,1 1-1 0 0,-1-1 1 0 0,0 2 0 0 0,-1-1 0 0 0,1-1-1 0 0,0 1 1 0 0,1 1 0 0 0,17 18 132 0 0,1 0-1 0 0,27 43 1 0 0,-16-22 14 0 0,53 64 213 0 0,-95-129-385 0 0,1-1 1 0 0,0 0-1 0 0,-6-30 1 0 0,10 37-97 0 0,-94-371-1757 0 0,99 382 1843 0 0,-2 1-1 0 0,2-1 1 0 0,0 1-1 0 0,0-1 1 0 0,0 2 0 0 0,1-2-1 0 0,0 0 1 0 0,0 1 0 0 0,0-1-1 0 0,3-11 1 0 0,-3 18 31 0 0,0-1 1 0 0,1 1 0 0 0,-1 0-1 0 0,0 0 1 0 0,0-1-1 0 0,0 1 1 0 0,1 0 0 0 0,-1 0-1 0 0,0-1 1 0 0,0 1-1 0 0,2 0 1 0 0,-2 0-1 0 0,0 0 1 0 0,0 0 0 0 0,1 0-1 0 0,-1-1 1 0 0,0 1-1 0 0,1 0 1 0 0,-1 0-1 0 0,0 0 1 0 0,0 0 0 0 0,1 0-1 0 0,-1 0 1 0 0,0 0-1 0 0,1 0 1 0 0,-1 0-1 0 0,0 0 1 0 0,1 0 0 0 0,-1 0-1 0 0,0 0 1 0 0,0 0-1 0 0,1 0 1 0 0,-1 1 0 0 0,0-1-1 0 0,1 0 1 0 0,-1 0-1 0 0,0 0 1 0 0,0 0-1 0 0,2 0 1 0 0,-2 1 0 0 0,0-1-1 0 0,0 0 1 0 0,1 0-1 0 0,-1 0 1 0 0,0 1-1 0 0,12 11 12 0 0,2 7 75 0 0,-3 1 1 0 0,0 0-1 0 0,-1 0 1 0 0,8 24 0 0 0,-3-7 61 0 0,104 277 927 0 0,-87-216-761 0 0,-20-70-205 0 0,59 187 597 0 0,-50-143-334 0 0,11 75-1 0 0,-30-125-296 0 0,-1-1-1 0 0,-1 1 1 0 0,-1 1-1 0 0,-3 20 0 0 0,-2 39 190 0 0,5-56-108 0 0,-6 36 0 0 0,0-9-2 0 0,7-50-143 0 0,0 0-1 0 0,-1-1 1 0 0,1 0-1 0 0,0 1 1 0 0,-1-1-1 0 0,1-1 1 0 0,-1 1-1 0 0,0 0 1 0 0,0 0-1 0 0,1 1 1 0 0,-2-1-1 0 0,1 0 1 0 0,-1-1 0 0 0,1 1-1 0 0,0 0 1 0 0,0 0-1 0 0,-2-1 1 0 0,2 1-1 0 0,-4 1 1 0 0,4-1-2 0 0,-2-1 0 0 0,1-1 1 0 0,0 1-1 0 0,1-1 1 0 0,-2 1-1 0 0,1-1 0 0 0,0 0 1 0 0,0 0-1 0 0,-1 0 0 0 0,1 0 1 0 0,1 0-1 0 0,-1 0 0 0 0,-1 0 1 0 0,1-1-1 0 0,0 1 1 0 0,0-1-1 0 0,1 1 0 0 0,-2-1 1 0 0,1-1-1 0 0,1 1 0 0 0,-1 0 1 0 0,-3-1-1 0 0,-5-4 54 0 0,-1 2 0 0 0,1-2 1 0 0,-2 3-1 0 0,0 0 0 0 0,-14-4 0 0 0,-61-4 240 0 0,84 11-289 0 0,-6-1 27 0 0,1-1 0 0 0,-1 0 0 0 0,0-2 0 0 0,1 1-1 0 0,-1 0 1 0 0,-7-5 0 0 0,3 2 29 0 0,2 1 0 0 0,-16-5-1 0 0,24 9-57 0 0,-1 1 0 0 0,1-1 0 0 0,-2 1 0 0 0,2-1 0 0 0,0 1 0 0 0,-2 0 0 0 0,2 0 0 0 0,-1 0 0 0 0,0 1 0 0 0,0-1 0 0 0,-6 2 0 0 0,7 0 6 0 0,0 0-1 0 0,-1-1 0 0 0,2 2 1 0 0,-2-1-1 0 0,2 0 1 0 0,-1 0-1 0 0,1 0 1 0 0,-1 2-1 0 0,1-2 1 0 0,0 1-1 0 0,0 0 1 0 0,-1 0-1 0 0,2 0 1 0 0,-1 0-1 0 0,1 1 1 0 0,-1-1-1 0 0,0 0 0 0 0,1 1 1 0 0,1-1-1 0 0,-2 6 1 0 0,0 1 20 0 0,1 0 1 0 0,-2 0 0 0 0,3 0-1 0 0,-1 0 1 0 0,1 0-1 0 0,3 12 1 0 0,16 135 488 0 0,-18-148-497 0 0,0-5-12 0 0,0 1 1 0 0,-1-2-1 0 0,0 1 1 0 0,1 1-1 0 0,-1-2 1 0 0,0 2-1 0 0,-1-1 0 0 0,0 5 1 0 0,-1-11 8 0 0,-1-2 0 0 0,1 2-1 0 0,0-1 1 0 0,0 0 0 0 0,-1-1 0 0 0,2 1 0 0 0,-3-6-1 0 0,-38-95-681 0 0,-25-72-703 0 0,66 173 1339 0 0,0-1 0 0 0,0 1 1 0 0,1-1-1 0 0,0 0 1 0 0,-1 1-1 0 0,1-5 1 0 0,0 7 17 0 0,0 1-1 0 0,0 0 1 0 0,0-1 0 0 0,0 1 0 0 0,0-1-1 0 0,1 1 1 0 0,-1 0 0 0 0,0-1 0 0 0,0 1 0 0 0,0 0-1 0 0,0-1 1 0 0,0 1 0 0 0,1 0 0 0 0,-1 0-1 0 0,0-1 1 0 0,0 1 0 0 0,0 0 0 0 0,1-2 0 0 0,-1 2-1 0 0,0 0 1 0 0,0 0 0 0 0,1 0 0 0 0,-1-1-1 0 0,2 1 1 0 0,-1 0-3 0 0,0 0-1 0 0,-1 0 1 0 0,1 0-1 0 0,0 0 1 0 0,0 0-1 0 0,-1 0 1 0 0,1 0-1 0 0,0 1 1 0 0,-1-1 0 0 0,2 0-1 0 0,-1 0 1 0 0,0 2-1 0 0,-1-2 1 0 0,1 1-1 0 0,0-1 1 0 0,-1 0-1 0 0,1 2 1 0 0,20 15 43 0 0,-2-1 0 0 0,0 3-1 0 0,-2 0 1 0 0,27 36 0 0 0,-34-42-20 0 0,58 76 115 0 0,116 137 222 0 0,-162-207-301 0 0,-22-19-52 0 0,0 0 0 0 0,0 0-1 0 0,0 0 1 0 0,0 0-1 0 0,0 0 1 0 0,0 1-1 0 0,0-1 1 0 0,0 0-1 0 0,1 0 1 0 0,-1 0-1 0 0,0 0 1 0 0,0 0-1 0 0,0 0 1 0 0,0 0 0 0 0,0 0-1 0 0,0 0 1 0 0,0 0-1 0 0,0 0 1 0 0,0 0-1 0 0,0 0 1 0 0,0 0-1 0 0,2 0 1 0 0,-2 0-1 0 0,0 0 1 0 0,0 0-1 0 0,0 0 1 0 0,0 0 0 0 0,0 0-1 0 0,0 0 1 0 0,0 0-1 0 0,0-1 1 0 0,0 1-1 0 0,0 0 1 0 0,0 0-1 0 0,0 0 1 0 0,1 0-1 0 0,-1 0 1 0 0,0 0-1 0 0,0 0 1 0 0,0 0 0 0 0,0 0-1 0 0,0 0 1 0 0,0 0-1 0 0,0 0 1 0 0,0 0-1 0 0,0 0 1 0 0,0-2-1 0 0,0 2 1 0 0,0 0-1 0 0,0 0 1 0 0,0 0-1 0 0,0 0 1 0 0,0 0 0 0 0,0 0-1 0 0,0 0 1 0 0,0 0-1 0 0,0 0 1 0 0,0 0-1 0 0,0 0 1 0 0,0-1-1 0 0,0 1 1 0 0,0 0-1 0 0,0 0 1 0 0,0 0-1 0 0,-8-15 13 0 0,-84-136-898 0 0,7 14-93 0 0,-36-61-1435 0 0,-236-295-1 0 0,108 222 358 0 0,120 137 931 0 0,117 122 1059 0 0,4 3-54 0 0,0 0 0 0 0,0 1 0 0 0,-7-12 0 0 0,89 143 1007 0 0,31 56 102 0 0,81 145 767 0 0,-173-302-1590 0 0,-13-21-156 0 0,-8-12 16 0 0,-183-298-815 0 0,-7-7-494 0 0,97 165 220 0 0,-169-192-1 0 0,210 285 912 0 0,60 58 151 0 0,0 0 1 0 0,0 0 0 0 0,0 0 0 0 0,0 0 0 0 0,0 0 0 0 0,0 0 0 0 0,0 1-1 0 0,0-1 1 0 0,0 0 0 0 0,0 0 0 0 0,0 0 0 0 0,0 0 0 0 0,0 0 0 0 0,0 0-1 0 0,0 0 1 0 0,0 0 0 0 0,0 0 0 0 0,0 0 0 0 0,0 0 0 0 0,0 0 0 0 0,0 0-1 0 0,0 0 1 0 0,0 0 0 0 0,0 0 0 0 0,0 0 0 0 0,0 0 0 0 0,0 0 0 0 0,-1 0-1 0 0,1 0 1 0 0,0 0 0 0 0,0 0 0 0 0,0 0 0 0 0,0 0 0 0 0,0 0 0 0 0,0 0 0 0 0,0 0-1 0 0,0 0 1 0 0,0 0 0 0 0,0 0 0 0 0,0 0 0 0 0,0 0 0 0 0,0 0 0 0 0,0 0-1 0 0,-1 0 1 0 0,1 0 0 0 0,0 0 0 0 0,0 0 0 0 0,0 0 0 0 0,0 0 0 0 0,0 0-1 0 0,0 0 1 0 0,0 0 0 0 0,0 0 0 0 0,0 0 0 0 0,0 0 0 0 0,0 0 0 0 0,0 0-1 0 0,0 0 1 0 0,0 0 0 0 0,0 0 0 0 0,0-1 0 0 0,2 11 48 0 0,7 11 159 0 0,1 1 15 0 0,10 35 0 0 0,-1-4 93 0 0,6 13 137 0 0,4-2 0 0 0,2-1 0 0 0,3-1 0 0 0,60 81 0 0 0,-91-139-405 0 0,1 1 1 0 0,-2-2 0 0 0,1 1-1 0 0,2 0 1 0 0,-2-1 0 0 0,1 0-1 0 0,0 1 1 0 0,-1-1 0 0 0,2-1-1 0 0,6 5 1 0 0,-10-7-46 0 0,-1 0 1 0 0,0 0-1 0 0,1 0 0 0 0,-1 0 1 0 0,0 0-1 0 0,2 0 0 0 0,-2 0 0 0 0,0 0 1 0 0,1 0-1 0 0,-1 0 0 0 0,0 0 1 0 0,1 0-1 0 0,-1 0 0 0 0,0 0 0 0 0,1 0 1 0 0,-1 0-1 0 0,0 0 0 0 0,1-1 1 0 0,-1 1-1 0 0,0 0 0 0 0,1 0 1 0 0,-1 0-1 0 0,0-1 0 0 0,0 1 0 0 0,1 0 1 0 0,-1 0-1 0 0,0-1 0 0 0,2-1 1 0 0,3-12 73 0 0,-1-16 35 0 0,-6 1-198 0 0,2 1-77 0 0,0-1 0 0 0,9-52 0 0 0,-9 78 153 0 0,2-1-1 0 0,-1 1 0 0 0,-1 1 1 0 0,1-1-1 0 0,0 0 0 0 0,0 0 1 0 0,1 0-1 0 0,-1 0 1 0 0,1 1-1 0 0,0-1 0 0 0,0 1 1 0 0,-1-1-1 0 0,2 1 0 0 0,-1 0 1 0 0,0 0-1 0 0,4-3 0 0 0,-4 4 18 0 0,0 0 0 0 0,0 0-1 0 0,1 0 1 0 0,-1 1 0 0 0,-1-1-1 0 0,1 1 1 0 0,1 0 0 0 0,-1-1-1 0 0,0 1 1 0 0,0 0 0 0 0,1 0-1 0 0,-1 0 1 0 0,0 1 0 0 0,0-1-1 0 0,1 0 1 0 0,-1 1 0 0 0,0-1-1 0 0,0 1 1 0 0,1-1 0 0 0,-1 1-1 0 0,-1 0 1 0 0,1 0-1 0 0,3 2 1 0 0,4 3 54 0 0,0 0-1 0 0,-1 0 1 0 0,1 1 0 0 0,-1 0-1 0 0,12 14 1 0 0,31 45 334 0 0,128 215 815 0 0,-21 14 27 0 0,-158-294-1228 0 0,18 32 191 0 0,-2 0 0 0 0,-1 2 1 0 0,15 52-1 0 0,-30-76-23 0 0,-5-15-84 0 0,-10-17-23 0 0,14 18-61 0 0,-112-197-829 0 0,37 59 56 0 0,-241-343-1920 0 0,230 371 1807 0 0,-5 3 0 0 0,-114-100 0 0 0,189 193 770 0 0,7 7 14 0 0,0 0 1 0 0,-1 2 0 0 0,-19-13-1 0 0,41 29 206 0 0,-1 2 0 0 0,0 1 0 0 0,-1-1 0 0 0,9 14 0 0 0,9 10 126 0 0,33 29 439 0 0,75 61 0 0 0,-7-8 199 0 0,-92-77-470 0 0,-1 2-1 0 0,47 75 0 0 0,-77-109-364 0 0,-2-1 0 0 0,1 1-1 0 0,-1 0 1 0 0,0-1 0 0 0,0 1-1 0 0,1 10 1 0 0,-4-17-41 0 0,0 0 0 0 0,0 0 0 0 0,0 0 0 0 0,0 0-1 0 0,0 0 1 0 0,0 1 0 0 0,0-1 0 0 0,1 0 0 0 0,-1 0 0 0 0,0 0 0 0 0,0 0 0 0 0,0 0 0 0 0,0 0 0 0 0,0 1 0 0 0,0-1 0 0 0,0 0 0 0 0,0 0 0 0 0,0 0 0 0 0,0 0-1 0 0,0 0 1 0 0,0 0 0 0 0,-1 1 0 0 0,1-1 0 0 0,0 0 0 0 0,0 0 0 0 0,0 0 0 0 0,0 0 0 0 0,0 0 0 0 0,0 0 0 0 0,0 0 0 0 0,0 1 0 0 0,0-1 0 0 0,0 0 0 0 0,0 0-1 0 0,0 0 1 0 0,-1 0 0 0 0,1 0 0 0 0,0 0 0 0 0,0 0 0 0 0,0 0 0 0 0,0 0 0 0 0,0 0 0 0 0,-1 0 0 0 0,-6-3 16 0 0,-5-10 101 0 0,-58-85 34 0 0,-143-188-1485 0 0,109 164 740 0 0,-89-114-539 0 0,150 180 855 0 0,-45-61-331 0 0,54 70 322 0 0,32 45 287 0 0,-2-3 0 0 0,27 26 29 0 0,-5 0 164 0 0,0 0 1 0 0,20 34-1 0 0,-9-14 38 0 0,65 90 494 0 0,297 443 2432 0 0,-378-552-3035 0 0,221 386 2012 0 0,-213-366-1950 0 0,-2-11 100 0 0,-5 0 0 0 0,25 63 0 0 0,-39-94-283 0 0,0 1 1 0 0,0-1-1 0 0,0 0 0 0 0,0 0 0 0 0,0 1 1 0 0,0-1-1 0 0,0 0 0 0 0,0 1 0 0 0,0-1 0 0 0,0 0 1 0 0,0 1-1 0 0,0-1 0 0 0,0 0 0 0 0,0 1 1 0 0,0-1-1 0 0,0 0 0 0 0,0 2 0 0 0,0-2 1 0 0,0 0-1 0 0,0 0 0 0 0,0 1 0 0 0,-2-1 1 0 0,2 0-1 0 0,0 1 0 0 0,0-1 0 0 0,0 0 1 0 0,-1 0-1 0 0,1 1 0 0 0,0-1 0 0 0,0 0 0 0 0,-1 0 1 0 0,1 0-1 0 0,0 1 0 0 0,0-1 0 0 0,-1 0 1 0 0,1 0-1 0 0,0 0 0 0 0,-1 0 0 0 0,1 0 1 0 0,0 1-1 0 0,0-1 0 0 0,-1 0 0 0 0,1 0 1 0 0,0 0-1 0 0,-1 0 0 0 0,1 0 0 0 0,0 0 0 0 0,-1 0 1 0 0,1 0-1 0 0,-2 0 2 0 0,1-1-1 0 0,0 1 1 0 0,0 0-1 0 0,1 0 1 0 0,-1-1-1 0 0,0 1 1 0 0,0 0 0 0 0,1-1-1 0 0,-1 1 1 0 0,-1-1-1 0 0,2 1 1 0 0,-1 0-1 0 0,0-1 1 0 0,1-1 0 0 0,-1 2-1 0 0,1-1 1 0 0,-1 1-1 0 0,1-1 1 0 0,-1 0-1 0 0,1 1 1 0 0,-1-1 0 0 0,1 0-1 0 0,-2-1 1 0 0,37 75 440 0 0,-11-27-38 0 0,2 0 1 0 0,44 58 0 0 0,-22-35 36 0 0,-17-23-170 0 0,-16-25-105 0 0,-1 1-1 0 0,14 23 1 0 0,-19-25-78 0 0,-3-10-15 0 0,0 1-1 0 0,-2 0 0 0 0,1-1 1 0 0,-2 1-1 0 0,1 0 1 0 0,-1 2-1 0 0,-1-2 1 0 0,3 22-1 0 0,-4-13-23 0 0,0-1 0 0 0,1 1 1 0 0,2-2-1 0 0,0 1 0 0 0,1 0 0 0 0,1-1 0 0 0,0 0 0 0 0,2 0 0 0 0,0 0 1 0 0,1 0-1 0 0,16 21 0 0 0,3 2-50 0 0,-17-23 0 0 0,2 0 0 0 0,0 0 0 0 0,1-2 0 0 0,16 16 0 0 0,-24-28 0 0 0,1-1 0 0 0,-2 1 0 0 0,2-1 0 0 0,-1 0 0 0 0,13 3 0 0 0,14 8 0 0 0,-19-5 0 0 0,1-1 0 0 0,24 23 0 0 0,-25-17 0 0 0,31 18 0 0 0,-45-32 0 0 0,1 0 0 0 0,-1 1 0 0 0,0-1 0 0 0,0 0 0 0 0,2 0 0 0 0,-2 0 1 0 0,0 0-1 0 0,0 0 0 0 0,0 0 0 0 0,1 0 0 0 0,-1 0 0 0 0,0 1 0 0 0,0-1 0 0 0,1 0 0 0 0,-1 0 0 0 0,0 0 0 0 0,0 0 1 0 0,1 0-1 0 0,-1 0 0 0 0,0-1 0 0 0,0 1 0 0 0,1 0 0 0 0,-1 0 0 0 0,0 0 0 0 0,0 0 0 0 0,1 0 0 0 0,-1 0 0 0 0,0 0 1 0 0,0 0-1 0 0,0-1 0 0 0,1 1 0 0 0,-1 0 0 0 0,0 0 0 0 0,0 0 0 0 0,0 0 0 0 0,1-1 0 0 0,-1 1 0 0 0,0 0 0 0 0,0 0 0 0 0,0 0 1 0 0,0-1-1 0 0,5-16 3 0 0,-7-21-40 0 0,-11-62-654 0 0,11 83 524 0 0,0 2 0 0 0,-2-2 1 0 0,0 1-1 0 0,-1 0 0 0 0,-9-22 0 0 0,-42-75-692 0 0,47 99 705 0 0,-50-90-698 0 0,-15-27-86 0 0,-61-91-872 0 0,105 178 1472 0 0,-143-193-1675 0 0,35 55 521 0 0,23 16-131 0 0,111 162 1546 0 0,-7-10-46 0 0,10 13 121 0 0,1 1 1 0 0,0-1-1 0 0,0 1 1 0 0,-1-1-1 0 0,1 1 1 0 0,0-1-1 0 0,0 1 0 0 0,0-1 1 0 0,-1 1-1 0 0,1-1 1 0 0,0 1-1 0 0,0-1 1 0 0,0 1-1 0 0,0-1 1 0 0,0 1-1 0 0,0-1 0 0 0,0 1 1 0 0,0-2-1 0 0,0 2 1 0 0,1-1-1 0 0,-1 1 1 0 0,0-1-1 0 0,0 1 1 0 0,0-1-1 0 0,1 0 0 0 0,-1 1 3 0 0,1-1-1 0 0,-1 1 0 0 0,1 0 1 0 0,-1 0-1 0 0,1 0 0 0 0,-1 0 0 0 0,0 0 1 0 0,2 0-1 0 0,-2 0 0 0 0,1 0 1 0 0,-1 0-1 0 0,1 0 0 0 0,-1 0 0 0 0,1 0 1 0 0,-1 0-1 0 0,0 0 0 0 0,1 0 1 0 0,-1 1-1 0 0,1-1 0 0 0,-1 0 1 0 0,0 0-1 0 0,1 0 0 0 0,-1 1 0 0 0,1-1 1 0 0,-1 0-1 0 0,0 1 0 0 0,2-1 1 0 0,-2 0-1 0 0,0 1 0 0 0,0-1 0 0 0,1 0 1 0 0,-1 1-1 0 0,0 1 0 0 0,17 16 147 0 0,-14-14-108 0 0,158 169 1150 0 0,-137-144-918 0 0,-2 1 1 0 0,25 45-1 0 0,27 70 487 0 0,-23-34-175 0 0,60 117 636 0 0,-103-219-1099 0 0,-7-16-41 0 0,-7-19 68 0 0,-30-83-1008 0 0,-86-171 0 0 0,78 184 448 0 0,-78-165-809 0 0,66 138 679 0 0,-25-59-407 0 0,69 158 839 0 0,18 41 211 0 0,-3-12-61 0 0,0 0 0 0 0,-1 0-1 0 0,0 1 1 0 0,0-1 0 0 0,1 1-1 0 0,-1 5 1 0 0,5 12 68 0 0,41 92 879 0 0,84 145 0 0 0,-52-114-243 0 0,148 248 1233 0 0,-163-293-1418 0 0,35 51 317 0 0,-108-212-658 0 0,-1-86-910 0 0,-5-56-332 0 0,-45-122-597 0 0,39 243 809 0 0,-62-152 0 0 0,26 110-470 0 0,-121-190 0 0 0,164 296 1332 0 0,0 0 1 0 0,-1 1-1 0 0,-2 1 0 0 0,-29-24 1 0 0,16 13-48 0 0,9 11 52 0 0,-1 0 0 0 0,1 2-1 0 0,-3 1 1 0 0,2 0 0 0 0,-31-11-1 0 0,43 20-6 0 0,0 0 0 0 0,0 1 0 0 0,0-1-1 0 0,0 1 1 0 0,-1 1 0 0 0,1 0 0 0 0,-1 1 0 0 0,0-1-1 0 0,0 2 1 0 0,1-1 0 0 0,0 1 0 0 0,-1 1 0 0 0,1-1-1 0 0,0 2 1 0 0,0 0 0 0 0,-11 4 0 0 0,12-4 1 0 0,1 0 1 0 0,-1 2 0 0 0,1-2-1 0 0,1 1 1 0 0,-1 2 0 0 0,0-2-1 0 0,1 2 1 0 0,0-1 0 0 0,0 1-1 0 0,1-1 1 0 0,0 2 0 0 0,0 0-1 0 0,0-1 1 0 0,1 1-1 0 0,0 0 1 0 0,0 0 0 0 0,1 1-1 0 0,0-1 1 0 0,-3 8 0 0 0,1 14 115 0 0,1 0 0 0 0,2 0 1 0 0,1-1-1 0 0,1 1 0 0 0,4 34 1 0 0,-1 0 88 0 0,2 28 171 0 0,1 49 228 0 0,-6-138-641 0 0,0 0 0 0 0,0 0 1 0 0,0 0-1 0 0,0 0 1 0 0,-2 0-1 0 0,2 0 0 0 0,-1 0 1 0 0,1-1-1 0 0,-1 2 0 0 0,0-1 1 0 0,1-1-1 0 0,-3 4 1 0 0,3-5-9 0 0,0 0 1 0 0,-1 0 0 0 0,1 1 0 0 0,0-1 0 0 0,0 0 0 0 0,-2 0-1 0 0,2 0 1 0 0,0 2 0 0 0,0-2 0 0 0,-1 0 0 0 0,1 0-1 0 0,0 0 1 0 0,-1 0 0 0 0,1 0 0 0 0,0 0 0 0 0,-1 1 0 0 0,1-1-1 0 0,0 0 1 0 0,-1 0 0 0 0,1 0 0 0 0,0 0 0 0 0,0 0-1 0 0,-1 0 1 0 0,1 0 0 0 0,0-1 0 0 0,-1 1 0 0 0,0 0 5 0 0,-1-2 0 0 0,1 2 1 0 0,0-1-1 0 0,0 0 0 0 0,1 1 1 0 0,-1-1-1 0 0,0 0 0 0 0,0 1 1 0 0,1-1-1 0 0,-1 0 0 0 0,-1 0 1 0 0,1-1-1 0 0,-22-41-122 0 0,-37-84 1 0 0,29 55-178 0 0,-152-273-1303 0 0,174 329 1516 0 0,7 13 15 0 0,6 10-20 0 0,79 120 626 0 0,-39-64-254 0 0,67 106 406 0 0,88 130 627 0 0,-147-228-878 0 0,4-3 0 0 0,69 66 1 0 0,-122-131-429 0 0,23 21 166 0 0,32 24-1 0 0,-51-43-134 0 0,1 1-1 0 0,-1-1 0 0 0,1 0 1 0 0,1-1-1 0 0,-1 0 1 0 0,1 0-1 0 0,0-2 1 0 0,0 2-1 0 0,14 1 0 0 0,-19-5-33 0 0,0 0-1 0 0,0 0 0 0 0,1 0 0 0 0,-2 0 1 0 0,2-1-1 0 0,-2 1 0 0 0,2-1 0 0 0,-2 0 1 0 0,2 0-1 0 0,-2 0 0 0 0,1-2 0 0 0,0 2 1 0 0,-1-1-1 0 0,1 0 0 0 0,0 0 0 0 0,-1-1 1 0 0,0 1-1 0 0,0 0 0 0 0,1-1 0 0 0,-1 0 1 0 0,-1 0-1 0 0,5-6 0 0 0,4-6-89 0 0,-2-1 0 0 0,1 1 0 0 0,12-32 0 0 0,-7 16-182 0 0,-5 11 81 0 0,1 0 0 0 0,1 2 0 0 0,28-35 0 0 0,-31 43 188 0 0,0 0 1 0 0,1 1-1 0 0,0 0 0 0 0,2 1 0 0 0,-1 0 0 0 0,0 1 0 0 0,0 0 0 0 0,15-5 0 0 0,4-1 58 0 0,-8 4 1 0 0,0 0 1 0 0,-1-2 0 0 0,1 0 0 0 0,-2-3 0 0 0,19-13 0 0 0,-36 25-63 0 0,-1 0 1 0 0,-1 0-1 0 0,1 1 1 0 0,1 0-1 0 0,-1-1 1 0 0,0 1-1 0 0,0 0 1 0 0,1-1-1 0 0,-1 1 1 0 0,0 0-1 0 0,0 1 1 0 0,2-1-1 0 0,-2 0 1 0 0,0 1-1 0 0,1 0 1 0 0,0-1-1 0 0,-1 1 1 0 0,5 0-1 0 0,-3 0 6 0 0,0 0 0 0 0,0-1 0 0 0,0 0 0 0 0,-1 0 0 0 0,8-3 0 0 0,-7 3-2 0 0,0-1 0 0 0,0 1 0 0 0,0 1 0 0 0,0-1 0 0 0,8 0 0 0 0,-9 0-12 0 0,1 1-1 0 0,-1 0 1 0 0,1 0 0 0 0,-1-2-1 0 0,0 1 1 0 0,1 1-1 0 0,-1-1 1 0 0,-1 0-1 0 0,2 0 1 0 0,-1-1 0 0 0,1 1-1 0 0,-2-2 1 0 0,1 2-1 0 0,-1-1 1 0 0,1 0-1 0 0,3-4 1 0 0,1-1-3 0 0,0-1-1 0 0,0-1 1 0 0,9-16-1 0 0,13-17-3 0 0,-27 38 8 0 0,2 2-1 0 0,-2-1 0 0 0,1 0 1 0 0,-1 0-1 0 0,2 1 0 0 0,-1 0 1 0 0,1 0-1 0 0,-1-1 0 0 0,0 2 1 0 0,6-3-1 0 0,-6 4 7 0 0,-1-1 0 0 0,0 1-1 0 0,0 0 1 0 0,1 0 0 0 0,-1-1 0 0 0,0 1-1 0 0,0 1 1 0 0,1-1 0 0 0,-1 0 0 0 0,0 0 0 0 0,0 1-1 0 0,2-1 1 0 0,-2 1 0 0 0,-1 0 0 0 0,2-1 0 0 0,1 2-1 0 0,37 24 93 0 0,-9-6 24 0 0,-21-17-103 0 0,0 0 1 0 0,-1-1-1 0 0,1 1 1 0 0,-1-2-1 0 0,2 0 1 0 0,17 0-1 0 0,24 2 111 0 0,-48-2-118 0 0,0 0-1 0 0,1-1 1 0 0,-2 0 0 0 0,2 0 0 0 0,0 0 0 0 0,7-2 0 0 0,-10 2-6 0 0,-1-1 0 0 0,0 0 0 0 0,0 1 1 0 0,1-1-1 0 0,-1 0 0 0 0,-1 0 0 0 0,1 0 0 0 0,0 0 0 0 0,0-1 0 0 0,0 1 1 0 0,-1-1-1 0 0,1 1 0 0 0,-1 0 0 0 0,2-1 0 0 0,-2-1 0 0 0,0 2 1 0 0,2-4-1 0 0,-2 1-23 0 0,2 1 0 0 0,-2 0 0 0 0,0 0 1 0 0,0-2-1 0 0,-1 2 0 0 0,1-2 0 0 0,-1 2 1 0 0,1-1-1 0 0,-1 0 0 0 0,0 1 0 0 0,-1-1 0 0 0,1 0 1 0 0,0 0-1 0 0,-1 0 0 0 0,-2-7 0 0 0,-3-6-133 0 0,-1-1 0 0 0,-11-19 0 0 0,-1-3-120 0 0,0 0-37 0 0,14 32 266 0 0,1 0 0 0 0,-1-1 0 0 0,2 2 1 0 0,-1-2-1 0 0,0-9 0 0 0,-1 6-42 0 0,1 0 0 0 0,-1-1 0 0 0,0 1 1 0 0,-1 1-1 0 0,-1 0 0 0 0,-8-13 0 0 0,-8-13-121 0 0,-41-59-299 0 0,14 24 443 0 0,26 44-34 0 0,1-3 137 0 0,19 27-21 0 0,2 1 0 0 0,-1-1-1 0 0,-1 1 1 0 0,1 0 0 0 0,-4-5 0 0 0,-16-15 53 0 0,17 15-30 0 0,0 0 1 0 0,-1 2 0 0 0,0-1-1 0 0,0 0 1 0 0,0 1-1 0 0,-9-5 1 0 0,-13-12 53 0 0,-10-10 101 0 0,1 1-129 0 0,28 23-86 0 0,-2 2-1 0 0,-16-10 1 0 0,17 10 13 0 0,0 1 1 0 0,-15-14 0 0 0,-53-37 263 0 0,71 51-244 0 0,-11-10-182 0 0,1-2 1 0 0,-23-26 0 0 0,92 90 429 0 0,-31-22-133 0 0,-1 2 1 0 0,16 29 0 0 0,-1-2 16 0 0,9 7 63 0 0,-22-32-87 0 0,0 2-1 0 0,-2 0 0 0 0,18 42 1 0 0,-9-17 38 0 0,-16-34-69 0 0,9 25 0 0 0,-21-25-32 0 0,0-20-62 0 0,0 0-1 0 0,0 0 1 0 0,0-1-1 0 0,0 1 1 0 0,0 0-1 0 0,-1-1 1 0 0,1 1-1 0 0,0 1 1 0 0,0-1-1 0 0,-1-1 1 0 0,1 1-1 0 0,-1-1 1 0 0,1 1-1 0 0,0 0 1 0 0,-1-1-1 0 0,1 1 1 0 0,-2-1-1 0 0,2 1 1 0 0,-1-1-1 0 0,0 1 1 0 0,1-1-1 0 0,-1 1 1 0 0,1-1-1 0 0,-1 0 1 0 0,0 2-1 0 0,1-2 1 0 0,-1 0-1 0 0,0 1 1 0 0,1-1-1 0 0,-2 0 1 0 0,1 0-1 0 0,0 0 1 0 0,1 0-1 0 0,-1 0 1 0 0,0 0-1 0 0,0 0 1 0 0,1 0-1 0 0,-1 0 1 0 0,0 0-1 0 0,-1 0 1 0 0,2 0-1 0 0,-2-1 0 0 0,-1 1 5 0 0,-1-2 0 0 0,1 1 0 0 0,0 1 0 0 0,-1-1 0 0 0,1 0-1 0 0,1-1 1 0 0,-2 1 0 0 0,1-1 0 0 0,1 0 0 0 0,-5-2 0 0 0,-34-36 73 0 0,-42-53 1 0 0,49 52-44 0 0,-9-5-492 0 0,-1 0-1 0 0,-96-72 0 0 0,-105-37 1112 0 0,138 92-970 0 0,82 47 244 0 0,0 1 136 0 0,-1-1-1 0 0,-1 2 1 0 0,0 1 0 0 0,-35-12-1 0 0,-26-1 139 0 0,30 6-20 0 0,0 3 0 0 0,-108-15 0 0 0,112 27-40 0 0,1 1 0 0 0,-69 7 0 0 0,102-1-93 0 0,1 1 0 0 0,1 2 0 0 0,-20 6 0 0 0,24-7-19 0 0,1 1-1 0 0,-1-2 0 0 0,0 0 0 0 0,0-1 0 0 0,-1 1 0 0 0,2-2 0 0 0,-19-1 1 0 0,-40-1 121 0 0,47 2-77 0 0,-30-4 0 0 0,47 2-55 0 0,0 0 0 0 0,0-1 0 0 0,0 1 1 0 0,0-1-1 0 0,0-2 0 0 0,1 2 0 0 0,-14-9 0 0 0,-6-5 8 0 0,1-2 0 0 0,1-1 0 0 0,1-1-1 0 0,1-1 1 0 0,0 0 0 0 0,2-2 0 0 0,-22-28 0 0 0,16 17 31 0 0,19 26-62 0 0,6 8 3 0 0,-14 0 25 0 0,14-1-22 0 0,1 0 0 0 0,-2-1 0 0 0,2 1 0 0 0,-1 0 0 0 0,1 0 0 0 0,-1 0-1 0 0,0 0 1 0 0,1-1 0 0 0,-1 1 0 0 0,1-2 0 0 0,0 2 0 0 0,-1-2 0 0 0,0 1 7 0 0,-54-62 97 0 0,21 31-45 0 0,21 22-42 0 0,14 10-15 0 0,-10-3 12 0 0,7 4-17 0 0,0 1-1 0 0,0 1 1 0 0,-9-1 26 0 0,-20-11 0 0 0,24 7-21 0 0,4 1 2 0 0,0 1 1 0 0,0-2-1 0 0,1 2 0 0 0,-2 0 0 0 0,1 0 1 0 0,-1 0-1 0 0,0 0 0 0 0,2 1 1 0 0,-8-1-1 0 0,11 1-7 0 0,-1 0 1 0 0,1 0 0 0 0,-1 0-1 0 0,1 0 1 0 0,-2 0-1 0 0,2 0 1 0 0,0 0 0 0 0,-1 0-1 0 0,1 0 1 0 0,-1-1-1 0 0,1 1 1 0 0,-1 0 0 0 0,1 0-1 0 0,-1 0 1 0 0,1-1 0 0 0,0 1-1 0 0,-1 0 1 0 0,1-1-1 0 0,-1 1 1 0 0,1-2 0 0 0,-22-10 12 0 0,20 10-9 0 0,2 1-3 0 0,-1 0 1 0 0,1 1-1 0 0,-1-1 1 0 0,1 0-1 0 0,0-1 1 0 0,0 1-1 0 0,-1 0 0 0 0,1 0 1 0 0,0 0-1 0 0,0 0 1 0 0,0 0-1 0 0,0 0 1 0 0,0 0-1 0 0,0-2 0 0 0,1 1-1 0 0,1 2 4 0 0,0 0-1 0 0,0-1 0 0 0,1 1 0 0 0,0 0 1 0 0,-1 0-1 0 0,1 0 0 0 0,3 1 0 0 0,89-3 75 0 0,-79 3-55 0 0,0 0 1 0 0,24 7-1 0 0,2-1 14 0 0,56 14 84 0 0,-67-14-86 0 0,-27-4-27 0 0,3-2 1 0 0,-1 1-1 0 0,-1-1 1 0 0,1 0-1 0 0,8 0 1 0 0,-9-1-2 0 0,2 1-1 0 0,-1 0 1 0 0,0 1 0 0 0,0 0-1 0 0,9 3 1 0 0,11 3 30 0 0,46 2 50 0 0,-27-4-49 0 0,-19-3-24 0 0,5 1 55 0 0,44 13-1 0 0,-58-13-47 0 0,0 0 1 0 0,0-1-1 0 0,1-1 1 0 0,31 0 0 0 0,-43-1-10 0 0,1 1 0 0 0,1 0 0 0 0,-1 0 1 0 0,0 0-1 0 0,-1 0 0 0 0,2 1 0 0 0,-2 0 1 0 0,1 0-1 0 0,-1 2 0 0 0,0-2 0 0 0,1 1 1 0 0,7 9-1 0 0,10 3 9 0 0,3 3 5 0 0,-26-19-26 0 0,-16 6 30 0 0,-129-10 122 0 0,-107 4 69 0 0,204 4-131 0 0,-59 10 0 0 0,92-11-71 0 0,-1 1 0 0 0,0 0 0 0 0,2 0 1 0 0,-2 2-1 0 0,1 1 0 0 0,1-1 0 0 0,-1 1 0 0 0,-12 10 1 0 0,17-11-8 0 0,1 1 1 0 0,-1 1 0 0 0,3-2 0 0 0,-2 2 0 0 0,1 1 0 0 0,-8 10 0 0 0,12-13-6 0 0,0 0 0 0 0,-1 0 0 0 0,2 0 0 0 0,0 1 0 0 0,-1-1 0 0 0,1 1 0 0 0,1 0 0 0 0,0-1 0 0 0,0 1 0 0 0,0-1 0 0 0,1 9 0 0 0,1 1-7 0 0,0 2 0 0 0,1 0 0 0 0,2-2 0 0 0,5 24 0 0 0,28 65 0 0 0,-9-28 0 0 0,-9-28 0 0 0,3-3 0 0 0,36 63 0 0 0,4 6 0 0 0,32 55 0 0 0,-27-47 0 0 0,23 50 0 0 0,-25-27 0 0 0,39 81 0 0 0,-11-40 0 0 0,-41-93 0 0 0,108 147 0 0 0,-89-151 0 0 0,124 120 0 0 0,-191-207 0 0 0,25 25 0 0 0,0-2 0 0 0,52 35 0 0 0,97 62 0 0 0,-86-60 0 0 0,65 42 0 0 0,-124-84 0 0 0,36 32 0 0 0,27 16 0 0 0,-48-41 0 0 0,36 24 0 0 0,-71-45 0 0 0,-9-6 0 0 0,-2 0 0 0 0,1 1 0 0 0,0-1 0 0 0,-1 0 0 0 0,1 1 0 0 0,0 0 0 0 0,1 2 0 0 0,3 3 0 0 0,0 0 0 0 0,-2 1 0 0 0,1 0 0 0 0,6 11 0 0 0,18 22 0 0 0,3-8 0 0 0,-28-31 0 0 0,-2 1 0 0 0,2 0 0 0 0,1-1 0 0 0,-2 0 0 0 0,1 0 0 0 0,-1 0 0 0 0,2 0 0 0 0,-2-1 0 0 0,10 1 0 0 0,-1 1 0 0 0,2-2 0 0 0,18 1 0 0 0,-29-3 0 0 0,1 1 0 0 0,-1-1 0 0 0,1 0 0 0 0,-1 0 0 0 0,0 0 0 0 0,0-1 0 0 0,1 1 0 0 0,-2-2 0 0 0,2 1 0 0 0,4-3 0 0 0,4-2 0 0 0,-12 6 0 0 0,-3 1 0 0 0,-22-10 0 0 0,0 2 0 0 0,-39-7 0 0 0,39 9 0 0 0,-34-10-113 0 0,1-2 0 0 0,1-2 0 0 0,-71-38 0 0 0,-39-36-308 0 0,60 26 226 0 0,-22-25-1616 0 0,-164-154 0 0 0,169 138 767 0 0,-104-103-1014 0 0,173 147 910 0 0,-73-118 0 0 0,13 16-173 0 0,-61-72-717 0 0,133 172 906 0 0,-62-131 0 0 0,48 68 206 0 0,-10-27-354 0 0,-1 30 1765 0 0,66 124-469 0 0,-1 0 1 0 0,0-1 0 0 0,-1 1 0 0 0,2 0-1 0 0,-2 1 1 0 0,1-2 0 0 0,-1 2 0 0 0,1 0-1 0 0,-6-5 1 0 0,8 7-15 0 0,0 0 1 0 0,-1 0-1 0 0,1 0 1 0 0,0 1-1 0 0,0-1 0 0 0,0 0 1 0 0,0 0-1 0 0,-1 0 0 0 0,1 0 1 0 0,0 0-1 0 0,0 0 0 0 0,0 1 1 0 0,0-1-1 0 0,-1 0 0 0 0,1 0 1 0 0,0 0-1 0 0,0 1 1 0 0,0-1-1 0 0,0 0 0 0 0,0 0 1 0 0,0 0-1 0 0,0 2 0 0 0,0-2 1 0 0,0 0-1 0 0,-1 0 0 0 0,1 0 1 0 0,0 1-1 0 0,0-1 0 0 0,0 0 1 0 0,0 0-1 0 0,0 1 1 0 0,0-1-1 0 0,0 0 0 0 0,1 0 1 0 0,-1 0-1 0 0,0 1 0 0 0,-1 10 86 0 0,6 13 139 0 0,2 0 1 0 0,0-2 0 0 0,19 39-1 0 0,40 63 983 0 0,-53-102-1135 0 0,30 53 439 0 0,57 100 840 0 0,89 107 979 0 0,-187-279-2301 0 0,0 1-3 0 0,0-1 0 0 0,1 0-1 0 0,-1 1 1 0 0,1-1 0 0 0,4 4 0 0 0,-17-35 146 0 0,1 9-92 0 0,-11-27 0 0 0,4 5-255 0 0,-80-200-588 0 0,71 184 396 0 0,-29-104-1 0 0,53 156 352 0 0,-7-29-113 0 0,7 31 119 0 0,1 1 0 0 0,-1 0 0 0 0,1 0 0 0 0,0 0-1 0 0,0-1 1 0 0,0 1 0 0 0,0 0 0 0 0,1-1 0 0 0,-1 0-1 0 0,0 1 1 0 0,1-2 0 0 0,0 4 7 0 0,-1 0 0 0 0,0-1 1 0 0,0 1-1 0 0,0 0 0 0 0,0 0 0 0 0,0-2 0 0 0,0 2 1 0 0,0 0-1 0 0,1 0 0 0 0,-1 0 0 0 0,0-1 0 0 0,0 1 0 0 0,0 0 1 0 0,1 0-1 0 0,-1 0 0 0 0,0 0 0 0 0,0-1 0 0 0,0 1 1 0 0,1 0-1 0 0,-1 0 0 0 0,0 0 0 0 0,0 0 0 0 0,1 0 0 0 0,-1 0 1 0 0,0 0-1 0 0,0 0 0 0 0,2 0 0 0 0,-2 0 0 0 0,0 0 1 0 0,0 0-1 0 0,1 0 0 0 0,-1 0 0 0 0,0 0 0 0 0,1 0 1 0 0,7 8 13 0 0,0 13 7 0 0,0 29 221 0 0,-8-48-242 0 0,2 0 0 0 0,0 1 0 0 0,0 0 0 0 0,-2-2 0 0 0,6 3 34 0 0,-2 0 1 0 0,2-1-1 0 0,0 0 1 0 0,7 4-1 0 0,-5-3 10 0 0,66 36 370 0 0,-23-9-160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2T16:55:44.168"/>
    </inkml:context>
    <inkml:brush xml:id="br0">
      <inkml:brushProperty name="width" value="0.35" units="cm"/>
      <inkml:brushProperty name="height" value="0.35" units="cm"/>
      <inkml:brushProperty name="color" value="#10B981"/>
    </inkml:brush>
  </inkml:definitions>
  <inkml:trace contextRef="#ctx0" brushRef="#br0">197 3483 4915 0 0,'4'5'44'0'0,"-1"-2"0"0"0,2 0-1 0 0,-2 1 1 0 0,2-2 0 0 0,-2 1 0 0 0,7 3-1 0 0,-4-3 11 0 0,-1 1-25 0 0,-5-4-20 0 0,2 1 1 0 0,-1 1-1 0 0,0-1 1 0 0,0-1-1 0 0,0 1 1 0 0,0-1-1 0 0,0 1 1 0 0,0 0-1 0 0,1-1 1 0 0,-1 0-1 0 0,0 1 1 0 0,0-1-1 0 0,0 0 1 0 0,0 1-1 0 0,3-1 1 0 0,-3-2-10 0 0,1 1 0 0 0,-1 0 18 0 0,1 1 1 0 0,1-1-1 0 0,-1 1 0 0 0,-1 0 1 0 0,1-1-1 0 0,1 1 1 0 0,-1 0-1 0 0,-1 0 0 0 0,1 0 1 0 0,0 0-1 0 0,4 1 1 0 0,13 0 120 0 0,-16-1-137 0 0,9-4 168 0 0,0 1-1 0 0,23-9 1 0 0,7 0 175 0 0,-35 11-278 0 0,1-2 1 0 0,-1 2 0 0 0,-1-2-1 0 0,1 1 1 0 0,9-5 0 0 0,-4-1 51 0 0,-9 8-98 0 0,-1-1 0 0 0,-1 0 0 0 0,1 1 0 0 0,0-1 0 0 0,0 0 0 0 0,0 0 0 0 0,-1 0 0 0 0,1-1 1 0 0,-1 0-1 0 0,1 1 0 0 0,-1 0 0 0 0,1-1 0 0 0,-1 1 0 0 0,0-1 0 0 0,0 1 0 0 0,0-2 0 0 0,-1 2 0 0 0,2-1 0 0 0,0-2 0 0 0,2-11 89 0 0,2 2 0 0 0,13-25 0 0 0,26-59-71 0 0,-31 64 11 0 0,28-50-1 0 0,51-77 408 0 0,-85 147-452 0 0,-1-1 1 0 0,0-1-1 0 0,-2 0 1 0 0,6-16-1 0 0,-7 19-37 0 0,1-1 0 0 0,9-19-1 0 0,-8 21 7 0 0,-2 0 0 0 0,2 0-1 0 0,2-17 1 0 0,-2 10-46 0 0,14-35 1 0 0,-7 19 28 0 0,-34 68 225 0 0,-10 33 488 0 0,-20 76-1 0 0,-39 119 883 0 0,57-170-919 0 0,27-79-486 0 0,0 1-1 0 0,0-1 0 0 0,-2-1 0 0 0,-15 20 1 0 0,-1-6 35 0 0,23-24-182 0 0,1 0 0 0 0,0 4 57 0 0,-1-1 0 0 0,0 1 0 0 0,0-1 1 0 0,0 1-1 0 0,-2-2 0 0 0,-1 9 0 0 0,1-4-14 0 0,-19 17 252 0 0,15-15-267 0 0,6-7 5 0 0,-1 0 1 0 0,0 0-1 0 0,-1-1 1 0 0,1 1-1 0 0,-1-1 0 0 0,1 0 1 0 0,-8 5-1 0 0,6-2 54 0 0,-1 0-1 0 0,1 0 1 0 0,-1-1 0 0 0,-1 10 0 0 0,3-13-78 0 0,35-13 310 0 0,-6 0-205 0 0,-17 7-11 0 0,0 1 0 0 0,0-1 1 0 0,-1-1-1 0 0,1 1 0 0 0,-1-1 0 0 0,12-10 0 0 0,-15 13-69 0 0,-1-1-1 0 0,0 1 1 0 0,0 0-1 0 0,1 1 1 0 0,-1 0-1 0 0,1 0 1 0 0,-1 0-1 0 0,1-1 1 0 0,-1 1-1 0 0,9 1 1 0 0,14-3 65 0 0,156-35 1106 0 0,-68 9-500 0 0,-80 17-427 0 0,-18 7-136 0 0,0-2-1 0 0,-1 0 0 0 0,0-1 1 0 0,0-1-1 0 0,24-18 0 0 0,-28 21-26 0 0,0-1 0 0 0,1 0-1 0 0,0 2 1 0 0,1-1-1 0 0,19-4 1 0 0,-16 6 48 0 0,-2-2 0 0 0,1 1 0 0 0,22-13 0 0 0,39-23 335 0 0,-46 26-152 0 0,-1-2 1 0 0,33-23-1 0 0,-42 27-7 0 0,37-20 0 0 0,-15 10-46 0 0,-42 21-293 0 0,21-11 76 0 0,38-16 0 0 0,-47 23-76 0 0,1-1 0 0 0,-1-1 0 0 0,16-10 0 0 0,22-15 0 0 0,-43 29 0 0 0,0 0 0 0 0,0-2 0 0 0,0 1 0 0 0,0-1 0 0 0,-1 0 0 0 0,-1 0 0 0 0,1-1 0 0 0,0 1 0 0 0,-1-2 0 0 0,6-9 0 0 0,2-4-41 0 0,-11 16 21 0 0,0-1 0 0 0,1 1 1 0 0,-1-1-1 0 0,-1 1 1 0 0,1-1-1 0 0,2-10 0 0 0,13-61-515 0 0,-16 70 475 0 0,-1 1 0 0 0,-1-1 0 0 0,0 0 0 0 0,0-12-1 0 0,1-19-173 0 0,17-35-450 0 0,-14 58 517 0 0,1 2 0 0 0,0-1 0 0 0,12-19 0 0 0,3-6-10 0 0,11-25-124 0 0,-3 12 74 0 0,10-23-193 0 0,-28 53 296 0 0,1 0-1 0 0,15-20 1 0 0,-11 8-30 0 0,-11 21 94 0 0,9-15-217 0 0,25-44 0 0 0,-26 50 141 0 0,21-47-245 0 0,-13 20 71 0 0,-10 32 137 0 0,-1 0 0 0 0,19-26-1 0 0,11-6 232 0 0,4-12-41 0 0,-34 47-82 0 0,-1-1 0 0 0,0-1 1 0 0,0 1-1 0 0,-2-2 0 0 0,0 0 0 0 0,-1 1 1 0 0,4-22-1 0 0,6-19-221 0 0,-9 32 234 0 0,9-21-226 0 0,-8 28 128 0 0,-2-1 0 0 0,1 0 0 0 0,3-37 0 0 0,28-141-739 0 0,-28 158 623 0 0,-4 24 175 0 0,-1-2 0 0 0,0 0 0 0 0,-2 2 1 0 0,0-20-1 0 0,-1-8-128 0 0,1 13-12 0 0,-7-46 1 0 0,-7-78-510 0 0,6 14 120 0 0,10 81 300 0 0,-4 51 270 0 0,2 1 0 0 0,-2-2 0 0 0,1 1 0 0 0,1 0 0 0 0,-1 1 0 0 0,1-2 0 0 0,1 1 0 0 0,0 1 0 0 0,4-9 0 0 0,35-63-459 0 0,-31 63 481 0 0,-10 14 21 0 0,0 0 1 0 0,0 1-1 0 0,0 0 1 0 0,0 0-1 0 0,-1-1 0 0 0,2 1 1 0 0,-1-1-1 0 0,0 0 1 0 0,-1 1-1 0 0,1-1 0 0 0,-1 1 1 0 0,0 0-1 0 0,1-1 0 0 0,-1-1 1 0 0,0 2-1 0 0,0-3 1 0 0,-10-87-454 0 0,16 76 432 0 0,-5 13 22 0 0,0 1 1 0 0,-1 0-1 0 0,1 0 0 0 0,-1 0 0 0 0,1-1 0 0 0,-1 1 0 0 0,1 0 0 0 0,-1-1 0 0 0,1 0 0 0 0,-1 1 0 0 0,0 0 0 0 0,0-1 0 0 0,0 1 1 0 0,0 0-1 0 0,0-2 0 0 0,0 2 0 0 0,0 0 0 0 0,0-1 0 0 0,-1-1 0 0 0,0-3 43 0 0,0 1 0 0 0,0-2-1 0 0,1 1 1 0 0,0 1 0 0 0,0-2 0 0 0,1-7-1 0 0,0-8-43 0 0,-1 3-19 0 0,-1 13 10 0 0,1 1-1 0 0,0-1 1 0 0,0 1 0 0 0,0-1 0 0 0,0 1-1 0 0,1-1 1 0 0,0 1 0 0 0,0-1-1 0 0,3-5 1 0 0,7 70 309 0 0,14 95 585 0 0,8 90 364 0 0,-32-61-317 0 0,-15-22-203 0 0,11-34-69 0 0,3-113-539 0 0,0-14-107 0 0,0 1 3 0 0,0 0 0 0 0,0 0 0 0 0,0-1 0 0 0,0 1 0 0 0,0 0 0 0 0,0 1 0 0 0,0-2 1 0 0,0 1-1 0 0,0 0 0 0 0,-1 0 0 0 0,1-1 0 0 0,0 1 0 0 0,-1 0 0 0 0,-1 0 0 0 0,1-24 125 0 0,2 3-162 0 0,6-33 0 0 0,-2 23-5 0 0,5-74-556 0 0,-5-126 0 0 0,-3 210 516 0 0,-2-1-55 0 0,-4-35 0 0 0,-35-117-567 0 0,38 168 677 0 0,1 1 1 0 0,-2-2-1 0 0,2 2 0 0 0,0-2 1 0 0,2-5-1 0 0,-4-21-95 0 0,1-1 14 0 0,2 29 83 0 0,-1 0 0 0 0,2 0 1 0 0,-1 0-1 0 0,0 0 0 0 0,2-6 1 0 0,-1 8 4 0 0,0 0 0 0 0,-2-1 0 0 0,1 1 0 0 0,0 0 1 0 0,0 0-1 0 0,-1 0 0 0 0,1-1 0 0 0,-1 1 1 0 0,1-1-1 0 0,-1 1 0 0 0,0-1 0 0 0,0 1 0 0 0,0-1 1 0 0,0 1-1 0 0,-1-1 0 0 0,1 1 0 0 0,-1 0 0 0 0,1-1 1 0 0,-1 0-1 0 0,-1-3 0 0 0,-14-22-88 0 0,15 27 91 0 0,1 1 1 0 0,-1 0-1 0 0,-1-1 1 0 0,2 1-1 0 0,-1 0 1 0 0,0 0-1 0 0,0 0 1 0 0,1-1-1 0 0,-1 1 1 0 0,0 0-1 0 0,0 0 1 0 0,1 0-1 0 0,-1 0 1 0 0,-2 1-1 0 0,-3-1 40 0 0,-1 1 0 0 0,0 0 1 0 0,0 0-1 0 0,0 1 0 0 0,1 1 0 0 0,0-1 0 0 0,-6 3 1 0 0,-30 10 112 0 0,9-7 195 0 0,-54 21 0 0 0,53-16-59 0 0,-44 10-1 0 0,-55 13 448 0 0,-20 5 37 0 0,136-37-653 0 0,0 0 1 0 0,1 2-1 0 0,-1-1 0 0 0,1 2 0 0 0,2 1 0 0 0,-2-1 1 0 0,1 2-1 0 0,1 0 0 0 0,0 1 0 0 0,-22 20 1 0 0,-22 19 199 0 0,-67 66 705 0 0,94-87-769 0 0,20-19-134 0 0,0 1 0 0 0,-10 12 0 0 0,7-7 33 0 0,1-2 0 0 0,-1 0 0 0 0,-27 17 0 0 0,33-23-136 0 0,-100 81 812 0 0,81-65-587 0 0,23-19-194 0 0,-1 0 0 0 0,-1 1-1 0 0,2-2 1 0 0,-2 0 0 0 0,1 2 0 0 0,-12 3-1 0 0,-5 1 118 0 0,1-3 0 0 0,-30 7-1 0 0,45-11-112 0 0,0 0 0 0 0,0 1 0 0 0,0-1-1 0 0,-1 2 1 0 0,2-2 0 0 0,-10 9 0 0 0,0-2 85 0 0,10-6-95 0 0,0 0 0 0 0,1 1 0 0 0,0-1 0 0 0,0 0 0 0 0,-1 2 0 0 0,2-2 0 0 0,0 2 0 0 0,-1-1 0 0 0,-4 8 0 0 0,5-7 4 0 0,0 0 0 0 0,-2 1 0 0 0,2-2 0 0 0,-7 6 0 0 0,-25 24 198 0 0,21-19-4 0 0,-28 20 0 0 0,-21 11 11 0 0,-72 56 496 0 0,82-48-742 0 0,24-28 0 0 0,21-19 0 0 0,2 1 0 0 0,-2-2 0 0 0,1 2 0 0 0,-9 14 0 0 0,-11 20 0 0 0,-9 17 0 0 0,28-45 0 0 0,-1 1 0 0 0,-17 20 0 0 0,-8 11 0 0 0,7-5 0 0 0,16-25 0 0 0,0 1 0 0 0,-16 32 0 0 0,21-35 0 0 0,-1-2 0 0 0,-1 0 0 0 0,0 0 0 0 0,0-1 0 0 0,-18 20 0 0 0,12-14 0 0 0,-5 4 0 0 0,12-15 0 0 0,0 1 0 0 0,1 1 0 0 0,1 0 0 0 0,-1-1 0 0 0,-5 11 0 0 0,-64 123 0 0 0,-67 132 0 0 0,96-162 0 0 0,31-79 0 0 0,-18 55 0 0 0,12-3 0 0 0,0 36 0 0 0,15-94 0 0 0,3-15 0 0 0,0 2 0 0 0,1 0 0 0 0,0 12 0 0 0,-8 130 0 0 0,2-108 0 0 0,2 40 0 0 0,6-86 0 0 0,0-1 0 0 0,0 0 0 0 0,0 1 0 0 0,0-1 0 0 0,0 2 0 0 0,0-2 0 0 0,0 0 0 0 0,0 1 0 0 0,1-1 0 0 0,-1 1 0 0 0,0-1 0 0 0,0 0 0 0 0,0 1 0 0 0,1-1 0 0 0,-1 0 0 0 0,0 1 0 0 0,0-1 0 0 0,1 0 0 0 0,-1 1 0 0 0,0-1 0 0 0,2 0 0 0 0,-2 0 0 0 0,0 1 0 0 0,1-1 0 0 0,-1 0 0 0 0,0 0 0 0 0,1 0 0 0 0,0 1 0 0 0,16 0 0 0 0,13-8 0 0 0,-21 1-40 0 0,-1 1 1 0 0,0-1-1 0 0,0-1 1 0 0,0 1-1 0 0,11-14 1 0 0,32-42-367 0 0,-16 17 268 0 0,45-55-679 0 0,52-58 88 0 0,-46 76 876 0 0,-74 70-133 0 0,-11 9-11 0 0,1 2 0 0 0,0 0-1 0 0,-1 0 1 0 0,0 0-1 0 0,0-1 1 0 0,1 1-1 0 0,0 0 1 0 0,-1-1 0 0 0,1 2-1 0 0,-1-1 1 0 0,1 0-1 0 0,0 0 1 0 0,0 1-1 0 0,0-1 1 0 0,-1 1-1 0 0,1-1 1 0 0,1 1 0 0 0,-2 0-1 0 0,1 0 1 0 0,0 0-1 0 0,-1 0 1 0 0,4 0-1 0 0,4-1 8 0 0,0 1-1 0 0,1 1 0 0 0,-1-1 0 0 0,0 1 1 0 0,0 1-1 0 0,0-1 0 0 0,0 2 0 0 0,0 0 1 0 0,-1 0-1 0 0,11 5 0 0 0,-7-3 10 0 0,-1 2-1 0 0,0 0 0 0 0,-1-1 1 0 0,2 2-1 0 0,-2 0 0 0 0,-1 1 1 0 0,0 0-1 0 0,0 1 0 0 0,0-2 1 0 0,-1 2-1 0 0,11 20 0 0 0,-17-26-14 0 0,-1 0-1 0 0,1 0 1 0 0,-1 0 0 0 0,0 0-1 0 0,-1 1 1 0 0,1-2-1 0 0,-1 1 1 0 0,0 1-1 0 0,0 5 1 0 0,-7 40 38 0 0,2-16-2 0 0,-13 157 142 0 0,-13 14 5 0 0,27-182-169 0 0,-2 17 58 0 0,-2 73-1 0 0,8-113-74 0 0,0 1-1 0 0,0 0 1 0 0,0-1-1 0 0,0 1 1 0 0,0 0-1 0 0,1 1 1 0 0,-1-2-1 0 0,0 1 1 0 0,0 0-1 0 0,0-1 1 0 0,1 1-1 0 0,-1 0 1 0 0,0-1-1 0 0,1 1 1 0 0,-1-1-1 0 0,1 1 1 0 0,-1-1-1 0 0,0 1 1 0 0,2-1-1 0 0,-2 1 1 0 0,1-1-1 0 0,0 2 1 0 0,-1-2-1 0 0,1 1 1 0 0,1 0 1 0 0,-1-1 1 0 0,2 1-1 0 0,-2-1 1 0 0,1 1 0 0 0,-1-1-1 0 0,1 0 1 0 0,0 0-1 0 0,0 0 1 0 0,-1 0-1 0 0,5 0 1 0 0,-1-1 5 0 0,2 0-1 0 0,0 0 1 0 0,-2 0 0 0 0,1-2 0 0 0,6-1 0 0 0,-4-1 10 0 0,-1 1 1 0 0,0 0-1 0 0,12-11 0 0 0,7-4 6 0 0,-8 6 30 0 0,0-1 0 0 0,27-27-1 0 0,-26 22-134 0 0,32-23-1 0 0,63-47-50 0 0,-29 22-118 0 0,-33 30 137 0 0,-31 23 139 0 0,0 0 1 0 0,-1-3-1 0 0,18-17 1 0 0,-8 4 1 0 0,23-26 32 0 0,-32 32-33 0 0,2 1 0 0 0,30-24 1 0 0,-27 24-161 0 0,38-40 1 0 0,-31 26 162 0 0,-19 22-62 0 0,0-1 0 0 0,0 0 0 0 0,13-25 0 0 0,-18 28-133 0 0,1-1 0 0 0,12-13 0 0 0,-11 13-31 0 0,-1 1 1 0 0,10-16-1 0 0,6-6 6 0 0,-9 7 231 0 0,3-9-180 0 0,55-144-944 0 0,-46 113 754 0 0,-4 12 31 0 0,19-47-347 0 0,-41 94 596 0 0,1 1 0 0 0,9-18 0 0 0,-8 18-4 0 0,-1 1 0 0 0,1-1 0 0 0,4-15 0 0 0,-6 11-30 0 0,2 0 0 0 0,-1 0 0 0 0,2 1 0 0 0,-1 0 0 0 0,11-13 0 0 0,42-49-206 0 0,-34 43 158 0 0,-21 27 78 0 0,6-9 43 0 0,-1 2 1 0 0,0-2 0 0 0,12-21 0 0 0,-5 0-75 0 0,-10 17 2 0 0,2 1-1 0 0,16-27 1 0 0,-20 37 69 0 0,-1 0 1 0 0,2 0-1 0 0,-2 0 0 0 0,-1-1 1 0 0,1 2-1 0 0,1-2 0 0 0,-2 1 1 0 0,0-1-1 0 0,0-6 1 0 0,0-6-123 0 0,-2-27 0 0 0,0 11 26 0 0,2 17 23 0 0,1 2 0 0 0,1-1 0 0 0,0 1 0 0 0,0-1 0 0 0,2 1 0 0 0,7-18 0 0 0,-5 15-32 0 0,-1 0-1 0 0,-1 0 1 0 0,4-34 0 0 0,-8 45 84 0 0,1-1-1 0 0,-1 0 1 0 0,-1 0 0 0 0,0 1-1 0 0,0-1 1 0 0,-4-14-1 0 0,1 5-57 0 0,1 2-1 0 0,1-2 0 0 0,1 0 1 0 0,0 1-1 0 0,4-33 0 0 0,3 6-231 0 0,1-73-1 0 0,-7 83 147 0 0,1-2 0 0 0,3 2-1 0 0,7-34 1 0 0,-7 24 8 0 0,-5 37 128 0 0,0-1 0 0 0,1 1 0 0 0,-1-1 0 0 0,1 0 0 0 0,1 1 1 0 0,3-12-1 0 0,8-29-181 0 0,-11 41 186 0 0,1-2 0 0 0,-1 0 0 0 0,-1 1 0 0 0,0-1 0 0 0,-1 0 0 0 0,0 0 0 0 0,0 1 0 0 0,0-1 0 0 0,-1-1-1 0 0,0 1 1 0 0,-2-7 0 0 0,3 14 36 0 0,0 1-1 0 0,0-2 1 0 0,0 2-1 0 0,0 0 1 0 0,0-1-1 0 0,-2 1 1 0 0,2-1 0 0 0,0 1-1 0 0,0-1 1 0 0,-1 1-1 0 0,1-1 1 0 0,0 1-1 0 0,-1 0 1 0 0,1-1-1 0 0,0 1 1 0 0,-1 0-1 0 0,1-1 1 0 0,-1 1-1 0 0,1 0 1 0 0,0 0-1 0 0,-1-1 1 0 0,1 1 0 0 0,-1 0-1 0 0,1 0 1 0 0,-2 0-1 0 0,2-1 1 0 0,-1 1-1 0 0,1 0 1 0 0,-1 0-1 0 0,1 0 1 0 0,-1 0-1 0 0,1 0 1 0 0,-1 0-1 0 0,-19 10-57 0 0,16-9 57 0 0,-10 6 126 0 0,-1 1 1 0 0,0-1-1 0 0,-17 4 0 0 0,25-9-110 0 0,-9 4 97 0 0,-1-1 0 0 0,0 0 0 0 0,-17 0 0 0 0,22-2-22 0 0,-1 1 0 0 0,1-1 1 0 0,-24 10-1 0 0,17-5-11 0 0,-112 50 759 0 0,109-45-712 0 0,3 1 0 0 0,-1 2 1 0 0,1-1-1 0 0,-17 20 0 0 0,-4 1 182 0 0,-134 124 1105 0 0,137-132-1211 0 0,26-21-122 0 0,1 1 0 0 0,1-1 0 0 0,-2 2 0 0 0,-10 13 0 0 0,21-22-78 0 0,0 0-1 0 0,0 0 0 0 0,0 0 0 0 0,0 2 1 0 0,0-2-1 0 0,-1 0 0 0 0,1 0 1 0 0,0 0-1 0 0,0 0 0 0 0,0 0 1 0 0,0 0-1 0 0,0 0 0 0 0,0 0 1 0 0,0 0-1 0 0,0 0 0 0 0,0 0 1 0 0,0 0-1 0 0,0 1 0 0 0,0-1 1 0 0,0 0-1 0 0,0 0 0 0 0,0 0 1 0 0,0 0-1 0 0,0 0 0 0 0,-1 0 1 0 0,1 0-1 0 0,0 0 0 0 0,0 1 1 0 0,0-1-1 0 0,0 0 0 0 0,0 0 1 0 0,0 0-1 0 0,1 0 0 0 0,-1 0 1 0 0,0 0-1 0 0,0 0 0 0 0,0 0 1 0 0,0 1-1 0 0,0-1 0 0 0,0 0 1 0 0,0 0-1 0 0,0 0 0 0 0,0 0 1 0 0,0 0-1 0 0,0 0 0 0 0,0 0 1 0 0,0 0-1 0 0,0 0 0 0 0,0 0 1 0 0,0 1-1 0 0,1-1 0 0 0,-1 0 0 0 0,0 0 1 0 0,0 0-1 0 0,0 0 0 0 0,0 0 1 0 0,0 0-1 0 0,0 0 0 0 0,0 0 1 0 0,0 0-1 0 0,0 0 0 0 0,1 0 1 0 0,-1 0-1 0 0,12-2 52 0 0,22-11 84 0 0,-28 10-106 0 0,20-8 239 0 0,44-27 0 0 0,-44 22-2 0 0,43-19 1 0 0,-24 17-35 0 0,177-70 955 0 0,-198 80-1034 0 0,0-1 0 0 0,-2-2 0 0 0,32-19 0 0 0,11-3 296 0 0,-46 23-255 0 0,0 0-1 0 0,25-17 1 0 0,-39 24-161 0 0,-1-1-1 0 0,2 1 0 0 0,-2 0 1 0 0,1 1-1 0 0,0-1 1 0 0,1 1-1 0 0,-1 0 1 0 0,0 0-1 0 0,10-2 1 0 0,-11 4-9 0 0,0 0 1 0 0,0 0-1 0 0,0 0 0 0 0,-1 0 1 0 0,2 0-1 0 0,-2 2 1 0 0,1-1-1 0 0,0 0 0 0 0,0 0 1 0 0,0 0-1 0 0,-1 0 1 0 0,1 1-1 0 0,-1-1 1 0 0,7 5-1 0 0,-1 1 62 0 0,-1 0 1 0 0,13 13-1 0 0,-16-15-43 0 0,-1-1-1 0 0,1 2 1 0 0,1-2-1 0 0,-2-1 1 0 0,2 2 0 0 0,-1-2-1 0 0,1 0 1 0 0,0 1-1 0 0,-1-1 1 0 0,2 0 0 0 0,8 2-1 0 0,-15-4-36 0 0,1-1-1 0 0,-1 0 0 0 0,1 0 0 0 0,-1 0 1 0 0,1 0-1 0 0,-1 0 0 0 0,1 0 0 0 0,-1 0 1 0 0,1-1-1 0 0,-1 1 0 0 0,2 0 0 0 0,-2 0 1 0 0,1 0-1 0 0,-1 0 0 0 0,1-1 1 0 0,-1 1-1 0 0,1 0 0 0 0,-1-1 0 0 0,1 1 1 0 0,-1 0-1 0 0,1-1 0 0 0,-1 1 0 0 0,0 0 1 0 0,1-2-1 0 0,6-15 110 0 0,-5-26-153 0 0,-2 36-45 0 0,-4-84-443 0 0,3 80 397 0 0,0 0 1 0 0,-1 0-1 0 0,0 0 1 0 0,0 0-1 0 0,-5-14 1 0 0,5 19 67 0 0,0-1 0 0 0,-2 1 0 0 0,2-1-1 0 0,-1 1 1 0 0,-2 0 0 0 0,2 0 0 0 0,-2 0 0 0 0,1 0 0 0 0,-8-6 0 0 0,9 10 64 0 0,1-1 0 0 0,-2 2 1 0 0,1-1-1 0 0,-2 0 1 0 0,2 1-1 0 0,0 0 1 0 0,-1 0-1 0 0,1-1 1 0 0,-2 1-1 0 0,2 0 1 0 0,-1 1-1 0 0,0 0 1 0 0,1-1-1 0 0,-7 2 1 0 0,-8-1 24 0 0,-33 7 1 0 0,28-4-4 0 0,-23 3 19 0 0,8-3 15 0 0,0 3 1 0 0,-59 15 0 0 0,87-18-47 0 0,-1 1-1 0 0,1 1 1 0 0,-2-1 0 0 0,2 2-1 0 0,0-1 1 0 0,1 1 0 0 0,-1 0-1 0 0,1 2 1 0 0,0-1 0 0 0,1 1-1 0 0,0-1 1 0 0,-15 19 0 0 0,19-18-7 0 0,-37 47 121 0 0,-60 66 1 0 0,69-92-64 0 0,-1 0 1 0 0,-2-1 0 0 0,-41 26 0 0 0,-123 62 181 0 0,152-89-185 0 0,-20 9 8 0 0,-11 5 65 0 0,3 5 0 0 0,-77 58 1 0 0,122-80-82 0 0,-92 79 101 0 0,99-82-109 0 0,2 0 1 0 0,1 2-1 0 0,-21 30 1 0 0,-55 67 132 0 0,95-118-179 0 0,-303 482 174 0 0,188-225-174 0 0,73-154 0 0 0,24-56 0 0 0,-23 99 0 0 0,26-68 0 0 0,15-78 0 0 0,1 0 0 0 0,0-1 0 0 0,-1 0 0 0 0,1 0 0 0 0,0 2 0 0 0,0-2 0 0 0,0 0 0 0 0,0 1 0 0 0,0-1 0 0 0,0 0 0 0 0,0 2 0 0 0,0-2 0 0 0,1 0 0 0 0,0 3 0 0 0,-1-4 0 0 0,2 0 0 0 0,-2 0 0 0 0,0 0 0 0 0,1 0 0 0 0,-1 0 0 0 0,0 0 0 0 0,1 0 0 0 0,-1 0 0 0 0,0 0 0 0 0,1 0 0 0 0,-1-1 0 0 0,0 1 0 0 0,1 0 0 0 0,-1 0 0 0 0,0 0 0 0 0,1 0 0 0 0,-1-1 0 0 0,0 1 0 0 0,1 0 0 0 0,-1 0 0 0 0,0 0 0 0 0,0-1 0 0 0,1 1 0 0 0,-1 0 0 0 0,0-1 0 0 0,0 1 0 0 0,0 0 0 0 0,2 0 0 0 0,-2-1 0 0 0,10-12 0 0 0,-9 12 0 0 0,63-77-415 0 0,78-102-1133 0 0,145-282-2084 0 0,-280 449 3514 0 0,40-75-807 0 0,4 4-1 0 0,64-82 1 0 0,-81 122 596 0 0,9-11-490 0 0,98-95 0 0 0,-120 133 941 0 0,1 1 1 0 0,0 0-1 0 0,2 2 0 0 0,0 1 1 0 0,0 0-1 0 0,49-15 0 0 0,165-35 919 0 0,-129 37-636 0 0,35-9 223 0 0,-98 27-352 0 0,-31 6-205 0 0,1-2-1 0 0,-2 1 0 0 0,1 0 1 0 0,17-8-1 0 0,-2-2 132 0 0,-15 8-89 0 0,-2-1 0 0 0,27-15-1 0 0,-19 9-7 0 0,-16 8-86 0 0,-2-1 1 0 0,2 1-1 0 0,-2-2 1 0 0,0 2-1 0 0,0-2 0 0 0,0 1 1 0 0,-1-1-1 0 0,0 1 0 0 0,1-1 1 0 0,1-7-1 0 0,2-4-15 0 0,-5 10-87 0 0,-5 7 98 0 0,4 0-10 0 0,-2 1 0 0 0,1-1 1 0 0,1 1-1 0 0,-1-1 0 0 0,1 1 1 0 0,-1-1-1 0 0,0 1 1 0 0,1-1-1 0 0,-1 1 0 0 0,1-1 1 0 0,-1 1-1 0 0,1 0 0 0 0,0-1 1 0 0,-2 3-1 0 0,-23 60 192 0 0,9-28-61 0 0,-14 54 1 0 0,-2 24 287 0 0,-6-1 1 0 0,-73 153-1 0 0,-36 8 350 0 0,66-128-419 0 0,46-86-49 0 0,-66 84 1 0 0,-66 72 434 0 0,89-117-472 0 0,-51 74 257 0 0,-37 46 270 0 0,92-129-589 0 0,59-70-207 0 0,8-11 0 0 0,-1 0 0 0 0,-8 15 0 0 0,16-23 0 0 0,0 1 0 0 0,0-1 0 0 0,0 0 0 0 0,-1 0 0 0 0,1 0 0 0 0,0 0 0 0 0,0 0 0 0 0,0 0 0 0 0,0 0 0 0 0,0 0 0 0 0,0 0 0 0 0,0 0 0 0 0,0 0 0 0 0,0 0 0 0 0,0 1 0 0 0,0-1 0 0 0,0 0 0 0 0,0 0 0 0 0,0 0 0 0 0,0 0 0 0 0,0 0 0 0 0,0 0 0 0 0,0 0 0 0 0,0 0 0 0 0,0 1 0 0 0,0-1 0 0 0,0 0 0 0 0,0 0 0 0 0,0 0 0 0 0,0 0 0 0 0,0 0 0 0 0,0 0 0 0 0,0 0 0 0 0,0 0 0 0 0,0 0 0 0 0,0 1 0 0 0,0-1 0 0 0,0 0 0 0 0,0 0 0 0 0,0 0 0 0 0,0 0 0 0 0,0 0 0 0 0,0 0 0 0 0,1 0 0 0 0,-1 0 0 0 0,0 0 0 0 0,0 0 0 0 0,0 0 0 0 0,0 0 0 0 0,0 0 0 0 0,0 0 0 0 0,0 0 0 0 0,0 1 0 0 0,1-1 0 0 0,7-2 0 0 0,9-6 0 0 0,-2-3-69 0 0,-2 1 0 0 0,22-22 0 0 0,-13 13-6 0 0,54-52-796 0 0,-3-5 1 0 0,69-90 0 0 0,105-181-1819 0 0,51-129-836 0 0,-230 350 2491 0 0,-32 56 460 0 0,11-8 128 0 0,6-11 122 0 0,-48 79 286 0 0,-1 1 1 0 0,0-1 0 0 0,-1 1 0 0 0,-1-1 0 0 0,1 0 0 0 0,-1 0-1 0 0,-1 0 1 0 0,0 0 0 0 0,0 0 0 0 0,-1 0 0 0 0,-1 0 0 0 0,-2-18 0 0 0,0-3-69 0 0,3 24 90 0 0,-1 0-1 0 0,1 1 1 0 0,-1-1 0 0 0,0 0 0 0 0,0 2 0 0 0,-5-12 0 0 0,4 12 0 0 0,1 3 15 0 0,1 0 1 0 0,0 0-1 0 0,-1 1 0 0 0,0-1 1 0 0,1 1-1 0 0,-2-1 1 0 0,1 1-1 0 0,1-2 0 0 0,-1 2 1 0 0,0 0-1 0 0,0 0 1 0 0,0-1-1 0 0,0 1 0 0 0,-2 0 1 0 0,2-1-1 0 0,0 1 0 0 0,0 0 1 0 0,-1 0-1 0 0,1 0 1 0 0,0 1-1 0 0,-2-1 0 0 0,2 0 1 0 0,-1 1-1 0 0,1-1 1 0 0,-1 1-1 0 0,0-1 0 0 0,0 1 1 0 0,0 0-1 0 0,1 0 1 0 0,-4-2-1 0 0,-5 4 55 0 0,0-1 0 0 0,-1 0 1 0 0,0 1-1 0 0,1 0 0 0 0,0 2 0 0 0,0-1 1 0 0,-11 6-1 0 0,-70 37 510 0 0,72-35-424 0 0,-48 30 397 0 0,3 2 0 0 0,-68 63 0 0 0,86-73 16 0 0,-90 51 0 0 0,92-59-325 0 0,-41 18 374 0 0,61-31-431 0 0,1-1 0 0 0,2 0 0 0 0,-1 2 1 0 0,-34 27-1 0 0,3 10 247 0 0,1 3 1 0 0,4 1-1 0 0,1 2 1 0 0,3 3-1 0 0,2 1 0 0 0,-43 87 1 0 0,-112 191 1566 0 0,189-330-1959 0 0,6-8-28 0 0,4-6-1 0 0,17-31-190 0 0,1 3 1 0 0,29-39-1 0 0,3-5-134 0 0,-34 52 120 0 0,243-380-2828 0 0,34 23 35 0 0,-265 348 2709 0 0,-12 12 266 0 0,1 2 0 0 0,2 0 0 0 0,-1 1 1 0 0,42-30-1 0 0,-60 49 38 0 0,2-1 0 0 0,-1 1 0 0 0,1 0 0 0 0,-1 0 0 0 0,0 0 0 0 0,1 0 1 0 0,0-1-1 0 0,0 2 0 0 0,-1-1 0 0 0,0 1 0 0 0,2 0 0 0 0,5 1 0 0 0,19-3 110 0 0,-8-1-77 0 0,-9 0 42 0 0,1 2 0 0 0,19-3 0 0 0,0 11 108 0 0,-31-7-189 0 0,0 0 1 0 0,0 0-1 0 0,0 0 1 0 0,1 0-1 0 0,-1 0 1 0 0,1 0-1 0 0,-1 0 1 0 0,0 1-1 0 0,0-1 1 0 0,0 0-1 0 0,1 1 1 0 0,-1-1-1 0 0,0 0 1 0 0,0 1 0 0 0,0-1-1 0 0,0 1 1 0 0,0 0-1 0 0,0-1 1 0 0,-1 1-1 0 0,2 1 1 0 0,-1-2-1 0 0,0 1 1 0 0,0 0-1 0 0,-1 0 1 0 0,2 1-1 0 0,-2-1 3 0 0,0 1 0 0 0,0 0 0 0 0,1 0-1 0 0,-1-1 1 0 0,0 0 0 0 0,0 1 0 0 0,-1-1 0 0 0,1 1-1 0 0,0 0 1 0 0,0 0 0 0 0,-1-1 0 0 0,1 0-1 0 0,0 1 1 0 0,-1-1 0 0 0,0 0 0 0 0,1 2 0 0 0,-1-2-1 0 0,0 0 1 0 0,-2 2 0 0 0,-11 23 188 0 0,-18 41 1 0 0,14-27-19 0 0,-184 311 1294 0 0,160-285-1210 0 0,-234 332 1515 0 0,238-352-1429 0 0,0-2-1 0 0,-66 58 1 0 0,95-94-302 0 0,7-6-27 0 0,-1 0-1 0 0,0 1 1 0 0,1-1-1 0 0,-1 0 1 0 0,0 1-1 0 0,1 0 1 0 0,-3 5-1 0 0,3-5-20 0 0,15-8 0 0 0,15-11 87 0 0,-1-1 183 0 0,32-14 0 0 0,-28 16-109 0 0,1-2 0 0 0,-2-1-1 0 0,39-29 1 0 0,77-76-1196 0 0,-142 118 971 0 0,36-31-490 0 0,-3-3 1 0 0,64-84-1 0 0,44-99-1112 0 0,-93 139 1038 0 0,-3 9-322 0 0,1 1 0 0 0,122-131 0 0 0,-164 196 1018 0 0,-1 0-8 0 0,-1 2 0 0 0,1 0 0 0 0,0 0 0 0 0,1 0 0 0 0,13-7 1 0 0,-21 12-61 0 0,0 1 0 0 0,0 0 1 0 0,1 0-1 0 0,-1 0 0 0 0,0 0 1 0 0,0 0-1 0 0,2 0 0 0 0,-2-1 1 0 0,0 1-1 0 0,1 0 1 0 0,-1 0-1 0 0,0 0 0 0 0,0 0 1 0 0,1 0-1 0 0,-1 0 0 0 0,0 0 1 0 0,1 0-1 0 0,-1 0 1 0 0,0 0-1 0 0,1 0 0 0 0,-1 1 1 0 0,0-1-1 0 0,0 0 0 0 0,1 0 1 0 0,-1 0-1 0 0,0 0 1 0 0,1 0-1 0 0,-1 0 0 0 0,0 1 1 0 0,0-1-1 0 0,0 0 0 0 0,1 0 1 0 0,-1 0-1 0 0,0 1 1 0 0,3 13 61 0 0,-8 16 51 0 0,5-29-113 0 0,-8 19 103 0 0,0 0 0 0 0,1-1 0 0 0,-4 0 0 0 0,1 0 0 0 0,-14 17 0 0 0,11-16-8 0 0,-300 415 1779 0 0,134-226-883 0 0,24-30-216 0 0,-14 13 166 0 0,50-70-137 0 0,28-35-159 0 0,90-87-642 0 0,0 1 1 0 0,1 0 0 0 0,-1-1 0 0 0,0 1-1 0 0,1-1 1 0 0,-2 0 0 0 0,1 2-1 0 0,1-2 1 0 0,-1 1 0 0 0,0-1-1 0 0,0 0 1 0 0,0 0 0 0 0,1 1 0 0 0,-1-1-1 0 0,0 0 1 0 0,-1 0 0 0 0,1 0-1 0 0,1 0 1 0 0,-1 0 0 0 0,0 0-1 0 0,0 0 1 0 0,0 0 0 0 0,0 0 0 0 0,1-1-1 0 0,-2 1 1 0 0,1 0 0 0 0,0 0-1 0 0,1-1 1 0 0,-1 1 0 0 0,0 0-1 0 0,0-2 1 0 0,1 2 0 0 0,-1-1 0 0 0,0 1-1 0 0,1-1 1 0 0,-2 1 0 0 0,2-1-1 0 0,-1 0 1 0 0,0 1 0 0 0,1-1 0 0 0,-1 0-1 0 0,1 1 1 0 0,0-1 0 0 0,-1 0-1 0 0,1 1 1 0 0,0-2 0 0 0,-1 1-1 0 0,1 0 1 0 0,0 0 0 0 0,0 0 0 0 0,-11-42 77 0 0,6 21-297 0 0,-2 0-1 0 0,-10-28 0 0 0,16 45 181 0 0,0 0-1 0 0,0-1 1 0 0,0 1 0 0 0,1 0-1 0 0,0 0 1 0 0,0-1 0 0 0,0 1-1 0 0,1-1 1 0 0,-1 2-1 0 0,1-2 1 0 0,4-9 0 0 0,0-13-179 0 0,0 7 51 0 0,0 0 0 0 0,1 0 0 0 0,10-20 0 0 0,-11 28 90 0 0,1-5-19 0 0,2 3-1 0 0,0-2 1 0 0,1 1 0 0 0,0 1 0 0 0,1-1 0 0 0,0 2 0 0 0,2 0 0 0 0,23-22-1 0 0,28-27-280 0 0,-36 40 241 0 0,42-51-1 0 0,-59 62 28 0 0,0-2 0 0 0,-1 1-1 0 0,-1-1 1 0 0,0-1 0 0 0,-1 1 0 0 0,7-23 0 0 0,-9 24 5 0 0,6-21-188 0 0,-11 32 281 0 0,0-1 0 0 0,1 2 0 0 0,-1-1 0 0 0,0 0 0 0 0,0 0 0 0 0,0-1 0 0 0,0 2 0 0 0,0-1 0 0 0,-1 0 0 0 0,1 0 0 0 0,0-1 0 0 0,-1 2-1 0 0,-1-4 1 0 0,2 4 11 0 0,-1 0 0 0 0,1 1 0 0 0,-2-2 0 0 0,2 1-1 0 0,-1 1 1 0 0,0-1 0 0 0,1 1 0 0 0,-1-1 0 0 0,0 1-1 0 0,1-1 1 0 0,-1 1 0 0 0,0 0 0 0 0,0-1 0 0 0,1 1-1 0 0,-2 0 1 0 0,1 0 0 0 0,0-1 0 0 0,0 1 0 0 0,0 0-1 0 0,1 0 1 0 0,-1 0 0 0 0,0 0 0 0 0,-1 0-1 0 0,1 0 1 0 0,0 0 0 0 0,1 0 0 0 0,-1 0 0 0 0,0 1-1 0 0,0-1 1 0 0,-1 1 0 0 0,-31 12 57 0 0,24-7-22 0 0,-13 4 40 0 0,1 1-1 0 0,0 1 1 0 0,0 1-1 0 0,2 1 0 0 0,0 1 1 0 0,0 1-1 0 0,1-1 1 0 0,1 3-1 0 0,-18 23 0 0 0,15-16 27 0 0,4 1 0 0 0,-1 0 0 0 0,2 2-1 0 0,0 0 1 0 0,3 0 0 0 0,-15 51-1 0 0,-31 118 451 0 0,51-177-474 0 0,2 1 1 0 0,0-1-1 0 0,1 1 1 0 0,-2 38-1 0 0,6-53-60 0 0,1 1 1 0 0,-1-1-1 0 0,1 1 0 0 0,1 1 0 0 0,0-2 0 0 0,-1 0 1 0 0,1 1-1 0 0,0-1 0 0 0,2 1 0 0 0,5 11 0 0 0,-7-15-6 0 0,0-1 0 0 0,1 1 0 0 0,-1 0 0 0 0,0 0 0 0 0,0-1 0 0 0,2 0-1 0 0,-2 1 1 0 0,1-1 0 0 0,1 0 0 0 0,-1 0 0 0 0,-1 1 0 0 0,2-2 0 0 0,-1 1-1 0 0,1-1 1 0 0,-1 0 0 0 0,1 0 0 0 0,0 0 0 0 0,-1-1 0 0 0,1 1 0 0 0,0-1-1 0 0,6 1 1 0 0,5-2 29 0 0,-1 0 1 0 0,0-1-1 0 0,1 0 0 0 0,-2-1 0 0 0,2-2 0 0 0,-1 1 0 0 0,-1-2 0 0 0,1 1 0 0 0,-1-1 0 0 0,0-1 1 0 0,11-8-1 0 0,14-11-206 0 0,-3 0-1 0 0,41-42 1 0 0,-35 31-221 0 0,-3-2 0 0 0,1-2 0 0 0,-4-2-1 0 0,40-62 1 0 0,-46 57-105 0 0,-3-1-1 0 0,-3 0 1 0 0,33-101 0 0 0,-52 135 327 0 0,0 1 55 0 0,-1 2 1 0 0,1 0-1 0 0,1 0 1 0 0,12-20 0 0 0,-16 31 104 0 0,-1 0 0 0 0,0 1 0 0 0,1-1 0 0 0,-1 1 1 0 0,1-2-1 0 0,-1 2 0 0 0,1-1 0 0 0,-1 1 1 0 0,2-1-1 0 0,-1 1 0 0 0,-1 0 0 0 0,1-1 1 0 0,-1 1-1 0 0,1 0 0 0 0,0 0 0 0 0,-1-1 0 0 0,1 1 1 0 0,0 0-1 0 0,-1 0 0 0 0,3 0 0 0 0,-3 0 2 0 0,1 0-1 0 0,-1 0 0 0 0,1 0 1 0 0,-1 0-1 0 0,0 0 0 0 0,1 0 1 0 0,-1 0-1 0 0,0 0 0 0 0,1 1 1 0 0,-1-1-1 0 0,0 0 0 0 0,0 0 1 0 0,1 0-1 0 0,-1 1 0 0 0,0-1 1 0 0,1 0-1 0 0,-1 0 0 0 0,0 1 1 0 0,0-1-1 0 0,0 0 0 0 0,1 0 1 0 0,-1 1-1 0 0,0-1 0 0 0,0 0 1 0 0,0 2-1 0 0,2-2 0 0 0,-2 0 1 0 0,0 1-1 0 0,0-1 0 0 0,0 0 1 0 0,0 1-1 0 0,0-1 0 0 0,0 1 1 0 0,0-1-1 0 0,0 0 0 0 0,0 1 1 0 0,-2 11 14 0 0,1 1 1 0 0,-1 0-1 0 0,-1-1 1 0 0,-5 15-1 0 0,-4 14 137 0 0,-43 167 456 0 0,-28 194 641 0 0,28-128-419 0 0,49-247-718 0 0,-1 1 1 0 0,-2-2 0 0 0,-1 1 0 0 0,-18 36 0 0 0,17-46-24 0 0,1-1 0 0 0,0 1-1 0 0,-2-2 1 0 0,-1 0 0 0 0,1-1-1 0 0,-2 1 1 0 0,-21 16 0 0 0,27-26-66 0 0,6-2-9 0 0,-1 0 0 0 0,1-1-1 0 0,-2 0 1 0 0,2 0 0 0 0,-2-1 0 0 0,2 2-1 0 0,-1-1 1 0 0,-1-1 0 0 0,1 0-1 0 0,0 0 1 0 0,-5 1 0 0 0,8-3-12 0 0,1 0 0 0 0,-1 0 0 0 0,0 0 0 0 0,1-1 1 0 0,-1 1-1 0 0,1 0 0 0 0,0-1 0 0 0,-1 1 0 0 0,1 0 0 0 0,1 0 0 0 0,-1-1 0 0 0,104-139-529 0 0,-56 72-191 0 0,60-65-1 0 0,127-97-1052 0 0,-88 92 704 0 0,51-88-550 0 0,-156 175 1578 0 0,-36 43 82 0 0,1-1 0 0 0,0 3 1 0 0,1-2-1 0 0,18-13 0 0 0,-22 20 32 0 0,-6 9-30 0 0,-7 7 46 0 0,-93 127 670 0 0,16-21-158 0 0,-124 122 578 0 0,110-131-659 0 0,31-33-139 0 0,-124 136 748 0 0,147-164-727 0 0,38-46-373 0 0,7-4-26 0 0,-1 0-1 0 0,1 0 1 0 0,-1 0-1 0 0,1 1 1 0 0,-1-1 0 0 0,1 0-1 0 0,-1 1 1 0 0,1-1-1 0 0,0 0 1 0 0,-1 1-1 0 0,1-1 1 0 0,-1 0-1 0 0,1 1 1 0 0,0-1 0 0 0,-1 2-1 0 0,1-2 1 0 0,0 0-1 0 0,0 1 1 0 0,-2 0-1 0 0,25-6 115 0 0,-7-1-47 0 0,0-1 1 0 0,-1-1-1 0 0,29-18 0 0 0,42-37-360 0 0,-46 33 63 0 0,192-156-1287 0 0,-200 156 1223 0 0,-1-1-1 0 0,-2-1 0 0 0,-1-1 0 0 0,42-68 0 0 0,-50 66 13 0 0,-2-3 1 0 0,-1 1-1 0 0,-2-1 1 0 0,14-53-1 0 0,-22 62 95 0 0,-1-1-1 0 0,-2 1 0 0 0,-1 0 0 0 0,-1-1 1 0 0,-1 1-1 0 0,-7-52 0 0 0,2 47-41 0 0,-3 1-1 0 0,-1 1 0 0 0,-2-2 1 0 0,-20-44-1 0 0,24 63 124 0 0,-1 1 1 0 0,-1 1-1 0 0,0-2 1 0 0,-1 3-1 0 0,0-1 1 0 0,-1 1-1 0 0,-1-1 1 0 0,0 2-1 0 0,-1 0 1 0 0,1 1-1 0 0,-27-16 1 0 0,28 20 154 0 0,0 1-1 0 0,1 0 1 0 0,-2 1 0 0 0,1 1-1 0 0,-1-1 1 0 0,0 2 0 0 0,0 0 0 0 0,1 0-1 0 0,-14-1 1 0 0,7 3 46 0 0,0 0 0 0 0,0 1 0 0 0,0 1 0 0 0,0 1 0 0 0,-20 5 0 0 0,-11 7 283 0 0,0 3-1 0 0,-86 45 1 0 0,120-56-320 0 0,-376 211 2028 0 0,356-194-1764 0 0,0 1-1 0 0,1 2 1 0 0,-46 50 0 0 0,78-75-314 0 0,-1-1 1 0 0,1 0-1 0 0,0 0 0 0 0,0 0 1 0 0,0 0-1 0 0,-1 0 0 0 0,0 0 0 0 0,1-1 1 0 0,-1 1-1 0 0,-3 1 0 0 0,0-5-25 0 0,6-8 40 0 0,7-10-79 0 0,1 0-1 0 0,0 1 1 0 0,2 0 0 0 0,0 2 0 0 0,16-21 0 0 0,8-14-180 0 0,199-367-1766 0 0,-121 209 1010 0 0,-111 209 973 0 0,34-65-556 0 0,54-72 0 0 0,-82 123 514 0 0,-6 16 55 0 0,-2 0 1 0 0,0 0-1 0 0,0 0 1 0 0,0-1-1 0 0,0 1 1 0 0,0 0-1 0 0,1 0 1 0 0,-1 0-1 0 0,0-1 1 0 0,0 1-1 0 0,0 0 1 0 0,0 0-1 0 0,0 0 1 0 0,0 0-1 0 0,0-1 1 0 0,0 1-1 0 0,0 0 1 0 0,0 0 0 0 0,0-1-1 0 0,0 1 1 0 0,0 0-1 0 0,0 0 1 0 0,0 0-1 0 0,0-1 1 0 0,0 1-1 0 0,0 0 1 0 0,0 0-1 0 0,0 0 1 0 0,0-1-1 0 0,0 1 1 0 0,0 0-1 0 0,0 0 1 0 0,0 0-1 0 0,0-2 1 0 0,-1 2-1 0 0,1 0 1 0 0,0 0-1 0 0,0 0 1 0 0,0 0-1 0 0,0-1 1 0 0,-2 1-1 0 0,2 0 1 0 0,0 0 0 0 0,0 0-1 0 0,0 0 1 0 0,0 0-1 0 0,-1 0 1 0 0,1 0-1 0 0,0 0 1 0 0,0-1-1 0 0,0 1 1 0 0,-1 0-1 0 0,1 0 1 0 0,0 0-1 0 0,0 0 1 0 0,0 0-1 0 0,-1 0 1 0 0,1 0-1 0 0,0 0 1 0 0,0 0-1 0 0,-1 0 1 0 0,1 0-1 0 0,0 0 1 0 0,0 1-1 0 0,0-1 1 0 0,-1 0-1 0 0,1 0 1 0 0,0 0-1 0 0,0 0 1 0 0,-5 3 19 0 0,0 0 1 0 0,0-1-1 0 0,2 1 1 0 0,-2 1-1 0 0,1-1 1 0 0,0 0-1 0 0,1 2 0 0 0,-2-2 1 0 0,2 2-1 0 0,-5 7 1 0 0,-7 5 105 0 0,-109 127 1095 0 0,-107 162 1 0 0,164-209-694 0 0,-222 307 1633 0 0,25-74-250 0 0,258-322-1803 0 0,4-5-82 0 0,0 0 1 0 0,0 1-1 0 0,-1-1 0 0 0,0-1 1 0 0,1 2-1 0 0,-1-2 0 0 0,-1 0 1 0 0,2 0-1 0 0,-1 0 0 0 0,-5 3 1 0 0,8-5-22 0 0,0 0 0 0 0,-1 0 0 0 0,1 0 0 0 0,0 0 0 0 0,-2 0 0 0 0,2 0 0 0 0,0 0 0 0 0,0 0 0 0 0,-1 0 0 0 0,1 0 0 0 0,0 0 0 0 0,-1 0 0 0 0,1 0 0 0 0,0 0 0 0 0,0-1 1 0 0,-1 1-1 0 0,1 0 0 0 0,0 0 0 0 0,0 0 0 0 0,-1-1 0 0 0,1 1 0 0 0,0 0 0 0 0,0 0 0 0 0,0 0 0 0 0,-1-1 0 0 0,1 1 0 0 0,0 0 0 0 0,0 0 0 0 0,0-2 0 0 0,0 2 0 0 0,0 0 0 0 0,0-1 0 0 0,-1 1 0 0 0,1 0 0 0 0,0-1 0 0 0,0 1 1 0 0,0 0-1 0 0,0 0 0 0 0,0-1 0 0 0,0 1 0 0 0,0 0 0 0 0,0-1 0 0 0,0 1 0 0 0,0 0 0 0 0,1-1 0 0 0,-1 1 0 0 0,2-19 73 0 0,-2 18-60 0 0,6-16-121 0 0,-1 1 0 0 0,2 0 0 0 0,0 0-1 0 0,1 0 1 0 0,1 2 0 0 0,10-16 0 0 0,6-9-140 0 0,163-309-1893 0 0,64-191-1083 0 0,-240 511 3050 0 0,99-213-1235 0 0,-76 173 662 0 0,64-92 0 0 0,-50 81 194 0 0,-39 65 516 0 0,-24 46 6 0 0,-19 33 744 0 0,-55 80 1 0 0,45-79-369 0 0,-43 78 1170 0 0,-98 223 0 0 0,181-362-1496 0 0,-4 11 94 0 0,0-1 0 0 0,1 2-1 0 0,1-2 1 0 0,0 2 0 0 0,1-1 0 0 0,-2 28 0 0 0,6-44-115 0 0,-1 1 0 0 0,1-1 0 0 0,0 0 0 0 0,0 0 0 0 0,0 0 0 0 0,0 1 0 0 0,0-1 0 0 0,0 0 0 0 0,0 0 0 0 0,0 0 0 0 0,0 1 0 0 0,0-1 0 0 0,1 0 0 0 0,-1 0 0 0 0,0 0 0 0 0,0 1 0 0 0,0-1 0 0 0,0 0 0 0 0,0 0 0 0 0,0 0 0 0 0,0 0 0 0 0,0 1 0 0 0,0-1 0 0 0,1 0 0 0 0,-1 0 0 0 0,0 0 0 0 0,0 0 0 0 0,0 1 0 0 0,0-1 0 0 0,1 0 0 0 0,-1 0 0 0 0,0 0 0 0 0,0 0 0 0 0,0 0 0 0 0,0 0 0 0 0,1 0 0 0 0,-1 0 0 0 0,0 0 0 0 0,0 0 0 0 0,2 0 0 0 0,-2 0 0 0 0,0 0 0 0 0,0 0 0 0 0,0 0 0 0 0,1 0 0 0 0,-1 0 0 0 0,0 0 0 0 0,14-7 109 0 0,13-18 98 0 0,-27 25-208 0 0,109-122-323 0 0,-11 10-311 0 0,-37 51 249 0 0,2 3-1 0 0,4 3 0 0 0,0 3 0 0 0,5 2 1 0 0,0 3-1 0 0,97-44 0 0 0,123-46 468 0 0,-181 81 564 0 0,-66 32-221 0 0,54-22 0 0 0,-85 42-330 0 0,0 1 1 0 0,-1-1 0 0 0,1 2 0 0 0,0 0 0 0 0,19-2 0 0 0,-4 4 138 0 0,47 6 1 0 0,-41 1 26 0 0,-1 0 0 0 0,61 22 0 0 0,-47-12 69 0 0,-35-13-252 0 0,-1 1 1 0 0,16 7 0 0 0,-28-11-71 0 0,1 0 1 0 0,0 0-1 0 0,-1 0 0 0 0,2 0 0 0 0,-1 0 1 0 0,-1 1-1 0 0,1-1 0 0 0,-1 0 1 0 0,0 0-1 0 0,1 0 0 0 0,-1 0 0 0 0,0 0 1 0 0,0 1-1 0 0,0-1 0 0 0,0 1 1 0 0,0-1-1 0 0,0 2 0 0 0,-1 27 70 0 0,0-23-49 0 0,-28 308 1398 0 0,24-273-1160 0 0,-3-1 0 0 0,-2 0 1 0 0,-25 71-1 0 0,7-44 299 0 0,-47 84-1 0 0,37-89-160 0 0,-3-3-1 0 0,-2-1 1 0 0,-3-2 0 0 0,-3-3-1 0 0,-95 85 1 0 0,56-55 158 0 0,87-82-505 0 0,0-1-50 0 0,1-1 0 0 0,-1 1 1 0 0,1-1-1 0 0,-2 1 0 0 0,2-1 1 0 0,-1 1-1 0 0,1-1 0 0 0,-1 0 1 0 0,0 2-1 0 0,1-2 1 0 0,-1 0-1 0 0,1 0 0 0 0,-1 1 1 0 0,0-1-1 0 0,1 0 0 0 0,-2 0 1 0 0,1 0-1 0 0,-1 0 0 0 0,2 0-4 0 0,-1 0 0 0 0,1-1 0 0 0,-1 1 0 0 0,0 0 0 0 0,1-2 0 0 0,-1 2 0 0 0,1-1 0 0 0,0 1 0 0 0,-2-1 0 0 0,2 1 0 0 0,-1-1 0 0 0,1 1 0 0 0,0-1 0 0 0,-1 1 0 0 0,1-1 0 0 0,0 0 0 0 0,-1 1 0 0 0,1-1 0 0 0,0 1 0 0 0,0-1 0 0 0,0-1 0 0 0,0 2 0 0 0,0-1 0 0 0,0 0 0 0 0,0 0 0 0 0,-1-1 10 0 0,1 1-14 0 0,1 1 0 0 0,-1-1 0 0 0,1 0 0 0 0,-1 1 0 0 0,1-2 0 0 0,-1 2 0 0 0,1-1 0 0 0,-1 1 0 0 0,2-1 0 0 0,-1 1 0 0 0,-1 0 0 0 0,1-1 0 0 0,0 1 0 0 0,-1 0 0 0 0,1-1 0 0 0,0 1 0 0 0,-1 0 0 0 0,1 0 0 0 0,0 0 0 0 0,2-1 0 0 0,-1 1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2T16:41:07.441"/>
    </inkml:context>
    <inkml:brush xml:id="br0">
      <inkml:brushProperty name="width" value="0.35" units="cm"/>
      <inkml:brushProperty name="height" value="0.35" units="cm"/>
      <inkml:brushProperty name="color" value="#10B981"/>
    </inkml:brush>
  </inkml:definitions>
  <inkml:trace contextRef="#ctx0" brushRef="#br0">780 1966 4915 0 0,'0'0'5'0'0,"0"0"0"0"0,0 0 0 0 0,0 0 0 0 0,0 0 0 0 0,0 0 0 0 0,0 0 0 0 0,0 0 0 0 0,0 0 1 0 0,0 0-1 0 0,0 0 0 0 0,0 0 0 0 0,0 0 0 0 0,0 0 0 0 0,0 0 0 0 0,0-1 0 0 0,0 1 0 0 0,0 0 0 0 0,0 0 0 0 0,0 0 0 0 0,0 0 0 0 0,0 0 0 0 0,0 0 0 0 0,0 0 0 0 0,0 0 0 0 0,0 0 0 0 0,0 0 1 0 0,0 0-1 0 0,0 0 0 0 0,0 0 0 0 0,0 0 0 0 0,0 0 0 0 0,0 0 0 0 0,0 0 0 0 0,0-1 0 0 0,0 1 0 0 0,0 0 0 0 0,0 0 0 0 0,0 0 0 0 0,0 0 0 0 0,0 0 0 0 0,0 0 0 0 0,0 0 0 0 0,0 0 0 0 0,0 0 1 0 0,0 0-1 0 0,0 0 0 0 0,0 0 0 0 0,0 0 0 0 0,0 0 0 0 0,0 0 0 0 0,0 0 0 0 0,0 0 0 0 0,0 0 0 0 0,0 0 0 0 0,0 0 0 0 0,0 0 0 0 0,0 0 0 0 0,0 0 0 0 0,0 0 0 0 0,0 0 0 0 0,-1 0 0 0 0,1 0 1 0 0,6-4 39 0 0,0-1-49 0 0,-1 5 51 0 0,4 5 72 0 0,-7-4-104 0 0,116 71 1258 0 0,-90-54-871 0 0,-22-13-296 0 0,1-1 1 0 0,0 0-1 0 0,0 1 0 0 0,14 3 0 0 0,-21-10-114 0 0,-3-6 49 0 0,-7-5 138 0 0,-19-27-40 0 0,-88-120-404 0 0,78 106 147 0 0,22 29 40 0 0,-1 0 0 0 0,-22-44 0 0 0,30 53 73 0 0,28 38-33 0 0,48 88 1107 0 0,-35-64-678 0 0,-23-30-169 0 0,-8-12-63 0 0,-7-11-73 0 0,-13-21-49 0 0,2 0-1 0 0,-16-31 1 0 0,17 27-97 0 0,-69-131-381 0 0,80 154 410 0 0,5 6 19 0 0,-2-1-1 0 0,2 1 1 0 0,-1-1 0 0 0,1 1 0 0 0,-1-1 0 0 0,1 1-1 0 0,0 0 1 0 0,0-5 0 0 0,1 8 13 0 0,0 0-1 0 0,0 0 1 0 0,0 0-1 0 0,0-1 1 0 0,0 1-1 0 0,0 0 1 0 0,0 0-1 0 0,0 0 1 0 0,0 0-1 0 0,0 0 1 0 0,0 0-1 0 0,0 0 1 0 0,0 0-1 0 0,0 0 1 0 0,0 0-1 0 0,0 0 1 0 0,0 0-1 0 0,0 0 1 0 0,0 0-1 0 0,0 0 1 0 0,0 0-1 0 0,0-1 1 0 0,0 1-1 0 0,0 0 1 0 0,0 0-1 0 0,0 0 1 0 0,0 0-1 0 0,0 0 1 0 0,0 0-1 0 0,0 0 1 0 0,0 0-1 0 0,0 0 1 0 0,0 0 0 0 0,0 0-1 0 0,0 0 1 0 0,1 0-1 0 0,-1 0 1 0 0,0 0-1 0 0,0 0 1 0 0,0 0-1 0 0,0 0 1 0 0,0 0-1 0 0,0 0 1 0 0,0 0-1 0 0,0 0 1 0 0,0 0-1 0 0,0 0 1 0 0,0 0-1 0 0,0 0 1 0 0,0 0-1 0 0,0 0 1 0 0,0 0-1 0 0,1 0 1 0 0,-1 0-1 0 0,0 1 1 0 0,0-1-1 0 0,0 0 1 0 0,0 0-1 0 0,0 0 1 0 0,0 0-1 0 0,0 0 1 0 0,0 0-1 0 0,0 0 1 0 0,0 0-1 0 0,0 0 1 0 0,5 5 77 0 0,7 9 70 0 0,10 23 297 0 0,-1 1 0 0 0,20 48 0 0 0,-38-80-378 0 0,-1 0 0 0 0,-1 0 0 0 0,2-1 0 0 0,-2 1 0 0 0,1 10 0 0 0,-2-16-66 0 0,0 0-1 0 0,0 0 1 0 0,0 0 0 0 0,0 0-1 0 0,0 1 1 0 0,0-1-1 0 0,0 0 1 0 0,0 0 0 0 0,0 0-1 0 0,0 1 1 0 0,0-1-1 0 0,0 0 1 0 0,0 0 0 0 0,0 0-1 0 0,0 0 1 0 0,0 0-1 0 0,0 0 1 0 0,0 0 0 0 0,0 0-1 0 0,0 0 1 0 0,0 2-1 0 0,0-2 1 0 0,0 0 0 0 0,0 0-1 0 0,0 0 1 0 0,-1 0-1 0 0,1 0 1 0 0,0 1 0 0 0,0-1-1 0 0,0 0 1 0 0,0 0-1 0 0,-1 0 1 0 0,1 0-1 0 0,0 0 1 0 0,0 0 0 0 0,0 0-1 0 0,0 0 1 0 0,-1 0-1 0 0,1 0 1 0 0,0 0 0 0 0,0 0-1 0 0,0 0 1 0 0,0 0-1 0 0,0 0 1 0 0,0 0 0 0 0,0 0-1 0 0,0 0 1 0 0,-2 0-1 0 0,2 0 1 0 0,0 0 0 0 0,0 0-1 0 0,0 0 1 0 0,0 0-1 0 0,-1 0 1 0 0,1 0 0 0 0,0-1-1 0 0,0 1 1 0 0,0 0-1 0 0,0 0 1 0 0,0 0 0 0 0,0 0-1 0 0,0 0 1 0 0,0 0-1 0 0,0-2 1 0 0,-9-5 126 0 0,-12-19-172 0 0,2-1 0 0 0,0 0-1 0 0,-16-37 1 0 0,15 27-57 0 0,-177-334-1194 0 0,194 364 1257 0 0,-1 0 0 0 0,1-1 0 0 0,-3-11 0 0 0,6 18 26 0 0,3 3-11 0 0,0 4 21 0 0,29 65 767 0 0,-2 1-1 0 0,20 83 1 0 0,-49-150-756 0 0,1 5 76 0 0,1 0 1 0 0,-1 1-1 0 0,0 11 1 0 0,-2-21-78 0 0,0 0 1 0 0,0 0-1 0 0,0 0 1 0 0,0 0 0 0 0,0 0-1 0 0,0-1 1 0 0,0 1-1 0 0,0 0 1 0 0,0 0-1 0 0,0 0 1 0 0,0 0 0 0 0,-1 0-1 0 0,0 0 1 0 0,1-1-8 0 0,0 0 1 0 0,0 0 0 0 0,-2 0-1 0 0,2 0 1 0 0,0 0-1 0 0,0 0 1 0 0,0 0 0 0 0,0 0-1 0 0,0 0 1 0 0,0 0-1 0 0,0 0 1 0 0,0 0 0 0 0,-1 0-1 0 0,1 0 1 0 0,0 0-1 0 0,0 0 1 0 0,-1 0 0 0 0,1 0-1 0 0,0 0 1 0 0,0 0-1 0 0,0 0 1 0 0,-1 0 0 0 0,1 0-1 0 0,0 0 1 0 0,0 0-1 0 0,0 0 1 0 0,0 0 0 0 0,0 0-1 0 0,0 0 1 0 0,0 0-1 0 0,0 0 1 0 0,0-1 0 0 0,0 1-1 0 0,-1 0 1 0 0,-10-20 173 0 0,3 1-226 0 0,1 0 0 0 0,-6-41-1 0 0,3 17-104 0 0,-2-8-33 0 0,-83-374-1421 0 0,94 419 1587 0 0,0 1 0 0 0,1-1-1 0 0,-1 1 1 0 0,1-1 0 0 0,1-9-1 0 0,-1 15 25 0 0,0 0-1 0 0,0 0 1 0 0,0 0-1 0 0,0 0 1 0 0,0 1-1 0 0,0-1 1 0 0,0 0-1 0 0,0 0 1 0 0,1 0-1 0 0,-1 0 1 0 0,0 0-1 0 0,0 0 1 0 0,0 0-1 0 0,0 1 1 0 0,0-1 0 0 0,0 0-1 0 0,0 0 1 0 0,0 0-1 0 0,0 0 1 0 0,0 0-1 0 0,0 0 1 0 0,0 0-1 0 0,0 0 1 0 0,0 0-1 0 0,0 0 1 0 0,0 0-1 0 0,0 0 1 0 0,0 0-1 0 0,0 1 1 0 0,0-1-1 0 0,1 0 1 0 0,-1 0-1 0 0,0 0 1 0 0,0 0-1 0 0,0 0 1 0 0,0 0 0 0 0,0 0-1 0 0,0 0 1 0 0,1 0-1 0 0,-1 0 1 0 0,0 0-1 0 0,0-1 1 0 0,0 1-1 0 0,0 0 1 0 0,0 0-1 0 0,0 0 1 0 0,0 0-1 0 0,1 0 1 0 0,-1 0-1 0 0,0 0 1 0 0,0 0-1 0 0,0 0 1 0 0,0 0-1 0 0,0 0 1 0 0,0 0-1 0 0,0-1 1 0 0,0 1 0 0 0,0 0-1 0 0,1 0 1 0 0,-1 0-1 0 0,0 0 1 0 0,0 0-1 0 0,0 0 1 0 0,0 0-1 0 0,0-1 1 0 0,3 8-42 0 0,7 14 256 0 0,-2 1 0 0 0,7 33-1 0 0,0-5 155 0 0,39 132 888 0 0,-51-164-1124 0 0,-5-13-32 0 0,-3-12 42 0 0,-16-49-339 0 0,2-1 1 0 0,-13-59-1 0 0,10 29-114 0 0,-40-152-610 0 0,60 232 890 0 0,1 4 17 0 0,0-1 0 0 0,0 1 1 0 0,1 1-1 0 0,0-2 0 0 0,0 1 0 0 0,-2-1 0 0 0,2-4 0 0 0,4 13 24 0 0,-2-2 0 0 0,1 2-1 0 0,-1-2 1 0 0,4 10 0 0 0,1 14 266 0 0,0 1 1 0 0,4 42-1 0 0,-11-68-260 0 0,0-1-1 0 0,0 1 1 0 0,0 0 0 0 0,0-1-1 0 0,0 1 1 0 0,0-1 0 0 0,-2 2-1 0 0,2-1 1 0 0,-1-1 0 0 0,1 0-1 0 0,-3 4 1 0 0,3-5-11 0 0,0 0 0 0 0,0 1 1 0 0,0-1-1 0 0,0 0 0 0 0,0 0 0 0 0,0 1 1 0 0,0-1-1 0 0,0 0 0 0 0,-1 0 0 0 0,1 0 1 0 0,0 1-1 0 0,0-1 0 0 0,-2 0 0 0 0,2 0 1 0 0,0 0-1 0 0,0 0 0 0 0,0 0 1 0 0,0 0-1 0 0,0 0 0 0 0,0 0 0 0 0,-1 0 1 0 0,1 0-1 0 0,0 0 0 0 0,-1 0 0 0 0,1 0 1 0 0,0 0-1 0 0,0 0 0 0 0,-1 0 0 0 0,1 0 1 0 0,0 0-1 0 0,-1 0 0 0 0,0-1 0 0 0,1 0 1 0 0,-1 1-1 0 0,1-1 0 0 0,-1 1 1 0 0,1 0-1 0 0,-1-1 0 0 0,1 0 0 0 0,-1 1 1 0 0,1-1-1 0 0,0 0 0 0 0,0 0 1 0 0,0 0-1 0 0,-1 0 0 0 0,-7-25-95 0 0,1-1-1 0 0,1 0 1 0 0,-4-41-1 0 0,9 22-173 0 0,2-59-1 0 0,3 67 122 0 0,0-19-48 0 0,-4 55 182 0 0,-1 0 1 0 0,1 0-1 0 0,0 1 1 0 0,0-1-1 0 0,-1 0 0 0 0,1 1 1 0 0,-1-1-1 0 0,0 1 1 0 0,0-2-1 0 0,-5-10-55 0 0,-12-49-201 0 0,17 56 234 0 0,1 0 0 0 0,-1 1-1 0 0,1-1 1 0 0,0 0 0 0 0,0 0-1 0 0,2-6 1 0 0,-2 11 31 0 0,0 1-1 0 0,0 0 1 0 0,0 0-1 0 0,0-1 0 0 0,0 1 1 0 0,0 0-1 0 0,0 0 1 0 0,0-1-1 0 0,0 1 1 0 0,0 0-1 0 0,0 0 1 0 0,0-1-1 0 0,0 1 1 0 0,0 0-1 0 0,0 0 0 0 0,0 0 1 0 0,1-1-1 0 0,-1 1 1 0 0,0 0-1 0 0,0 0 1 0 0,0 0-1 0 0,0-1 1 0 0,1 1-1 0 0,-1 0 0 0 0,0 0 1 0 0,0 0-1 0 0,1 0 1 0 0,-1 0-1 0 0,0 0 1 0 0,0 0-1 0 0,1 0 1 0 0,-1 0-1 0 0,0 0 1 0 0,0 0-1 0 0,1 0 0 0 0,-1 0 1 0 0,0 0-1 0 0,0 0 1 0 0,1 0-1 0 0,-1 0 1 0 0,0 0-1 0 0,0 0 1 0 0,0 0-1 0 0,0 0 0 0 0,0 0 1 0 0,0 0-1 0 0,1 0 1 0 0,-1 0-1 0 0,0 0 1 0 0,0 0-1 0 0,1 0 1 0 0,-1 1-1 0 0,0-1 1 0 0,0 0-1 0 0,0 0 0 0 0,1 0 1 0 0,-1 0-1 0 0,0 1 1 0 0,0-1-1 0 0,0 0 1 0 0,0 0-1 0 0,0 1 1 0 0,0-1-1 0 0,0 0 0 0 0,7 13 126 0 0,-5-11-118 0 0,12 29 453 0 0,18 57 0 0 0,2 35 418 0 0,-28-100-733 0 0,-1-1 69 0 0,-1 2 0 0 0,0-2-1 0 0,-1 41 1 0 0,-5-56-206 0 0,-1-11 17 0 0,-2-8 73 0 0,-1-10-105 0 0,1 0-1 0 0,-1-41 0 0 0,4-47-454 0 0,3 66 304 0 0,-1 39 135 0 0,0 0-1 0 0,0 1 1 0 0,1-2 0 0 0,-1 3-1 0 0,1-3 1 0 0,0 1 0 0 0,1 1-1 0 0,0 0 1 0 0,1-5 0 0 0,-3 8 20 0 0,0 1 0 0 0,0 0 0 0 0,0-1 0 0 0,0 1 0 0 0,0-1 1 0 0,0 1-1 0 0,0 0 0 0 0,2 0 0 0 0,-2 0 0 0 0,0 0 0 0 0,1-2 1 0 0,-1 2-1 0 0,0 0 0 0 0,0 0 0 0 0,0-1 0 0 0,0 1 1 0 0,1 0-1 0 0,-1 0 0 0 0,0 0 0 0 0,1 0 0 0 0,-1 0 0 0 0,1 0 1 0 0,-1 0-1 0 0,0 0 0 0 0,1 0 0 0 0,-1 0 0 0 0,1 0 0 0 0,-1 0 1 0 0,0 0-1 0 0,1 0 0 0 0,0 0 0 0 0,-1 0 9 0 0,0 0-1 0 0,1 0 1 0 0,0 1 0 0 0,0-1-1 0 0,-1 2 1 0 0,0-2 0 0 0,2 0-1 0 0,-1 1 1 0 0,-1-1 0 0 0,0 1-1 0 0,0 0 1 0 0,1-1 0 0 0,0 2-1 0 0,9 21 223 0 0,-3 5-133 0 0,0 2 210 0 0,4 46 0 0 0,-6 89 566 0 0,-5-162-860 0 0,-1 0-15 0 0,-1-6 17 0 0,-3-12 70 0 0,4-28-258 0 0,2 1 0 0 0,1-2 1 0 0,10-51-1 0 0,-10 86 128 0 0,-2 2 4 0 0,2 1 0 0 0,-1-1 0 0 0,0 1 0 0 0,1-1 0 0 0,4-9 0 0 0,-6 16 43 0 0,0 0 0 0 0,0-1 0 0 0,0 1 0 0 0,0 0 1 0 0,0 0-1 0 0,0 0 0 0 0,0 0 0 0 0,0 0 0 0 0,1 0 0 0 0,-1 0 0 0 0,0 0 0 0 0,0-1 0 0 0,0 1 0 0 0,0 0 1 0 0,0 0-1 0 0,1 0 0 0 0,-1 0 0 0 0,0 0 0 0 0,0 0 0 0 0,0 0 0 0 0,0 0 0 0 0,0 0 0 0 0,1 0 0 0 0,-1 0 1 0 0,0 0-1 0 0,0 0 0 0 0,0 0 0 0 0,0 0 0 0 0,1 0 0 0 0,-1 0 0 0 0,0 0 0 0 0,0 1 0 0 0,0-1 0 0 0,0 0 1 0 0,0 0-1 0 0,1 0 0 0 0,-1 0 0 0 0,0 0 0 0 0,0 0 0 0 0,0 0 0 0 0,0 0 0 0 0,0 1 0 0 0,0-1 0 0 0,0 0 1 0 0,0 0-1 0 0,1 0 0 0 0,-1 0 0 0 0,0 0 0 0 0,0 1 0 0 0,0-1 0 0 0,0 0 0 0 0,0 0 0 0 0,0 0 0 0 0,4 8-26 0 0,33 170 746 0 0,-28-125-456 0 0,8 58 334 0 0,-15-90-428 0 0,-1 2 0 0 0,-5 44 0 0 0,2-58-128 0 0,-2-16 52 0 0,1-17 41 0 0,1-15-410 0 0,2 0 0 0 0,9-55-1 0 0,23-76-590 0 0,-30 164 834 0 0,-1 1-4 0 0,0-1 1 0 0,1 1-1 0 0,0-1 0 0 0,0 1 0 0 0,-1 1 1 0 0,2-2-1 0 0,-1 1 0 0 0,4-4 0 0 0,-6 9 36 0 0,0-1 0 0 0,0 1 0 0 0,0 0-1 0 0,1 0 1 0 0,-1 0 0 0 0,0 0 0 0 0,0 0-1 0 0,0 0 1 0 0,0-1 0 0 0,0 1 0 0 0,0 0 0 0 0,0 0-1 0 0,1 0 1 0 0,-1 0 0 0 0,0 0 0 0 0,0 0-1 0 0,0 0 1 0 0,0 0 0 0 0,1 0 0 0 0,-1 0-1 0 0,0 0 1 0 0,0 0 0 0 0,0 0 0 0 0,0 0-1 0 0,0 0 1 0 0,1 0 0 0 0,-1 0 0 0 0,0 0 0 0 0,0 0-1 0 0,0 0 1 0 0,0 0 0 0 0,0 0 0 0 0,0 0-1 0 0,0 0 1 0 0,0 0 0 0 0,0 0 0 0 0,0 0-1 0 0,2 0 1 0 0,-2 0 0 0 0,0 0 0 0 0,0 0 0 0 0,0 0-1 0 0,0 0 1 0 0,0 0 0 0 0,1 1 0 0 0,1 7-24 0 0,-1 11-12 0 0,-3 56 737 0 0,-24 146-1 0 0,22-200-605 0 0,2-7-11 0 0,1-2 1 0 0,-3 2-1 0 0,1-1 0 0 0,-8 15 1 0 0,11-28-85 0 0,0 0 1 0 0,0 0 0 0 0,0 0-1 0 0,0 0 1 0 0,0 0-1 0 0,0 1 1 0 0,0-1 0 0 0,0 0-1 0 0,0 0 1 0 0,0 1 0 0 0,0-1-1 0 0,0 0 1 0 0,0 0-1 0 0,0 1 1 0 0,-1-1 0 0 0,1 0-1 0 0,0 0 1 0 0,0 0-1 0 0,-1 0 1 0 0,1 1 0 0 0,0-1-1 0 0,0 0 1 0 0,-1 0-1 0 0,1 0 1 0 0,0 0 0 0 0,0 0-1 0 0,0 0 1 0 0,0 0-1 0 0,0 0 1 0 0,-1 1 0 0 0,1-1-1 0 0,-1 0 1 0 0,-4-7 48 0 0,-1-14 71 0 0,6 20-112 0 0,-6-32-188 0 0,1 0 1 0 0,2-2-1 0 0,2 1 1 0 0,1 0 0 0 0,6-46-1 0 0,9-11-271 0 0,-13 78 362 0 0,2 1 0 0 0,-1 0 0 0 0,1-1 0 0 0,2 2 1 0 0,6-15-1 0 0,-11 26 88 0 0,0-3 1 0 0,-1 3-1 0 0,1-1 0 0 0,0 0 1 0 0,-1 0-1 0 0,0 0 1 0 0,1 0-1 0 0,0 0 1 0 0,0 0-1 0 0,0 0 1 0 0,1 0-1 0 0,-2 0 1 0 0,1 1-1 0 0,0 0 1 0 0,0-1-1 0 0,1 1 1 0 0,-1-1-1 0 0,-1 0 1 0 0,2 1-1 0 0,-1 0 0 0 0,1 0 1 0 0,-1 0-1 0 0,-1 0 1 0 0,2-2-1 0 0,0 2 1 0 0,1 2 9 0 0,-3-2 0 0 0,2 0 0 0 0,-1 1 0 0 0,1-1-1 0 0,-1 1 1 0 0,-1 0 0 0 0,2-1 0 0 0,-1 1 0 0 0,-1 0 0 0 0,1 0 0 0 0,1 0 0 0 0,-2 0 0 0 0,1 0 0 0 0,0 0 0 0 0,0 0 0 0 0,-1 0 0 0 0,1 0-1 0 0,0 0 1 0 0,-1 1 0 0 0,1-1 0 0 0,0 0 0 0 0,0 2 0 0 0,3 13 100 0 0,0 0 1 0 0,0 0-1 0 0,2 23 1 0 0,-2 52 346 0 0,-3-43-225 0 0,1 74 298 0 0,-4-101-376 0 0,0 1 0 0 0,-1 0 1 0 0,-10 32-1 0 0,13-53-148 0 0,0-1 0 0 0,0 0 0 0 0,0 1 0 0 0,0 0 0 0 0,-1 0 0 0 0,1-1 0 0 0,0 0 0 0 0,-1 2 0 0 0,1-1 0 0 0,0-1 0 0 0,-1 0 0 0 0,1 1 0 0 0,-1-1 0 0 0,1 1 0 0 0,0 0 0 0 0,-1-1 0 0 0,0 0-2 0 0,1 0 0 0 0,0 0-1 0 0,-1 0 1 0 0,1 0 0 0 0,0 0 0 0 0,0-1-1 0 0,-1 1 1 0 0,1 0 0 0 0,0 0 0 0 0,0-1-1 0 0,0 1 1 0 0,-1 0 0 0 0,1-1-1 0 0,0 1 1 0 0,0 0 0 0 0,0 0 0 0 0,0 0-1 0 0,0 0 1 0 0,0-1 0 0 0,0 1-1 0 0,-1 0 1 0 0,1-2 0 0 0,0 2 0 0 0,-1-25 90 0 0,1 9-200 0 0,1-1 0 0 0,1 1 0 0 0,8-25-1 0 0,17-47-420 0 0,-21 70 458 0 0,1-1-90 0 0,0 2-1 0 0,3-1 1 0 0,16-26-1 0 0,-26 42 150 0 0,2 0 0 0 0,-2 1 0 0 0,1 1 0 0 0,1-2 0 0 0,-2 1 0 0 0,1-1 0 0 0,0 1 0 0 0,1 1 0 0 0,-1-1 0 0 0,0 0 0 0 0,0 0 0 0 0,0 1 0 0 0,1-1 0 0 0,0 0 0 0 0,-2 0 0 0 0,5 0 0 0 0,-4 1 16 0 0,-1 0-1 0 0,1 0 0 0 0,-1 0 0 0 0,1 0 0 0 0,0 0 0 0 0,0 1 1 0 0,0-1-1 0 0,-1 0 0 0 0,1 1 0 0 0,0-1 0 0 0,-1 0 0 0 0,0 1 1 0 0,1-1-1 0 0,0 1 0 0 0,-1-1 0 0 0,1 0 0 0 0,-1 1 0 0 0,0-1 1 0 0,2 1-1 0 0,-2-1 0 0 0,1 1 0 0 0,-1-1 0 0 0,0 1 0 0 0,0-1 1 0 0,0 2-1 0 0,1-2 0 0 0,-1 1 0 0 0,0 0 0 0 0,0-1 0 0 0,1 1 1 0 0,-1-1-1 0 0,0 1 0 0 0,0 0 0 0 0,0 1 0 0 0,6 35 316 0 0,1 65 0 0 0,-4-40-29 0 0,1-14-80 0 0,1-12-13 0 0,-4-1 0 0 0,-1 48 0 0 0,-5-59-81 0 0,5-22-109 0 0,0-2 0 0 0,0 3 1 0 0,-1-3-1 0 0,1 2 1 0 0,0-1-1 0 0,0-1 0 0 0,-1 2 1 0 0,1-1-1 0 0,-1-1 1 0 0,0 2-1 0 0,0-1 0 0 0,0 0 1 0 0,0 0-1 0 0,0 0 1 0 0,1-1-1 0 0,-1 1 0 0 0,-1 1 1 0 0,2-2-4 0 0,0 0 0 0 0,-2 0 1 0 0,2 0-1 0 0,-1 0 0 0 0,1 0 0 0 0,0 0 1 0 0,-1 0-1 0 0,1 0 0 0 0,-1 0 0 0 0,1 0 0 0 0,-1-1 1 0 0,1 1-1 0 0,0 0 0 0 0,0 0 0 0 0,0-1 1 0 0,-2 1-1 0 0,2 0 0 0 0,-1-1 0 0 0,1 1 1 0 0,0 0-1 0 0,0 0 0 0 0,0 0 0 0 0,-1 0 0 0 0,1-1 1 0 0,0 1-1 0 0,0-1 0 0 0,-1 1 0 0 0,1-1 1 0 0,0 1-1 0 0,0 0 0 0 0,-1 0 0 0 0,1-1 1 0 0,0 1-1 0 0,0-2 0 0 0,-5-16 34 0 0,4 15-27 0 0,-1-11-120 0 0,-1-1 0 0 0,1-1-1 0 0,2 1 1 0 0,0-1 0 0 0,0 1 0 0 0,5-23 0 0 0,3-2-260 0 0,14-47 1 0 0,-16 68 190 0 0,2 1 0 0 0,12-21 0 0 0,-3 6 28 0 0,-14 27 80 0 0,1 0 0 0 0,0-1 0 0 0,0 0 1 0 0,1 1-1 0 0,0 0 0 0 0,6-6 0 0 0,-11 13 79 0 0,0 0 0 0 0,0 1-1 0 0,0-1 1 0 0,0 1 0 0 0,0-1-1 0 0,0 1 1 0 0,0-1 0 0 0,0 1 0 0 0,0-1-1 0 0,0 3 1 0 0,-9 46 169 0 0,2-6 202 0 0,-16 59 0 0 0,22-102-366 0 0,1 1 0 0 0,-1 1 0 0 0,1-2 0 0 0,-1 1 1 0 0,0 0-1 0 0,0 0 0 0 0,-1-1 0 0 0,1 1 1 0 0,0-1-1 0 0,0 1 0 0 0,0-1 0 0 0,-2 2 1 0 0,2-3-12 0 0,1 1 0 0 0,-1-1 0 0 0,1 0 0 0 0,-1 0 0 0 0,1 0 0 0 0,0 1 0 0 0,0-1 0 0 0,-1 0 0 0 0,1 0 0 0 0,-2 0 0 0 0,2 0 0 0 0,0 0 0 0 0,0 0 0 0 0,-1 0 0 0 0,1 0 0 0 0,-1 0 0 0 0,1 0 1 0 0,-1 0-1 0 0,1 0 0 0 0,-1 0 0 0 0,1 0 0 0 0,0-1 0 0 0,-3 0 2 0 0,3 1 0 0 0,-1-1 1 0 0,0 1-1 0 0,0-1 0 0 0,1 0 1 0 0,-1 0-1 0 0,0 1 0 0 0,1-2 1 0 0,-1 1-1 0 0,0 1 0 0 0,0-2 1 0 0,0 0-1 0 0,-3-7-25 0 0,1 1 1 0 0,0-2 0 0 0,1 2-1 0 0,-1-1 1 0 0,1 0-1 0 0,0 0 1 0 0,1-10-1 0 0,1-68-464 0 0,1 71 424 0 0,-1-15-96 0 0,5-186-937 0 0,-4 214 1082 0 0,-1 2-1 0 0,0-1 1 0 0,-1 0 0 0 0,1 0 0 0 0,0 0 0 0 0,0 1-1 0 0,-1-1 1 0 0,0 1 0 0 0,1-1 0 0 0,-1 0-1 0 0,0 0 1 0 0,0-2 0 0 0,1 4 7 0 0,-1 0 0 0 0,1 0-1 0 0,0-1 1 0 0,-1 1 0 0 0,1 0 0 0 0,0-1-1 0 0,-1 1 1 0 0,1 0 0 0 0,0 0 0 0 0,0 0-1 0 0,0 0 1 0 0,-2 0 0 0 0,2 0 0 0 0,0 0-1 0 0,-1 0 1 0 0,1 0 0 0 0,0 0 0 0 0,0 0-1 0 0,0 0 1 0 0,-1 0 0 0 0,1 0 0 0 0,-1 0 0 0 0,0 0-1 0 0,1 0 5 0 0,-2 0 0 0 0,1 0 0 0 0,0 1-1 0 0,0 0 1 0 0,0-1 0 0 0,0 1 0 0 0,-1 0 0 0 0,2 0 0 0 0,-1 0-1 0 0,-1 0 1 0 0,-8 9 120 0 0,0 1 0 0 0,-8 11 1 0 0,-14 15 226 0 0,25-30-323 0 0,0 0 87 0 0,-1 1 0 0 0,-15 9-1 0 0,20-15-88 0 0,0 1 0 0 0,-1-2 0 0 0,2 1 0 0 0,-2-1 0 0 0,1 0 0 0 0,0 1 0 0 0,0-1 0 0 0,-2 0 0 0 0,2-1 0 0 0,-1 1 0 0 0,-7-1 0 0 0,10 1-18 0 0,0-1 0 0 0,1 0 0 0 0,0 1 0 0 0,-1-1 0 0 0,0 0 0 0 0,0 0 0 0 0,0 0 1 0 0,0 2-1 0 0,0-2 0 0 0,1 1 0 0 0,0-1 0 0 0,-1 0 0 0 0,0 1 0 0 0,0 0 0 0 0,1 0 0 0 0,-1-1 0 0 0,1 1 0 0 0,-1-1 0 0 0,1 1 0 0 0,-1 0 0 0 0,1 0 0 0 0,-1 0 0 0 0,1 0 0 0 0,0 0 0 0 0,0-1 0 0 0,0 0 0 0 0,0 1 0 0 0,0 0 0 0 0,0 0 0 0 0,0-1 0 0 0,0 3 0 0 0,0 28 148 0 0,2-5 24 0 0,4 16 183 0 0,-2 1 0 0 0,-4 82 0 0 0,-5-81 67 0 0,-23 89 0 0 0,21-106-240 0 0,-3-1 0 0 0,-1-1 1 0 0,0 2-1 0 0,-22 32 1 0 0,25-46-114 0 0,0 0 67 0 0,1-1-1 0 0,-12 12 1 0 0,19-24-142 0 0,0 0 1 0 0,0 1 0 0 0,-1-1-1 0 0,1 0 1 0 0,0 0 0 0 0,0 1-1 0 0,0-1 1 0 0,0 0 0 0 0,0 0 0 0 0,0 0-1 0 0,0 1 1 0 0,0-1 0 0 0,0 0-1 0 0,-2 0 1 0 0,2 0 0 0 0,0 0-1 0 0,0 0 1 0 0,-1 1 0 0 0,1-1-1 0 0,0 0 1 0 0,-1 0 0 0 0,1 0-1 0 0,0 0 1 0 0,0 0 0 0 0,0 0-1 0 0,0 0 1 0 0,0 0 0 0 0,-1 0-1 0 0,1 0 1 0 0,0 0 0 0 0,0 0 0 0 0,-1 0-1 0 0,1 0 1 0 0,-1 0 0 0 0,-2-9 100 0 0,4-9 67 0 0,-1 15-165 0 0,1 1-1 0 0,-1 0 1 0 0,1-1 0 0 0,0 2 0 0 0,0-1 0 0 0,0-1 0 0 0,-1 2 0 0 0,2-1 0 0 0,0 0 0 0 0,-1 0-1 0 0,0 0 1 0 0,0 1 0 0 0,1-1 0 0 0,0 0 0 0 0,1-1 0 0 0,-2 2-2 0 0,0 1 0 0 0,1 0 0 0 0,-1-1 1 0 0,-1 0-1 0 0,1 0 0 0 0,0 1 0 0 0,0-1 0 0 0,1 1 1 0 0,-1-1-1 0 0,0 1 0 0 0,0 0 0 0 0,0-1 0 0 0,0 1 0 0 0,1 0 1 0 0,-2 0-1 0 0,2 0 0 0 0,-1 0 0 0 0,0 0 0 0 0,1 0 0 0 0,-1 0 1 0 0,0 1-1 0 0,0-1 0 0 0,0 1 0 0 0,0-1 0 0 0,1 0 1 0 0,-2 1-1 0 0,1 0 0 0 0,1-1 0 0 0,-2 1 0 0 0,2 0 0 0 0,2 2 12 0 0,0 1-1 0 0,0 0 1 0 0,0 0-1 0 0,-2-1 1 0 0,2 2 0 0 0,-1-1-1 0 0,2 6 1 0 0,16 35 134 0 0,-15-33-122 0 0,87 224 539 0 0,-74-187-458 0 0,-16-38-69 0 0,6 8 26 0 0,-2 1 0 0 0,-1-2 0 0 0,3 24 1 0 0,-10-37-50 0 0,-3-8 18 0 0,-2-11 22 0 0,-22-81-1074 0 0,-15-106 1 0 0,36 166 735 0 0,2 10 29 0 0,1-1 0 0 0,-1-30-1 0 0,7 46 184 0 0,-2 10 70 0 0,0 0 0 0 0,1 0 0 0 0,-1 0-1 0 0,0 0 1 0 0,0 0 0 0 0,0 0-1 0 0,0 0 1 0 0,0 0 0 0 0,0 0-1 0 0,1 0 1 0 0,-1 0 0 0 0,0 0-1 0 0,0 0 1 0 0,0 0 0 0 0,0 0-1 0 0,0 0 1 0 0,0 0 0 0 0,0 0-1 0 0,0 0 1 0 0,0 0 0 0 0,0 0-1 0 0,0 0 1 0 0,0 0 0 0 0,0 0-1 0 0,0 0 1 0 0,1 0 0 0 0,-1 1-1 0 0,0-1 1 0 0,0 0 0 0 0,0 0-1 0 0,0 0 1 0 0,0 0 0 0 0,0 0-1 0 0,0 0 1 0 0,0 0 0 0 0,0 0-1 0 0,0 1 1 0 0,1-1 0 0 0,-1 0 0 0 0,0 0-1 0 0,0 0 1 0 0,8 18-94 0 0,40 154 703 0 0,-7-14-83 0 0,108 238 841 0 0,-214-572-2277 0 0,61 166 801 0 0,2 4 63 0 0,-1 1 1 0 0,1-1-1 0 0,1 0 0 0 0,-2-1 1 0 0,2 1-1 0 0,-1-6 0 0 0,2 12 48 0 0,0 0 0 0 0,0-1-1 0 0,0 1 1 0 0,0 0-1 0 0,0-1 1 0 0,0 1 0 0 0,0 0-1 0 0,0-1 1 0 0,0 1-1 0 0,0 0 1 0 0,0-1 0 0 0,0 1-1 0 0,0 0 1 0 0,0-1-1 0 0,0 1 1 0 0,0 0-1 0 0,0-1 1 0 0,0 1 0 0 0,0 0-1 0 0,0 0 1 0 0,0 0-1 0 0,0 0 1 0 0,0-1 0 0 0,1 1-1 0 0,-1 0 1 0 0,0 0-1 0 0,0-1 1 0 0,1 1 0 0 0,-1 0-1 0 0,0 0 1 0 0,0 0-1 0 0,1-1 1 0 0,-1 1 0 0 0,0 0-1 0 0,0 0 1 0 0,0 0-1 0 0,0 0 1 0 0,0-1 0 0 0,2 1-1 0 0,-2 0 1 0 0,0 0-1 0 0,1 0 1 0 0,-1 0 0 0 0,0 0-1 0 0,0 0 1 0 0,0 0-1 0 0,0 0 1 0 0,1 0 0 0 0,-1 0-1 0 0,0 0 1 0 0,1 0-1 0 0,-1 0 1 0 0,0 0 0 0 0,1 1-1 0 0,-1-1 1 0 0,0 0-1 0 0,0 0 1 0 0,0 0 0 0 0,0 0-1 0 0,1 1 1 0 0,-1-1-1 0 0,0 0 1 0 0,2 1 0 0 0,14 13-63 0 0,12 22 254 0 0,-1 2-1 0 0,32 57 0 0 0,-27-42-31 0 0,-17-28-75 0 0,48 85 290 0 0,-62-110-372 0 0,1 5 15 0 0,1-1 1 0 0,-2 1-1 0 0,1-1 0 0 0,1 0 0 0 0,-3 2 0 0 0,3 7 0 0 0,-3-13-15 0 0,0 0-1 0 0,0 0 1 0 0,0 0-1 0 0,0 1 1 0 0,0-1-1 0 0,0 0 0 0 0,0 0 1 0 0,0 0-1 0 0,0 0 1 0 0,0 0-1 0 0,0 0 1 0 0,0 1-1 0 0,0-1 1 0 0,0 0-1 0 0,0 0 1 0 0,0 0-1 0 0,0 0 1 0 0,0 0-1 0 0,0 0 1 0 0,0 0-1 0 0,0 0 1 0 0,0 0-1 0 0,0 0 1 0 0,0 0-1 0 0,0 0 1 0 0,0 0-1 0 0,0 0 1 0 0,-1 0-1 0 0,1 0 1 0 0,0 0-1 0 0,0 0 1 0 0,0 0-1 0 0,0 0 1 0 0,0 0-1 0 0,0 0 1 0 0,0 1-1 0 0,-1-1 1 0 0,1 0-1 0 0,0 0 1 0 0,0 0-1 0 0,0 0 1 0 0,0 0-1 0 0,0 0 1 0 0,0 0-1 0 0,-1 0 1 0 0,1-1-1 0 0,-6-2 36 0 0,-10-9 22 0 0,15 11-55 0 0,-29-31-58 0 0,37 42 124 0 0,0 0 0 0 0,9 17-1 0 0,-10-17-29 0 0,34 55 249 0 0,71 88 0 0 0,-109-150-276 0 0,11 13 50 0 0,-11-15-32 0 0,-7-10-9 0 0,-114-154-1375 0 0,98 136 1130 0 0,12 10 66 0 0,9 13 157 0 0,9 9-34 0 0,23 27 141 0 0,51 64 0 0 0,-24-26 151 0 0,-29-35-138 0 0,-7-8 40 0 0,32 29 0 0 0,-87-87-74 0 0,15 13-19 0 0,-22-18 1 0 0,10 15-434 0 0,-32-34-1 0 0,58 48 235 0 0,8 8 138 0 0,10 8 76 0 0,210 149 608 0 0,-148-118-503 0 0,-72-39-148 0 0,-7-4-10 0 0,-5-7 0 0 0,-45-38 204 0 0,-13-14 49 0 0,61 57-218 0 0,9 5-36 0 0,7 7-11 0 0,98 55 335 0 0,-106-61-260 0 0,-10-5-43 0 0,-10-5-29 0 0,11 8 18 0 0,5 0-35 0 0,-1 1 0 0 0,1-1 0 0 0,-1 1 0 0 0,0-1 0 0 0,0 1 0 0 0,0 0 0 0 0,0 0 0 0 0,0 0 0 0 0,1 0 0 0 0,-1-1 0 0 0,0 1 0 0 0,0 0 0 0 0,0 0 0 0 0,0 0 0 0 0,0 0 0 0 0,1 0 0 0 0,-2 0 0 0 0,1 0 0 0 0,1 1 0 0 0,-3-1 0 0 0,17 16 61 0 0,-6-10-3 0 0,-7-6-58 0 0,1 0 0 0 0,-2 1 0 0 0,1 0 0 0 0,0 0 0 0 0,1-1 0 0 0,-1 1 0 0 0,0 0 0 0 0,-1 0-1 0 0,1 1 1 0 0,0-1 0 0 0,0-1 0 0 0,-1 1 0 0 0,3 1 0 0 0,-3-1 2 0 0,0 1-1 0 0,0-2 1 0 0,0 1 0 0 0,0-1 0 0 0,0 0-1 0 0,0 1 1 0 0,0-1 0 0 0,1 1 0 0 0,-1-1-1 0 0,1 1 1 0 0,-1-1 0 0 0,0 0 0 0 0,1 0-1 0 0,-1 1 1 0 0,0-1 0 0 0,0 1 0 0 0,2-1-1 0 0,-2 0 1 0 0,1 1 0 0 0,6 5 15 0 0,17 15 76 0 0,-21-19-90 0 0,-2-1-3 0 0,-1 0-1 0 0,1-1 1 0 0,-1 1 0 0 0,1-1 0 0 0,0 1 0 0 0,-1-1 0 0 0,1 1 0 0 0,0-1 0 0 0,0 0 0 0 0,-1 0 0 0 0,0 0 0 0 0,1 0 0 0 0,0 1 0 0 0,-1-1 0 0 0,1 0 0 0 0,-1 0 0 0 0,2 0 0 0 0,-1 0 0 0 0,-1 0-1 0 0,0 0 1 0 0,2 0 0 0 0,4 1 17 0 0,-1 0 0 0 0,1 0 0 0 0,-2 1 0 0 0,1 0 0 0 0,1 0 0 0 0,-1 0 0 0 0,-1 1 0 0 0,1-1 0 0 0,0 1 0 0 0,5 5 0 0 0,5 1 9 0 0,0 1 64 0 0,-2-1-1 0 0,23 22 1 0 0,-20-18-63 0 0,-6-3-11 0 0,-5-5 8 0 0,0 0 0 0 0,0-1-1 0 0,2 0 1 0 0,-1 1 0 0 0,7 3 0 0 0,5 0 18 0 0,-13-7-30 0 0,-1 1 0 0 0,-1-1 0 0 0,1 2 1 0 0,0-1-1 0 0,0-1 0 0 0,-1 2 0 0 0,4 3 1 0 0,5 2 49 0 0,-1-1 0 0 0,0 1 0 0 0,17 7 0 0 0,-2 0 3 0 0,33 19 170 0 0,-54-31-222 0 0,0 0 1 0 0,-1-1 0 0 0,1 0 0 0 0,0 0-1 0 0,1 0 1 0 0,-2 0 0 0 0,2 0 0 0 0,0-1 0 0 0,-1-1-1 0 0,0 1 1 0 0,9 0 0 0 0,-8 0 2 0 0,0 0 0 0 0,-2 0 0 0 0,3 1 0 0 0,-2 0 0 0 0,0-1 0 0 0,0 1 0 0 0,0 1 0 0 0,0 0 0 0 0,9 5 0 0 0,13 7 58 0 0,-14-9-15 0 0,0-1-1 0 0,19 5 1 0 0,-29-10-60 0 0,0 1 0 0 0,0-1 0 0 0,2 0 0 0 0,-1 0 0 0 0,-1-1 0 0 0,1 1 0 0 0,-2 0 0 0 0,1-2 0 0 0,1 1 0 0 0,-1 1 0 0 0,0-2 0 0 0,1 1 0 0 0,3-3 0 0 0,1 0 0 0 0,0-1 0 0 0,0 0-1 0 0,13-11 1 0 0,-17 11-42 0 0,1 0 1 0 0,-1 1-1 0 0,-1-1 0 0 0,0-1 1 0 0,1 2-1 0 0,-1-2 0 0 0,0 0 1 0 0,0 1-1 0 0,3-10 0 0 0,-2 1-71 0 0,-1 1-1 0 0,0-1 0 0 0,1-15 1 0 0,5-75-955 0 0,-7 34 514 0 0,-10-56-580 0 0,0 43 374 0 0,3 40 417 0 0,-5-29-367 0 0,7 54 407 0 0,-7-28 1 0 0,4 28-16 0 0,-1-25 0 0 0,4 25 93 0 0,-1 0-1 0 0,-1 1 0 0 0,-7-19 0 0 0,0-1-185 0 0,-4 2 27 0 0,-1-12-431 0 0,-2 1-1 0 0,-47-82 1 0 0,34 63 553 0 0,19 38 127 0 0,-18-30 0 0 0,-51-69-166 0 0,-41-32 494 0 0,103 134-347 0 0,-30-28 87 0 0,9 11 502 0 0,22 22-272 0 0,-29-22 0 0 0,12 11-379 0 0,-127-99 1312 0 0,109 90-638 0 0,37 26-369 0 0,11 9-19 0 0,0 0 1 0 0,0-1-1 0 0,-7-7 0 0 0,9 9-22 0 0,1 0 1 0 0,-2 0-1 0 0,2 0 0 0 0,-1 1 1 0 0,-1 0-1 0 0,-5-3 0 0 0,5 2 6 0 0,0 0-1 0 0,0 0 0 0 0,-10-7 1 0 0,-5-9 47 0 0,-2 2 1 0 0,-2 0-1 0 0,2 2 0 0 0,-3 0 1 0 0,0 2-1 0 0,-34-14 0 0 0,-54-25 626 0 0,4-8-92 0 0,216 118 0 0 0,-1 11-36 0 0,8 4-13 0 0,-47-32-249 0 0,30 28 315 0 0,-43-23-359 0 0,18 13 138 0 0,87 53 507 0 0,-113-81-492 0 0,51 46-1 0 0,-19-12-46 0 0,47 43 351 0 0,-111-93-751 0 0,-1 1 0 0 0,15 23 0 0 0,26 37 0 0 0,16 24 0 0 0,-54-76 0 0 0,-9-13 0 0 0,-1 0 0 0 0,7 11 0 0 0,-7-7 0 0 0,-15-35-214 0 0,-11-29 1 0 0,-5-13-218 0 0,-1 10-468 0 0,-2 2 0 0 0,-67-90 0 0 0,76 114 660 0 0,-130-154-1890 0 0,37 63 664 0 0,83 89 843 0 0,-67-47 0 0 0,-100-47 856 0 0,155 97-239 0 0,-5-4-190 0 0,16 10 347 0 0,0 2-1 0 0,-2 0 1 0 0,-47-19-1 0 0,72 34-119 0 0,0 1-1 0 0,0-2 1 0 0,0 3-1 0 0,1-1 0 0 0,-1 1 1 0 0,0-1-1 0 0,-1 2 1 0 0,-8 0-1 0 0,14-1-18 0 0,-1 0 0 0 0,0 0 0 0 0,1 1 0 0 0,-1 1 0 0 0,1-2 0 0 0,-1 0 0 0 0,0 2 0 0 0,1-1 0 0 0,-1-1 0 0 0,1 2 0 0 0,0-1 0 0 0,-1 1 0 0 0,1-1 0 0 0,1 1 0 0 0,-1 0 0 0 0,-1-1 0 0 0,1 1 0 0 0,1 1 0 0 0,-1-2 0 0 0,0 2 0 0 0,1-1 0 0 0,0 0 0 0 0,-1 0 0 0 0,-1 3 0 0 0,3 1 13 0 0,0-1 0 0 0,-1 0-1 0 0,1 1 1 0 0,0-1 0 0 0,1 1-1 0 0,-1-1 1 0 0,1 1 0 0 0,0-1-1 0 0,0 0 1 0 0,1 1 0 0 0,2 6-1 0 0,6 19 174 0 0,-8-17-136 0 0,3 12 113 0 0,0 2 0 0 0,-3-1 0 0 0,-1 52 0 0 0,-2-61-82 0 0,-6 19 0 0 0,7-37-92 0 0,0 0-1 0 0,0 1 1 0 0,0-1-1 0 0,0 0 1 0 0,0 1-1 0 0,0-1 0 0 0,0 1 1 0 0,-1-1-1 0 0,1 0 1 0 0,0 1-1 0 0,0-1 1 0 0,0 0-1 0 0,0 0 1 0 0,0 0-1 0 0,0 0 0 0 0,0 1 1 0 0,0-1-1 0 0,0 0 1 0 0,-1 0-1 0 0,1 1 1 0 0,0-1-1 0 0,-2 0 0 0 0,2 0 1 0 0,0 1-1 0 0,0-1 1 0 0,0 0-1 0 0,0 0 1 0 0,-1 0-1 0 0,1 0 1 0 0,0 0-1 0 0,-1 0 0 0 0,-8-5 105 0 0,-4-15 90 0 0,-56-122-1056 0 0,29 54 124 0 0,39 85 711 0 0,-1-1 0 0 0,-1 0 0 0 0,1 0 0 0 0,0 1 0 0 0,-2 0 0 0 0,-2-4 0 0 0,4 7-65 0 0,1 5 93 0 0,1 8 74 0 0,0-9-85 0 0,-3 39 231 0 0,0 1 0 0 0,-11 56-1 0 0,-30 83 516 0 0,12-56-271 0 0,29-106-380 0 0,-1-3 18 0 0,0 1 1 0 0,-1-1-1 0 0,-1 0 1 0 0,-13 26-1 0 0,19-44-102 0 0,0 1-1 0 0,-1 0 1 0 0,1 0 0 0 0,0-1 0 0 0,-1 1 0 0 0,0-1-1 0 0,1 2 1 0 0,0-2 0 0 0,0 1 0 0 0,-1-1-1 0 0,-1 1 1 0 0,2 0 0 0 0,0-1 0 0 0,-1 0 0 0 0,0 0-1 0 0,0 1 1 0 0,1-1 0 0 0,-1 1 0 0 0,1-1-1 0 0,-2 1 1 0 0,1-1 0 0 0,0 0 0 0 0,0 0 0 0 0,1 0 0 0 0,0-1 1 0 0,-1 1-1 0 0,0 0 0 0 0,1 0 0 0 0,-1-1 0 0 0,0 1 0 0 0,1-1 0 0 0,-1 1 1 0 0,1 0-1 0 0,-1 0 0 0 0,1-1 0 0 0,0 1 0 0 0,0-1 0 0 0,-1 1 0 0 0,1-1 0 0 0,-1 1 1 0 0,1 0-1 0 0,0-2 0 0 0,-1 1 0 0 0,-2-5 31 0 0,1 0 1 0 0,-1-1-1 0 0,-1-11 0 0 0,3 16-26 0 0,-55-208-1439 0 0,55 204 1351 0 0,0 3 48 0 0,0-1 1 0 0,1 1-1 0 0,-1 0 0 0 0,-1 0 1 0 0,2-1-1 0 0,0 1 1 0 0,0-1-1 0 0,0 1 0 0 0,0 0 1 0 0,0-5-1 0 0,0 8 30 0 0,0-1 0 0 0,0 1-1 0 0,0 0 1 0 0,0 0 0 0 0,0 0-1 0 0,2 0 1 0 0,-2 0 0 0 0,0-1-1 0 0,0 1 1 0 0,0 0 0 0 0,0 0 0 0 0,0 0-1 0 0,0 0 1 0 0,0 0 0 0 0,1 0-1 0 0,-1 0 1 0 0,0 0 0 0 0,0 0-1 0 0,0-1 1 0 0,0 1 0 0 0,0 0-1 0 0,0 0 1 0 0,0 0 0 0 0,0 0 0 0 0,0 0-1 0 0,0 0 1 0 0,0 0 0 0 0,1 0-1 0 0,-1 0 1 0 0,0 0 0 0 0,0 0-1 0 0,0 0 1 0 0,0 0 0 0 0,1 0 0 0 0,-1 1-1 0 0,0-1 1 0 0,0 0 0 0 0,0 0-1 0 0,0 0 1 0 0,0 0 0 0 0,1 0-1 0 0,-1 0 1 0 0,0 0 0 0 0,0 0-1 0 0,0 0 1 0 0,0 1 0 0 0,0-1 0 0 0,6 6-5 0 0,-5-5 22 0 0,11 15 70 0 0,-1-1 0 0 0,-1 1 0 0 0,0 0-1 0 0,12 34 1 0 0,-7-16 52 0 0,155 300 1034 0 0,27-15 21 0 0,-195-316-1184 0 0,2 3 31 0 0,1 1-1 0 0,1 0 0 0 0,-1 0 1 0 0,1-1-1 0 0,10 8 0 0 0,-16-14-35 0 0,1 1 0 0 0,-1-1-1 0 0,0 0 1 0 0,2 1 0 0 0,-2-1-1 0 0,0 0 1 0 0,0 1 0 0 0,0-1-1 0 0,1 0 1 0 0,-1 0 0 0 0,1 0 0 0 0,-1 0-1 0 0,1 0 1 0 0,-1 0 0 0 0,0 0-1 0 0,0 0 1 0 0,1 0 0 0 0,-1 0-1 0 0,1 0 1 0 0,-1 0 0 0 0,1 0-1 0 0,-1 0 1 0 0,0 0 0 0 0,1 0 0 0 0,-1 0-1 0 0,1 0 1 0 0,-1 0 0 0 0,1 0-1 0 0,-1 0 1 0 0,0 0 0 0 0,1-1 1 0 0,0 0 1 0 0,-1 0 0 0 0,1 1 0 0 0,-1-1 0 0 0,0 1-1 0 0,1-2 1 0 0,-1 1 0 0 0,0 1 0 0 0,1-1 0 0 0,-1 0-1 0 0,0 0 1 0 0,0 1 0 0 0,0-1 0 0 0,0-1 0 0 0,-3-32-79 0 0,3 32 48 0 0,-9-49-674 0 0,-28-83 1 0 0,-29-46-645 0 0,51 144 1023 0 0,-21-63-474 0 0,33 86 709 0 0,3 13 84 0 0,0 0-1 0 0,0 0 0 0 0,0 0 1 0 0,0-1-1 0 0,0 1 1 0 0,0 0-1 0 0,0 0 0 0 0,0 0 1 0 0,0 0-1 0 0,0 0 0 0 0,1 0 1 0 0,-1 0-1 0 0,0 0 0 0 0,0 0 1 0 0,0 0-1 0 0,0 0 1 0 0,0 0-1 0 0,0 0 0 0 0,0 0 1 0 0,0 0-1 0 0,0 0 0 0 0,0 0 1 0 0,0 0-1 0 0,0 0 0 0 0,0 0 1 0 0,1 0-1 0 0,-1 0 1 0 0,0 0-1 0 0,0 0 0 0 0,0 0 1 0 0,0 0-1 0 0,0 0 0 0 0,0 0 1 0 0,0 0-1 0 0,0 0 0 0 0,0 0 1 0 0,1 0-1 0 0,-1 0 1 0 0,0 0-1 0 0,0 0 0 0 0,0 0 1 0 0,0 0-1 0 0,0 0 0 0 0,0 0 1 0 0,0 0-1 0 0,0 0 0 0 0,0 0 1 0 0,0 0-1 0 0,1 0 1 0 0,-1 0-1 0 0,0 0 0 0 0,0 0 1 0 0,0 0-1 0 0,0 0 0 0 0,0 0 1 0 0,0 0-1 0 0,0 0 0 0 0,0 0 1 0 0,14 18-3 0 0,71 121 640 0 0,-52-80-408 0 0,309 466 2044 0 0,-309-485-2060 0 0,-19-24-87 0 0,-2 0 1 0 0,15 23-1 0 0,-75-92-91 0 0,23 25-304 0 0,-56-65-594 0 0,66 77 637 0 0,-1 1 1 0 0,-1 1-1 0 0,-28-19 1 0 0,41 31 236 0 0,1 0 0 0 0,-2 0 0 0 0,1 0 1 0 0,-7-3-1 0 0,10 5-8 0 0,1 0 0 0 0,-1 0 0 0 0,1 0-1 0 0,0 0 1 0 0,-2-1 0 0 0,1 1 0 0 0,1 0 0 0 0,0 0 0 0 0,-1 0 0 0 0,1 0 0 0 0,-1 0 0 0 0,0 0 0 0 0,1 0 0 0 0,0 0-1 0 0,-1 0 1 0 0,1 0 0 0 0,-2 0 0 0 0,2 1 0 0 0,0-1 0 0 0,-1 0 0 0 0,0 0 0 0 0,1 0 0 0 0,-1 0 0 0 0,1 0 0 0 0,0 1-1 0 0,0-1 1 0 0,-1 0 0 0 0,0 1 0 0 0,1-1 0 0 0,-1 2 0 0 0,1-2 0 0 0,0 0 0 0 0,-1 0 0 0 0,1 1 0 0 0,-1 0 0 0 0,1-1-1 0 0,0 1 1 0 0,0-1 0 0 0,-1 0 0 0 0,1 1 0 0 0,0-1 0 0 0,0 1 0 0 0,0 0 0 0 0,0-1 0 0 0,0 1 0 0 0,0 0 0 0 0,0-1-1 0 0,0 1 1 0 0,0 0 0 0 0,0 6 31 0 0,1 0 0 0 0,0 1-1 0 0,1-1 1 0 0,0-1-1 0 0,-1 1 1 0 0,6 12 0 0 0,23 40 134 0 0,-21-42-111 0 0,13 26 147 0 0,2-2 0 0 0,32 42 0 0 0,-50-77-182 0 0,-21-38 131 0 0,-96-113-1351 0 0,71 94 746 0 0,-140-166-1311 0 0,132 161 1256 0 0,-64-71-647 0 0,98 114 1124 0 0,29 30 83 0 0,0 0-1 0 0,22 33 0 0 0,-12-16 131 0 0,-10-15-64 0 0,310 390 2389 0 0,-229-295-1800 0 0,49 52 322 0 0,-98-119-670 0 0,-41-41-304 0 0,2 0 0 0 0,-1-1 0 0 0,1 1 0 0 0,0-1 0 0 0,8 3 0 0 0,3 1 13 0 0,-13-8-15 0 0,-1 1 0 0 0,2 0-1 0 0,-2 1 1 0 0,-1-1 0 0 0,2 2 0 0 0,-1-1 0 0 0,0 0-1 0 0,-1 1 1 0 0,7 6 0 0 0,2 4 152 0 0,25 22-1 0 0,-35-33-175 0 0,2 0 1 0 0,-2 1-1 0 0,2-2 0 0 0,0 1 1 0 0,-1 0-1 0 0,1-1 0 0 0,0 0 0 0 0,0 1 1 0 0,0-2-1 0 0,0 1 0 0 0,6-1 0 0 0,-8 0-8 0 0,-2-1 0 0 0,2 0-1 0 0,-1 0 1 0 0,0 0 0 0 0,1-1-1 0 0,-1 1 1 0 0,1-1 0 0 0,-1 1-1 0 0,-1 0 1 0 0,2-1 0 0 0,-1 0-1 0 0,0 0 1 0 0,0 1 0 0 0,0-3-1 0 0,0 2 1 0 0,2-2 0 0 0,-1 1-21 0 0,-1-1 1 0 0,1 1-1 0 0,0-2 1 0 0,0 1 0 0 0,-1 1-1 0 0,0-2 1 0 0,0 1 0 0 0,2-6-1 0 0,2-4-132 0 0,-2 0 0 0 0,-1 1 0 0 0,1-2 0 0 0,1-17 0 0 0,7-31-348 0 0,-6 43 273 0 0,-3-2-1 0 0,0 2 1 0 0,1-26-1 0 0,-5-3-434 0 0,-11-78 0 0 0,9 105 353 0 0,3 21 287 0 0,0 0 0 0 0,0 0 0 0 0,0 0 0 0 0,0 0 0 0 0,0 0 0 0 0,0 0 0 0 0,0 0-1 0 0,0 0 1 0 0,0 0 0 0 0,0-1 0 0 0,0 1 0 0 0,0 0 0 0 0,0 0 0 0 0,0 0 0 0 0,0 0 0 0 0,0 0 0 0 0,0 0 0 0 0,0 0 0 0 0,0 0 0 0 0,0 0-1 0 0,0 0 1 0 0,0 0 0 0 0,0 0 0 0 0,0-1 0 0 0,0 1 0 0 0,0 0 0 0 0,0 0 0 0 0,0 0 0 0 0,0 0 0 0 0,0 0 0 0 0,0 0 0 0 0,0 0-1 0 0,0 0 1 0 0,0 0 0 0 0,0 0 0 0 0,0 0 0 0 0,0 0 0 0 0,0 0 0 0 0,0 0 0 0 0,0 0 0 0 0,0-1 0 0 0,0 1 0 0 0,0 0 0 0 0,0 0 0 0 0,0 0-1 0 0,0 0 1 0 0,0 0 0 0 0,0 0 0 0 0,0 0 0 0 0,0 0 0 0 0,0 0 0 0 0,0 0 0 0 0,0 0 0 0 0,0 0 0 0 0,0 0 0 0 0,0 0 0 0 0,2 0 0 0 0,-2 0-1 0 0,0 0 1 0 0,0 0 0 0 0,0 0 0 0 0,0 0 0 0 0,0 0 0 0 0,0 0 0 0 0,0 0 0 0 0,4 11-55 0 0,63 189 725 0 0,-47-137-461 0 0,32 87 340 0 0,-63-236-683 0 0,-8-27-662 0 0,-31-162-1037 0 0,29 182 1275 0 0,-25-106-776 0 0,32 150 661 0 0,-40-91-1 0 0,52 136 650 0 0,-20-37-287 0 0,20 38 283 0 0,1-1 0 0 0,-2 1 1 0 0,0 1-1 0 0,1-2 0 0 0,-1 2 1 0 0,1-2-1 0 0,-2 2 1 0 0,2-1-1 0 0,-7-2 0 0 0,8 5 34 0 0,0-1 0 0 0,0 1 0 0 0,1 0 0 0 0,-2 0 0 0 0,1 0-1 0 0,1 0 1 0 0,-2 0 0 0 0,1 0 0 0 0,1 0 0 0 0,-2 1 0 0 0,1-1 0 0 0,1 0 0 0 0,-2 1-1 0 0,1-1 1 0 0,1 1 0 0 0,-1-1 0 0 0,0 1 0 0 0,0-1 0 0 0,0 1 0 0 0,1 0 0 0 0,-2-1-1 0 0,1 0 1 0 0,1 1 0 0 0,-1 0 0 0 0,1 0 0 0 0,-1-1 0 0 0,0 1 0 0 0,1 0 0 0 0,-1 1-1 0 0,-3 2 31 0 0,2 1-1 0 0,-1-2 0 0 0,1 2 0 0 0,-4 7 0 0 0,4-5 22 0 0,0 0 1 0 0,0-1-1 0 0,1 2 0 0 0,1-1 1 0 0,0 0-1 0 0,-1 0 1 0 0,2-1-1 0 0,-1 2 0 0 0,0-1 1 0 0,5 13-1 0 0,2 6 221 0 0,15 36-1 0 0,-21-60-256 0 0,42 99 647 0 0,-34-79-466 0 0,4-1 1 0 0,19 30-1 0 0,-27-45-110 0 0,1 4-40 0 0,-4-11-41 0 0,-5-5 4 0 0,-11-29-112 0 0,-2 1 0 0 0,-28-46 0 0 0,23 43-65 0 0,-55-93-871 0 0,-94-120 1 0 0,114 179 502 0 0,-1 4 1 0 0,-4 1-1 0 0,-76-62 1 0 0,136 127 527 0 0,-7-7-66 0 0,-2 1 0 0 0,1-1-1 0 0,0 1 1 0 0,-2 0 0 0 0,0 1 0 0 0,-17-7-1 0 0,28 13 74 0 0,0 0-1 0 0,0 0 0 0 0,0 0 0 0 0,-1 0 0 0 0,1-1 0 0 0,0 1 0 0 0,-1 0 0 0 0,1 0 0 0 0,-1 0 1 0 0,1 0-1 0 0,0 0 0 0 0,0 0 0 0 0,0 0 0 0 0,-2 0 0 0 0,2 0 0 0 0,0 0 0 0 0,-1 0 0 0 0,1 1 1 0 0,0-1-1 0 0,0 0 0 0 0,0 0 0 0 0,-1 0 0 0 0,1 0 0 0 0,0 1 0 0 0,-1-1 0 0 0,1 0 0 0 0,0 0 1 0 0,-1 1-1 0 0,1-1 0 0 0,0 11 76 0 0,7 11 68 0 0,8 7 240 0 0,3-3-1 0 0,37 49 1 0 0,-54-73-369 0 0,67 84 1304 0 0,115 112-1 0 0,-144-162-892 0 0,-52-57-262 0 0,-34-55-146 0 0,13 21-347 0 0,-32-51-233 0 0,64 103 530 0 0,0 1 25 0 0,1 1 0 0 0,1-1 1 0 0,-1 1-1 0 0,0-1 0 0 0,0 0 0 0 0,0 1 1 0 0,1-1-1 0 0,-1 1 0 0 0,1-2 0 0 0,-1 2 1 0 0,1-1-1 0 0,0 1 0 0 0,0-4 1 0 0,0 5 2 0 0,0 0 0 0 0,0 0 1 0 0,0-1-1 0 0,0 1 1 0 0,0 0-1 0 0,0 0 1 0 0,0 0-1 0 0,0 0 0 0 0,1 0 1 0 0,-1 0-1 0 0,0 0 1 0 0,0 0-1 0 0,0 0 1 0 0,0-1-1 0 0,0 1 0 0 0,1 0 1 0 0,-1 0-1 0 0,0 0 1 0 0,0 0-1 0 0,0 0 1 0 0,1 0-1 0 0,-1-1 0 0 0,0 1 1 0 0,0 0-1 0 0,0 0 1 0 0,1 0-1 0 0,-1 0 1 0 0,0 0-1 0 0,0 0 1 0 0,1 0-1 0 0,-1 0 0 0 0,0 0 1 0 0,1 0-1 0 0,7 2-68 0 0,10 8 48 0 0,-18-10 27 0 0,27 21 218 0 0,-1 1 0 0 0,-1-1 0 0 0,26 32 0 0 0,-49-51-205 0 0,55 60 733 0 0,74 101 0 0 0,-107-128-446 0 0,-2 1 1 0 0,-2 1-1 0 0,0 1 1 0 0,25 75 0 0 0,-42-101-240 0 0,9 22 198 0 0,-1 3 0 0 0,-3-2 0 0 0,7 60 0 0 0,-15-90-227 0 0,0 0 1 0 0,0-1-1 0 0,0 1 1 0 0,0-1 0 0 0,-3 9-1 0 0,3-13-31 0 0,0 0-1 0 0,0 1 1 0 0,0 0 0 0 0,-2 0-1 0 0,2-1 1 0 0,0 0-1 0 0,-1 1 1 0 0,1-1 0 0 0,0 2-1 0 0,0-2 1 0 0,-1 0-1 0 0,1 1 1 0 0,-1-1 0 0 0,0 1-1 0 0,1-1 1 0 0,0 1-1 0 0,-1-1 1 0 0,-1 0 0 0 0,2 1-4 0 0,-1-1 0 0 0,0 0 0 0 0,0 0 0 0 0,1 0 0 0 0,-1 0 0 0 0,-1-1 0 0 0,2 1 0 0 0,0 0 0 0 0,-1 0 0 0 0,0 0 1 0 0,0 0-1 0 0,1 0 0 0 0,-1-1 0 0 0,1 1 0 0 0,-1 0 0 0 0,-1-1 0 0 0,2 1 0 0 0,0-1 0 0 0,-1 1 0 0 0,0 0 0 0 0,0-3 0 0 0,-11-10-34 0 0,-1 0 0 0 0,3-2 0 0 0,-1 0 0 0 0,1 0 0 0 0,-12-25 0 0 0,4 8-218 0 0,-120-224-1618 0 0,2 5 49 0 0,-19 14 38 0 0,135 212 1460 0 0,-1 1 0 0 0,-27-26 0 0 0,39 43 343 0 0,0-2 0 0 0,-1 3 0 0 0,0-2 0 0 0,0 2 0 0 0,0-1 0 0 0,-1 2 0 0 0,0 0 0 0 0,-23-7 0 0 0,30 11 8 0 0,-1 0 1 0 0,1 0-1 0 0,1 0 1 0 0,-2 1-1 0 0,2 0 1 0 0,-2 0-1 0 0,0 0 1 0 0,-5 2 0 0 0,10-2-30 0 0,-2 0 1 0 0,2 0-1 0 0,0 1 1 0 0,0-1-1 0 0,0 0 1 0 0,0 1-1 0 0,0-1 1 0 0,0 0-1 0 0,-1 0 1 0 0,1 0 0 0 0,0 0-1 0 0,0 1 1 0 0,0-1-1 0 0,-1 2 1 0 0,1-2-1 0 0,0 0 1 0 0,0 0-1 0 0,0 0 1 0 0,0 1 0 0 0,0-1-1 0 0,0 0 1 0 0,0 1-1 0 0,0-1 1 0 0,0 1-1 0 0,0-1 1 0 0,0 0-1 0 0,0 0 1 0 0,0 0-1 0 0,1 1 1 0 0,-1-1 0 0 0,0 0-1 0 0,0 1 1 0 0,0-1-1 0 0,0 1 1 0 0,1-1-1 0 0,-1 0 1 0 0,0 0-1 0 0,0 0 1 0 0,0 0 0 0 0,0 2-1 0 0,12 11 157 0 0,-10-10-112 0 0,13 12 164 0 0,1-1 0 0 0,35 25-1 0 0,-16-13 12 0 0,272 192 2067 0 0,-165-135-1311 0 0,-141-83-968 0 0,-1 1-1 0 0,1 0 1 0 0,1-1-1 0 0,-1 1 1 0 0,0-1-1 0 0,1 1 0 0 0,-2-1 1 0 0,2 1-1 0 0,-1-1 1 0 0,-1 0-1 0 0,3 0 1 0 0,0 0-1 0 0,-3 0-6 0 0,0 0-1 0 0,0 0 0 0 0,0 0 0 0 0,0 0 1 0 0,0 0-1 0 0,0 0 0 0 0,0 0 0 0 0,0 0 1 0 0,0 0-1 0 0,0-1 0 0 0,1 1 1 0 0,-1 0-1 0 0,0 0 0 0 0,0 0 0 0 0,0 0 1 0 0,0 0-1 0 0,0 0 0 0 0,0-1 1 0 0,0 1-1 0 0,0 0 0 0 0,0 0 0 0 0,0 0 1 0 0,2 0-1 0 0,-2-1 0 0 0,0 1 0 0 0,0 0 1 0 0,0 0-1 0 0,0 0 0 0 0,0 0 1 0 0,0-1-1 0 0,0 1 0 0 0,0 0 0 0 0,0 0 1 0 0,0 0-1 0 0,-6-9 98 0 0,2 3-84 0 0,3 5 7 0 0,0-1 0 0 0,1 1 0 0 0,-1 0 0 0 0,0-1 0 0 0,-1 1 0 0 0,1-1 0 0 0,-1 2 0 0 0,2-1 0 0 0,-3-1 0 0 0,1 0 0 0 0,2 2-19 0 0,0 0 0 0 0,-1 0 1 0 0,1 0-1 0 0,0 0 0 0 0,0 0 0 0 0,0 0 1 0 0,0 0-1 0 0,0 0 0 0 0,0 0 0 0 0,0 0 0 0 0,0 0 1 0 0,0 0-1 0 0,0 0 0 0 0,0 0 0 0 0,0 0 0 0 0,0 0 1 0 0,0 0-1 0 0,0 0 0 0 0,0 0 0 0 0,0 0 0 0 0,0 0 1 0 0,0 0-1 0 0,0 0 0 0 0,0 0 0 0 0,0 0 1 0 0,0 0-1 0 0,0 0 0 0 0,0 0 0 0 0,0 0 0 0 0,0 0 1 0 0,0 2-1 0 0,-1-2 0 0 0,1 0 0 0 0,0 0 0 0 0,0 0 1 0 0,0 0-1 0 0,0 0 0 0 0,0 0 0 0 0,0 0 1 0 0,0 0-1 0 0,0 0 0 0 0,0 0 0 0 0,0 0 0 0 0,0 0 1 0 0,0 0-1 0 0,0 0 0 0 0,0 0 0 0 0,0 0 0 0 0,0 0 1 0 0,0 0-1 0 0,0 0 0 0 0,0 0 0 0 0,0 0 0 0 0,0 0 1 0 0,1 0-1 0 0,-1 0 0 0 0,0 1 0 0 0,0-1 1 0 0,0 0-1 0 0,0 0 0 0 0,0 0 0 0 0,0 0 0 0 0,0 0 1 0 0,0 0-1 0 0,0 0 0 0 0,0 0 0 0 0,0 0 0 0 0,0 0 1 0 0,2 5-23 0 0,-1-5 30 0 0,9 19 225 0 0,15 28 0 0 0,-62-113-33 0 0,36 63-229 0 0,-95-178-1279 0 0,82 159 1122 0 0,0 1 1 0 0,-2 1-1 0 0,0 0 1 0 0,-1 1-1 0 0,-1 1 0 0 0,-21-17 1 0 0,-113-67-1 0 0,-10 14 229 0 0,133 71-42 0 0,8 5 135 0 0,-1 1-1 0 0,1 1 1 0 0,0 1-1 0 0,-36-10 1 0 0,44 19-124 0 0,22 0 27 0 0,0 1-1 0 0,-1 1 0 0 0,1 0 0 0 0,0 0 1 0 0,0 0-1 0 0,-2 2 0 0 0,2-1 0 0 0,0 0 1 0 0,7 5-1 0 0,68 46 459 0 0,-81-51-493 0 0,53 38 478 0 0,-3 4-1 0 0,94 99 1 0 0,71 123 988 0 0,-179-216-1223 0 0,73 101 547 0 0,-82-107-394 0 0,36 70 0 0 0,-62-108-355 0 0,-1 0 1 0 0,0 1-1 0 0,0 0 0 0 0,0-1 1 0 0,-1 1-1 0 0,-1-1 1 0 0,1 2-1 0 0,0-2 1 0 0,-1 1-1 0 0,-1 1 0 0 0,0-2 1 0 0,0 2-1 0 0,-2 10 1 0 0,-1-2 23 0 0,3-14-56 0 0,0 1 0 0 0,0 0-1 0 0,-1-1 1 0 0,0 0 0 0 0,0 0 0 0 0,-1 1-1 0 0,0 4 1 0 0,2-8-15 0 0,0 0 0 0 0,-1 1 0 0 0,1-1 1 0 0,0 0-1 0 0,0 0 0 0 0,0 0 0 0 0,0 0 0 0 0,0 0 0 0 0,0 0 0 0 0,0 0 0 0 0,-1 0 1 0 0,1 0-1 0 0,0 0 0 0 0,0 0 0 0 0,0 0 0 0 0,0 0 0 0 0,0 0 0 0 0,0 0 0 0 0,0 0 0 0 0,0 1 1 0 0,0-1-1 0 0,0 0 0 0 0,0 0 0 0 0,-2 0 0 0 0,2 0 0 0 0,0 0 0 0 0,0 0 0 0 0,0 0 1 0 0,-1 0-1 0 0,1 0 0 0 0,0 0 0 0 0,0 0 0 0 0,0-1 0 0 0,0 1 0 0 0,0 0 0 0 0,0 0 1 0 0,0 0-1 0 0,0 0 0 0 0,0 0 0 0 0,0 0 0 0 0,0 0 0 0 0,-1 0 0 0 0,1 0 0 0 0,0 0 0 0 0,0 0 1 0 0,0 0-1 0 0,0 0 0 0 0,0 0 0 0 0,0 0 0 0 0,-1 0 0 0 0,1 0 0 0 0,0-1 0 0 0,0 1 1 0 0,0 0-1 0 0,0 0 0 0 0,0 0 0 0 0,0 0 0 0 0,0-1 0 0 0,0 1 0 0 0,0 0 0 0 0,0 0 1 0 0,0 0-1 0 0,0 0 0 0 0,0-1 0 0 0,-4-9 74 0 0,4 10-69 0 0,-36-99-542 0 0,22 64 265 0 0,-166-381-3633 0 0,165 388 3567 0 0,21 50 457 0 0,12 26 0 0 0,-4-10 10 0 0,14 36 358 0 0,70 124 0 0 0,-92-189-434 0 0,0 1 0 0 0,9 11-1 0 0,-14-21-44 0 0,-2-7 12 0 0,-2-8 31 0 0,-9-19-120 0 0,-27-82-675 0 0,33 92 453 0 0,0-1-1 0 0,-3-45 1 0 0,8 65 247 0 0,1 0 0 0 0,1 0 1 0 0,-1 0-1 0 0,1 0 0 0 0,0-7 0 0 0,0 11 39 0 0,-1 1-1 0 0,0-1 1 0 0,0 1-1 0 0,1-1 1 0 0,-1 1-1 0 0,0-1 1 0 0,1 0-1 0 0,-1 1 1 0 0,0 0-1 0 0,1-1 0 0 0,-1 1 1 0 0,1-2-1 0 0,-1 2 1 0 0,0 0-1 0 0,1-1 1 0 0,-1 1-1 0 0,1 0 1 0 0,0-1-1 0 0,-1 1 1 0 0,2-1-1 0 0,-1 1 8 0 0,-1 0 0 0 0,1 0-1 0 0,0 0 1 0 0,0 0 0 0 0,-1 0 0 0 0,1 0-1 0 0,1 1 1 0 0,-1-1 0 0 0,-1 0 0 0 0,1 1-1 0 0,0-1 1 0 0,0 1 0 0 0,-1-1 0 0 0,2 0-1 0 0,-1 0 1 0 0,-1 2 0 0 0,0-1 0 0 0,1-1-1 0 0,0 0 1 0 0,0 2 0 0 0,14 13 132 0 0,0 0-1 0 0,20 33 1 0 0,-11-17 14 0 0,39 48 213 0 0,-71-97-385 0 0,1-1 1 0 0,-1 0-1 0 0,-4-22 1 0 0,7 27-97 0 0,-70-280-1757 0 0,74 288 1843 0 0,-1 2-1 0 0,1-1 1 0 0,0 0-1 0 0,0 0 1 0 0,1 1 0 0 0,0-1-1 0 0,0-1 1 0 0,0 2 0 0 0,0-2-1 0 0,2-7 1 0 0,-2 13 31 0 0,0-1 1 0 0,1 1 0 0 0,-1 0-1 0 0,0 0 1 0 0,0-1-1 0 0,0 1 1 0 0,0 0 0 0 0,0 0-1 0 0,0 0 1 0 0,0 0-1 0 0,2 0 1 0 0,-2 0-1 0 0,0 0 1 0 0,0 0 0 0 0,1 0-1 0 0,-1-1 1 0 0,0 1-1 0 0,0 0 1 0 0,0 0-1 0 0,0 0 1 0 0,0 0 0 0 0,1 0-1 0 0,-1 0 1 0 0,0 0-1 0 0,1 0 1 0 0,-1 0-1 0 0,0 0 1 0 0,1 0 0 0 0,-1 0-1 0 0,0 0 1 0 0,0 0-1 0 0,0 0 1 0 0,0 1 0 0 0,0-1-1 0 0,1 0 1 0 0,-1 0-1 0 0,0 0 1 0 0,0 0-1 0 0,2 0 1 0 0,-2 0 0 0 0,0 0-1 0 0,0 0 1 0 0,0 0-1 0 0,0 0 1 0 0,0 1-1 0 0,10 8 12 0 0,0 6 75 0 0,-2 0 1 0 0,1 0-1 0 0,-2 0 1 0 0,7 18 0 0 0,-3-5 61 0 0,79 210 927 0 0,-65-164-761 0 0,-16-53-205 0 0,44 142 597 0 0,-37-109-334 0 0,9 58-1 0 0,-24-96-296 0 0,0 0-1 0 0,-1 1 1 0 0,-1 0-1 0 0,-2 16 0 0 0,-2 29 190 0 0,5-43-108 0 0,-6 28 0 0 0,1-7-2 0 0,5-37-143 0 0,0-1-1 0 0,-1 0 1 0 0,1-1-1 0 0,0 1 1 0 0,0 0-1 0 0,0-1 1 0 0,-1 0-1 0 0,0 1 1 0 0,0-1-1 0 0,1 1 1 0 0,-1 0-1 0 0,0-1 1 0 0,0 0 0 0 0,0 1-1 0 0,0-1 1 0 0,0 1-1 0 0,-1-2 1 0 0,1 2-1 0 0,-3 0 1 0 0,4 0-2 0 0,-3-1 0 0 0,2-1 1 0 0,-1 0-1 0 0,2 0 1 0 0,-3 1-1 0 0,2-1 0 0 0,-1 0 1 0 0,1 0-1 0 0,-1 0 0 0 0,0 0 1 0 0,1 0-1 0 0,0 0 0 0 0,-1 0 1 0 0,0-1-1 0 0,0 1 1 0 0,1 0-1 0 0,0 0 0 0 0,-1-1 1 0 0,0-1-1 0 0,2 2 0 0 0,-2-1 1 0 0,-2-1-1 0 0,-3-2 54 0 0,-2 1 0 0 0,2-2 1 0 0,-2 3-1 0 0,0 0 0 0 0,-11-4 0 0 0,-46-2 240 0 0,64 8-289 0 0,-5-1 27 0 0,1 0 0 0 0,-1-1 0 0 0,1-1 0 0 0,-1 1-1 0 0,1 0 1 0 0,-6-4 0 0 0,2 1 29 0 0,1 1 0 0 0,-11-3-1 0 0,18 6-57 0 0,-1 1 0 0 0,0-1 0 0 0,0 1 0 0 0,0-1 0 0 0,1 1 0 0 0,-2 0 0 0 0,2 0 0 0 0,-1 0 0 0 0,0 1 0 0 0,0-1 0 0 0,-5 2 0 0 0,6-1 6 0 0,0 1-1 0 0,-1-2 0 0 0,1 3 1 0 0,-1-2-1 0 0,2 1 1 0 0,-2-1-1 0 0,2 1 1 0 0,-1 1-1 0 0,0-2 1 0 0,1 2-1 0 0,-1-1 1 0 0,0 0-1 0 0,1 0 1 0 0,0 1-1 0 0,0 0 1 0 0,-1-1-1 0 0,1 0 0 0 0,0 1 1 0 0,1 0-1 0 0,-1 3 1 0 0,-1 2 20 0 0,1-1 1 0 0,-1 1 0 0 0,2 0-1 0 0,-1-1 1 0 0,1 1-1 0 0,3 8 1 0 0,11 103 488 0 0,-13-112-497 0 0,-1-4-12 0 0,1 1 1 0 0,-1-2-1 0 0,0 1 1 0 0,1 1-1 0 0,-1-2 1 0 0,0 2-1 0 0,-1-1 0 0 0,0 4 1 0 0,0-9 8 0 0,-1-1 0 0 0,0 2-1 0 0,1-2 1 0 0,-1 1 0 0 0,0-1 0 0 0,1 1 0 0 0,-2-5-1 0 0,-29-72-681 0 0,-18-54-703 0 0,49 131 1339 0 0,0-1 0 0 0,0 1 1 0 0,1-1-1 0 0,0 0 1 0 0,0 0-1 0 0,0-3 1 0 0,0 6 17 0 0,0 0-1 0 0,0 0 1 0 0,0-1 0 0 0,0 1 0 0 0,0-1-1 0 0,0 1 1 0 0,0 0 0 0 0,0-1 0 0 0,0 1 0 0 0,0 0-1 0 0,0-1 1 0 0,0 1 0 0 0,1 0 0 0 0,-1 0-1 0 0,0 0 1 0 0,0 0 0 0 0,0 0 0 0 0,1-2 0 0 0,-1 2-1 0 0,0 0 1 0 0,0 0 0 0 0,1 0 0 0 0,-1-1-1 0 0,1 1 1 0 0,0 0-3 0 0,0 0-1 0 0,-1 0 1 0 0,0 0-1 0 0,1 0 1 0 0,0 0-1 0 0,-1 0 1 0 0,1 0-1 0 0,-1 1 1 0 0,0-1 0 0 0,2 0-1 0 0,-1 0 1 0 0,-1 2-1 0 0,0-2 1 0 0,1 0-1 0 0,0 0 1 0 0,-1 0-1 0 0,1 2 1 0 0,15 11 43 0 0,-2-1 0 0 0,0 2-1 0 0,-1 1 1 0 0,20 26 0 0 0,-25-31-20 0 0,43 58 115 0 0,89 103 222 0 0,-124-157-301 0 0,-16-14-52 0 0,0 0 0 0 0,0 0-1 0 0,0 0 1 0 0,0 0-1 0 0,0 0 1 0 0,0 1-1 0 0,0-1 1 0 0,0 0-1 0 0,1 0 1 0 0,-1 0-1 0 0,0 0 1 0 0,0 0-1 0 0,0 0 1 0 0,0 0 0 0 0,0 0-1 0 0,0 0 1 0 0,0 0-1 0 0,0 0 1 0 0,0 0-1 0 0,0 0 1 0 0,0 0-1 0 0,2 0 1 0 0,-2 0-1 0 0,0 0 1 0 0,0 0-1 0 0,0 0 1 0 0,0 0 0 0 0,0 0-1 0 0,0 0 1 0 0,0 0-1 0 0,0-1 1 0 0,0 1-1 0 0,0 0 1 0 0,0 0-1 0 0,0 0 1 0 0,0 0-1 0 0,0 0 1 0 0,0 0-1 0 0,0 0 1 0 0,0 0 0 0 0,0 0-1 0 0,0 0 1 0 0,0 0-1 0 0,0 0 1 0 0,0 0-1 0 0,0 0 1 0 0,0-2-1 0 0,0 2 1 0 0,0 0-1 0 0,0 0 1 0 0,0 0-1 0 0,0 0 1 0 0,0 0 0 0 0,0 0-1 0 0,0 0 1 0 0,0 0-1 0 0,0 0 1 0 0,0 0-1 0 0,0 0 1 0 0,0 0-1 0 0,0 0 1 0 0,0 0-1 0 0,0 0 1 0 0,0 0-1 0 0,-6-12 13 0 0,-63-102-898 0 0,4 10-93 0 0,-26-45-1435 0 0,-179-225-1 0 0,81 169 358 0 0,92 104 931 0 0,88 92 1059 0 0,3 2-54 0 0,-1 0 0 0 0,1 1 0 0 0,-5-9 0 0 0,67 108 1007 0 0,24 43 102 0 0,60 109 767 0 0,-130-229-1590 0 0,-10-15-156 0 0,-6-9 16 0 0,-138-226-815 0 0,-6-5-494 0 0,73 125 220 0 0,-127-146-1 0 0,159 216 912 0 0,45 44 151 0 0,0 0 1 0 0,0 0 0 0 0,0 0 0 0 0,0 0 0 0 0,0 0 0 0 0,0 0 0 0 0,0 1-1 0 0,0-1 1 0 0,0 0 0 0 0,0 0 0 0 0,0 0 0 0 0,0 0 0 0 0,0 0 0 0 0,0 0-1 0 0,0 0 1 0 0,0 0 0 0 0,0 0 0 0 0,0 0 0 0 0,0 0 0 0 0,0 0 0 0 0,0 0-1 0 0,0 0 1 0 0,0 0 0 0 0,0 0 0 0 0,0 0 0 0 0,0 0 0 0 0,0 0 0 0 0,-1 0-1 0 0,1 0 1 0 0,0 0 0 0 0,0 0 0 0 0,0 0 0 0 0,0 0 0 0 0,0 0 0 0 0,0 0 0 0 0,0 0-1 0 0,0 0 1 0 0,0 0 0 0 0,0 0 0 0 0,0 0 0 0 0,0 0 0 0 0,0 0 0 0 0,0 0-1 0 0,-1 0 1 0 0,1 0 0 0 0,0 0 0 0 0,0 0 0 0 0,0 0 0 0 0,0 0 0 0 0,0 0-1 0 0,0 0 1 0 0,0 0 0 0 0,0 0 0 0 0,0 0 0 0 0,0 0 0 0 0,0 0 0 0 0,0 0-1 0 0,0 0 1 0 0,0 0 0 0 0,0 0 0 0 0,0-1 0 0 0,2 9 48 0 0,4 8 159 0 0,2 0 15 0 0,7 28 0 0 0,-1-4 93 0 0,5 10 137 0 0,3-2 0 0 0,2 0 0 0 0,2-1 0 0 0,45 61 0 0 0,-69-105-405 0 0,1 1 1 0 0,-2-2 0 0 0,2 1-1 0 0,1 0 1 0 0,-2-1 0 0 0,1 0-1 0 0,0 1 1 0 0,-1 0 0 0 0,2-2-1 0 0,4 5 1 0 0,-7-6-46 0 0,-1 0 1 0 0,0 0-1 0 0,1 0 0 0 0,-1 0 1 0 0,0 0-1 0 0,1 0 0 0 0,-1 0 0 0 0,0 0 1 0 0,1 0-1 0 0,-1 0 0 0 0,0 0 1 0 0,1 0-1 0 0,-1 0 0 0 0,0 0 0 0 0,1 0 1 0 0,-1 0-1 0 0,0 0 0 0 0,0-1 1 0 0,0 1-1 0 0,0 0 0 0 0,1 0 1 0 0,-1 0-1 0 0,0-1 0 0 0,0 1 0 0 0,1 0 1 0 0,-1 0-1 0 0,0-1 0 0 0,1 0 1 0 0,3-10 73 0 0,-1-12 35 0 0,-4 2-198 0 0,1-1-77 0 0,0 0 0 0 0,6-39 0 0 0,-6 59 153 0 0,2-1-1 0 0,-1 1 0 0 0,-1 0 1 0 0,0 0-1 0 0,1 0 0 0 0,0-1 1 0 0,0 1-1 0 0,0 0 1 0 0,1 0-1 0 0,-1 0 0 0 0,1 0 1 0 0,-2 0-1 0 0,3 1 0 0 0,-2-1 1 0 0,1 1-1 0 0,2-3 0 0 0,-2 3 18 0 0,-1 0 0 0 0,1 1-1 0 0,0-1 1 0 0,0 1 0 0 0,-2-1-1 0 0,2 1 1 0 0,0 0 0 0 0,0-1-1 0 0,-1 1 1 0 0,1 0 0 0 0,0 0-1 0 0,0 0 1 0 0,-1 1 0 0 0,1-1-1 0 0,0 0 1 0 0,-1 1 0 0 0,1-1-1 0 0,-1 1 1 0 0,2-1 0 0 0,-2 0-1 0 0,0 1 1 0 0,0 0-1 0 0,3 1 1 0 0,3 3 54 0 0,0-1-1 0 0,-1 1 1 0 0,1 0 0 0 0,-1 0-1 0 0,9 11 1 0 0,23 34 334 0 0,98 163 815 0 0,-17 10 27 0 0,-119-222-1228 0 0,14 24 191 0 0,-2 0 0 0 0,0 1 1 0 0,10 40-1 0 0,-22-58-23 0 0,-4-11-84 0 0,-7-13-23 0 0,10 14-61 0 0,-84-149-829 0 0,27 44 56 0 0,-182-259-1920 0 0,175 280 1807 0 0,-5 3 0 0 0,-86-76 0 0 0,143 146 770 0 0,6 6 14 0 0,-1-1 1 0 0,0 2 0 0 0,-15-10-1 0 0,31 22 206 0 0,0 2 0 0 0,0 0 0 0 0,-2 0 0 0 0,8 10 0 0 0,6 8 126 0 0,26 21 439 0 0,56 47 0 0 0,-5-6 199 0 0,-70-59-470 0 0,0 2-1 0 0,35 57 0 0 0,-59-82-364 0 0,0-2 0 0 0,0 1-1 0 0,-1 1 1 0 0,0-2 0 0 0,1 2-1 0 0,0 6 1 0 0,-3-12-41 0 0,0 0 0 0 0,0 0 0 0 0,0 0 0 0 0,0 0-1 0 0,0 0 1 0 0,0 1 0 0 0,0-1 0 0 0,0 0 0 0 0,0 0 0 0 0,0 0 0 0 0,0 0 0 0 0,0 0 0 0 0,0 0 0 0 0,0 1 0 0 0,0-1 0 0 0,0 0 0 0 0,0 0 0 0 0,0 0 0 0 0,0 0-1 0 0,0 0 1 0 0,0 0 0 0 0,0 1 0 0 0,0-1 0 0 0,0 0 0 0 0,0 0 0 0 0,0 0 0 0 0,0 0 0 0 0,0 0 0 0 0,0 0 0 0 0,0 0 0 0 0,0 0 0 0 0,0 0 0 0 0,0 0 0 0 0,0 0-1 0 0,0 0 1 0 0,-1 0 0 0 0,1 0 0 0 0,0 0 0 0 0,0 0 0 0 0,0 0 0 0 0,0 0 0 0 0,0 0 0 0 0,-1 0 0 0 0,-4-2 16 0 0,-4-8 101 0 0,-44-64 34 0 0,-108-142-1485 0 0,82 123 740 0 0,-67-85-539 0 0,113 135 855 0 0,-33-45-331 0 0,40 52 322 0 0,24 35 287 0 0,-1-3 0 0 0,21 20 29 0 0,-5 0 164 0 0,1 0 1 0 0,15 25-1 0 0,-7-10 38 0 0,49 69 494 0 0,225 334 2432 0 0,-286-417-3035 0 0,167 291 2012 0 0,-161-276-1950 0 0,-2-9 100 0 0,-4 1 0 0 0,20 47 0 0 0,-30-71-283 0 0,0 1 1 0 0,0-1-1 0 0,0 0 0 0 0,0 0 0 0 0,0 1 1 0 0,0-1-1 0 0,0 0 0 0 0,0 0 0 0 0,0 0 0 0 0,0 0 1 0 0,0 1-1 0 0,0-1 0 0 0,0 0 0 0 0,0 1 1 0 0,0-1-1 0 0,0 0 0 0 0,0 1 0 0 0,0-1 1 0 0,0 0-1 0 0,0 0 0 0 0,0 1 0 0 0,-2-1 1 0 0,2 0-1 0 0,0 1 0 0 0,0-1 0 0 0,0 0 1 0 0,0 0-1 0 0,0 1 0 0 0,0-1 0 0 0,0 0 0 0 0,-1 0 1 0 0,1 0-1 0 0,0 0 0 0 0,0 0 0 0 0,-1 0 1 0 0,1 0-1 0 0,0 0 0 0 0,-1 0 0 0 0,1 0 1 0 0,0 1-1 0 0,0-1 0 0 0,0 0 0 0 0,0 0 1 0 0,0 0-1 0 0,-1 0 0 0 0,1 0 0 0 0,0 0 0 0 0,-1 0 1 0 0,1 0-1 0 0,-1 0 2 0 0,0-1-1 0 0,0 1 1 0 0,0 0-1 0 0,1 0 1 0 0,0 0-1 0 0,-1 0 1 0 0,0 0 0 0 0,1-1-1 0 0,-1 1 1 0 0,0-1-1 0 0,1 1 1 0 0,-1 0-1 0 0,0-1 1 0 0,1 0 0 0 0,0 1-1 0 0,0-1 1 0 0,-1 1-1 0 0,1-1 1 0 0,-1 1-1 0 0,1 0 1 0 0,-1-1 0 0 0,1 0-1 0 0,-1 0 1 0 0,27 56 440 0 0,-8-20-38 0 0,2-1 1 0 0,33 45 0 0 0,-17-27 36 0 0,-12-17-170 0 0,-13-19-105 0 0,0 1-1 0 0,10 17 1 0 0,-14-19-78 0 0,-3-8-15 0 0,1 2-1 0 0,-2-1 0 0 0,1 0 1 0 0,-2 0-1 0 0,1 0 1 0 0,-1 2-1 0 0,0-2 1 0 0,2 17-1 0 0,-4-9-23 0 0,1-2 0 0 0,1 1 1 0 0,1-1-1 0 0,0 0 0 0 0,0 0 0 0 0,2 0 0 0 0,0 0 0 0 0,1-1 0 0 0,0 1 1 0 0,0 0-1 0 0,13 15 0 0 0,3 2-50 0 0,-14-17 0 0 0,2-1 0 0 0,0 1 0 0 0,0-2 0 0 0,13 12 0 0 0,-19-21 0 0 0,2 0 0 0 0,-3 0 0 0 0,3-1 0 0 0,-2 0 0 0 0,11 3 0 0 0,10 5 0 0 0,-15-3 0 0 0,2-1 0 0 0,17 18 0 0 0,-18-14 0 0 0,23 14 0 0 0,-34-24 0 0 0,0 0 0 0 0,0 1 0 0 0,0-1 0 0 0,0 0 0 0 0,2 0 0 0 0,-2 0 1 0 0,0 0-1 0 0,0 0 0 0 0,0 0 0 0 0,1 0 0 0 0,-1 0 0 0 0,0 1 0 0 0,0-1 0 0 0,1 0 0 0 0,-1 0 0 0 0,0 0 0 0 0,0 0 1 0 0,0 0-1 0 0,0 0 0 0 0,0-1 0 0 0,0 1 0 0 0,1 0 0 0 0,-1 0 0 0 0,0 0 0 0 0,0 0 0 0 0,1 0 0 0 0,-1 0 0 0 0,0 0 1 0 0,0 0-1 0 0,0-1 0 0 0,1 1 0 0 0,-1 0 0 0 0,0 0 0 0 0,0 0 0 0 0,0 0 0 0 0,0 0 0 0 0,0 0 0 0 0,0 0 0 0 0,0 0 0 0 0,0 0 1 0 0,0-1-1 0 0,4-12 3 0 0,-5-16-40 0 0,-9-46-654 0 0,8 62 524 0 0,1 1 0 0 0,-2-1 1 0 0,0 1-1 0 0,-1 0 0 0 0,-7-16 0 0 0,-31-58-692 0 0,35 75 705 0 0,-38-67-698 0 0,-11-21-86 0 0,-46-69-872 0 0,80 134 1472 0 0,-109-145-1675 0 0,26 41 521 0 0,18 13-131 0 0,84 122 1546 0 0,-5-8-46 0 0,7 10 121 0 0,1 1 1 0 0,0 0-1 0 0,0 0 1 0 0,-1-1-1 0 0,1 1 1 0 0,0-1-1 0 0,0 1 0 0 0,0-1 1 0 0,0 1-1 0 0,0-1 1 0 0,0 1-1 0 0,0 0 1 0 0,0 0-1 0 0,0-1 1 0 0,0 1-1 0 0,0-1 0 0 0,0 1 1 0 0,0-1-1 0 0,0 1 1 0 0,0-1-1 0 0,0 1 1 0 0,0-1-1 0 0,0 1 1 0 0,0-1-1 0 0,1 1 0 0 0,-1 0 3 0 0,1-1-1 0 0,-1 1 0 0 0,1 0 1 0 0,-1 0-1 0 0,0 0 0 0 0,0 0 0 0 0,0 0 1 0 0,2 0-1 0 0,-2 0 0 0 0,1 0 1 0 0,-1 0-1 0 0,0 0 0 0 0,0 0 0 0 0,1 0 1 0 0,-1 0-1 0 0,0 0 0 0 0,1 0 1 0 0,-1 1-1 0 0,1-1 0 0 0,-1 0 1 0 0,0 0-1 0 0,0 0 0 0 0,0 0 0 0 0,1 0 1 0 0,-1 0-1 0 0,0 1 0 0 0,2-1 1 0 0,-2 0-1 0 0,0 1 0 0 0,0-1 0 0 0,0 0 1 0 0,0 1-1 0 0,0 0 0 0 0,13 13 147 0 0,-10-11-108 0 0,118 128 1150 0 0,-102-109-918 0 0,-3 0 1 0 0,20 35-1 0 0,20 53 487 0 0,-18-26-175 0 0,46 88 636 0 0,-78-165-1099 0 0,-5-12-41 0 0,-5-15 68 0 0,-24-62-1008 0 0,-64-130 0 0 0,59 139 448 0 0,-60-124-809 0 0,51 104 679 0 0,-19-45-407 0 0,52 120 839 0 0,13 31 211 0 0,-1-10-61 0 0,-1 1 0 0 0,-1 0-1 0 0,1 1 1 0 0,-1-2 0 0 0,2 2-1 0 0,-2 3 1 0 0,4 10 68 0 0,32 69 879 0 0,63 109 0 0 0,-40-85-243 0 0,113 187 1233 0 0,-124-222-1418 0 0,27 39 317 0 0,-82-160-658 0 0,-1-65-910 0 0,-4-43-332 0 0,-34-92-597 0 0,30 183 809 0 0,-47-114 0 0 0,20 83-470 0 0,-92-144 0 0 0,124 224 1332 0 0,0 0 1 0 0,0 1-1 0 0,-2 1 0 0 0,-22-19 1 0 0,12 11-48 0 0,6 7 52 0 0,1 1 0 0 0,-1 1-1 0 0,-1 1 1 0 0,1 0 0 0 0,-23-8-1 0 0,32 14-6 0 0,0 1 0 0 0,0 0 0 0 0,1 0-1 0 0,-1 1 1 0 0,-1 0 0 0 0,1 0 0 0 0,0 1 0 0 0,-1-1-1 0 0,1 2 1 0 0,0-1 0 0 0,0 1 0 0 0,-1 0 0 0 0,2 0-1 0 0,-1 1 1 0 0,0 1 0 0 0,-8 2 0 0 0,9-3 1 0 0,1 1 1 0 0,-1 0 0 0 0,0 0-1 0 0,2 0 1 0 0,-2 1 0 0 0,1-1-1 0 0,1 2 1 0 0,-1-1 0 0 0,0 0-1 0 0,2 0 1 0 0,-1 1 0 0 0,0 0-1 0 0,0 0 1 0 0,1 0-1 0 0,0 1 1 0 0,0-1 0 0 0,1 1-1 0 0,0-1 1 0 0,-3 7 0 0 0,1 10 115 0 0,1 0 0 0 0,2-1 1 0 0,0 1-1 0 0,1 0 0 0 0,3 25 1 0 0,-1 1 88 0 0,2 21 171 0 0,1 37 228 0 0,-5-105-641 0 0,0 1 0 0 0,0-1 1 0 0,0 1-1 0 0,0-1 1 0 0,-2 1-1 0 0,2-1 0 0 0,-1 1 1 0 0,1-1-1 0 0,0 1 0 0 0,-1-1 1 0 0,1 0-1 0 0,-2 3 1 0 0,2-4-9 0 0,0 0 1 0 0,-1 0 0 0 0,1 1 0 0 0,0-1 0 0 0,0 0 0 0 0,-2 0-1 0 0,2 0 1 0 0,0 1 0 0 0,0-1 0 0 0,0 0 0 0 0,0 0-1 0 0,0 0 1 0 0,-1 0 0 0 0,1 0 0 0 0,0 0 0 0 0,-1 1 0 0 0,1-1-1 0 0,0 0 1 0 0,-1 0 0 0 0,1 0 0 0 0,0 0 0 0 0,0 0-1 0 0,0 0 1 0 0,0 0 0 0 0,0-1 0 0 0,-1 1 0 0 0,0 0 5 0 0,0-1 0 0 0,0 1 1 0 0,0-1-1 0 0,0 0 0 0 0,1 1 1 0 0,0-1-1 0 0,-1 1 0 0 0,0 0 1 0 0,1-1-1 0 0,-1 0 0 0 0,0 0 1 0 0,0 0-1 0 0,-16-32-122 0 0,-29-63 1 0 0,23 42-178 0 0,-116-207-1303 0 0,132 249 1516 0 0,6 9 15 0 0,4 9-20 0 0,60 90 626 0 0,-30-49-254 0 0,51 81 406 0 0,67 98 627 0 0,-112-172-878 0 0,3-2 0 0 0,53 49 1 0 0,-93-99-429 0 0,18 17 166 0 0,24 17-1 0 0,-39-32-134 0 0,1 0-1 0 0,-1 0 0 0 0,1 0 1 0 0,1-1-1 0 0,-1 0 1 0 0,1 0-1 0 0,0-2 1 0 0,0 2-1 0 0,10 1 0 0 0,-14-4-33 0 0,0 0-1 0 0,0 0 0 0 0,1 0 0 0 0,-2 0 1 0 0,2-1-1 0 0,-2 1 0 0 0,2 0 0 0 0,-2-1 1 0 0,2 0-1 0 0,-2 0 0 0 0,2-1 0 0 0,-1 1 1 0 0,-1 0-1 0 0,1-1 0 0 0,0 1 0 0 0,-1-2 1 0 0,0 2-1 0 0,1-1 0 0 0,0 0 0 0 0,-1 0 1 0 0,-1 0-1 0 0,5-5 0 0 0,2-5-89 0 0,-1 0 0 0 0,0 1 0 0 0,10-25 0 0 0,-6 13-182 0 0,-3 8 81 0 0,0 0 0 0 0,1 1 0 0 0,22-26 0 0 0,-24 32 188 0 0,-1 1 1 0 0,2 0-1 0 0,-1 0 0 0 0,3 1 0 0 0,-2 0 0 0 0,0 1 0 0 0,1 0 0 0 0,10-5 0 0 0,4 1 58 0 0,-6 2 1 0 0,-1 0 1 0 0,0-1 0 0 0,1-1 0 0 0,-2-1 0 0 0,14-11 0 0 0,-26 20-63 0 0,-2-1 1 0 0,0 1-1 0 0,0 0 1 0 0,2 0-1 0 0,-2 0 1 0 0,1 0-1 0 0,-1 0 1 0 0,2 0-1 0 0,-2 0 1 0 0,1 0-1 0 0,-1 1 1 0 0,2-1-1 0 0,-1 1 1 0 0,-1 0-1 0 0,1 0 1 0 0,1-1-1 0 0,-2 1 1 0 0,4 0-1 0 0,-2 0 6 0 0,1 0 0 0 0,-1-1 0 0 0,0 0 0 0 0,-1 1 0 0 0,6-3 0 0 0,-5 2-2 0 0,0-1 0 0 0,0 2 0 0 0,0 0 0 0 0,0-1 0 0 0,6 0 0 0 0,-6 0-12 0 0,0 1-1 0 0,-1 0 1 0 0,1 0 0 0 0,-1-1-1 0 0,1 0 1 0 0,0 1-1 0 0,-1-1 1 0 0,-1 1-1 0 0,2-1 1 0 0,0-1 0 0 0,0 2-1 0 0,-2-3 1 0 0,1 3-1 0 0,0-2 1 0 0,0 1-1 0 0,3-4 1 0 0,0 0-3 0 0,0-1-1 0 0,1-1 1 0 0,6-12-1 0 0,10-13-3 0 0,-21 29 8 0 0,2 2-1 0 0,-1-2 0 0 0,0 1 1 0 0,0 0-1 0 0,1 0 0 0 0,-1 1 1 0 0,1-1-1 0 0,-1 0 0 0 0,0 1 1 0 0,5-2-1 0 0,-5 3 7 0 0,0-1 0 0 0,-1 1-1 0 0,1 0 1 0 0,0 0 0 0 0,0 0 0 0 0,-1 0-1 0 0,1 0 1 0 0,0 0 0 0 0,0 0 0 0 0,-1 0 0 0 0,1 1-1 0 0,1-1 1 0 0,-2 1 0 0 0,0 0 0 0 0,1-1 0 0 0,1 1-1 0 0,28 19 93 0 0,-7-5 24 0 0,-15-13-103 0 0,-1 1 1 0 0,0-2-1 0 0,0 1 1 0 0,0-1-1 0 0,1 0 1 0 0,13 0-1 0 0,18 1 111 0 0,-37-1-118 0 0,1-1-1 0 0,1 0 1 0 0,-2 0 0 0 0,1 0 0 0 0,1 0 0 0 0,5-1 0 0 0,-8 1-6 0 0,0-1 0 0 0,-1 0 0 0 0,1 1 1 0 0,0 0-1 0 0,-1-1 0 0 0,0 0 0 0 0,1 0 0 0 0,-1 1 0 0 0,1-2 0 0 0,-1 1 1 0 0,0 0-1 0 0,0 0 0 0 0,0 0 0 0 0,1 0 0 0 0,-1-1 0 0 0,0 1 1 0 0,1-3-1 0 0,-1 1-23 0 0,1 1 0 0 0,-1-1 0 0 0,0 1 1 0 0,0-2-1 0 0,-1 2 0 0 0,0-2 0 0 0,0 2 1 0 0,1-1-1 0 0,-1 0 0 0 0,0 1 0 0 0,-1-1 0 0 0,1 0 1 0 0,0 0-1 0 0,0 0 0 0 0,-3-6 0 0 0,-1-4-133 0 0,-2 0 0 0 0,-7-15 0 0 0,-2-2-120 0 0,1-1-37 0 0,10 25 266 0 0,1 0 0 0 0,-1-1 0 0 0,2 2 1 0 0,-1-2-1 0 0,0-6 0 0 0,-1 4-42 0 0,1-1 0 0 0,0 1 0 0 0,-1 0 1 0 0,-1 0-1 0 0,0 1 0 0 0,-6-10 0 0 0,-7-10-121 0 0,-30-45-299 0 0,10 19 443 0 0,20 32-34 0 0,0-1 137 0 0,15 20-21 0 0,2 1 0 0 0,-1-1-1 0 0,-2 0 1 0 0,2 1 0 0 0,-3-4 0 0 0,-12-11 53 0 0,12 11-30 0 0,0 0 1 0 0,0 1 0 0 0,0 0-1 0 0,0-1 1 0 0,-1 2-1 0 0,-6-4 1 0 0,-10-10 53 0 0,-7-7 101 0 0,0 1-129 0 0,21 17-86 0 0,-1 2-1 0 0,-12-8 1 0 0,13 8 13 0 0,-1 0 1 0 0,-10-10 0 0 0,-41-28 263 0 0,54 38-244 0 0,-8-7-182 0 0,0-1 1 0 0,-17-21 0 0 0,70 69 429 0 0,-24-17-133 0 0,-1 2 1 0 0,13 22 0 0 0,-2-2 16 0 0,8 5 63 0 0,-17-24-87 0 0,0 2-1 0 0,-2 0 0 0 0,14 31 1 0 0,-7-12 38 0 0,-12-26-69 0 0,7 18 0 0 0,-16-18-32 0 0,0-15-62 0 0,0 0-1 0 0,0 0 1 0 0,0-1-1 0 0,0 0 1 0 0,0 1-1 0 0,-1-1 1 0 0,1 1-1 0 0,0 0 1 0 0,0 0-1 0 0,0-1 1 0 0,0 1-1 0 0,-1-1 1 0 0,1 1-1 0 0,0-1 1 0 0,-1 0-1 0 0,1 1 1 0 0,-1-1-1 0 0,1 1 1 0 0,-1-1-1 0 0,0 1 1 0 0,1-1-1 0 0,-1 0 1 0 0,1 0-1 0 0,0 0 1 0 0,-1 2-1 0 0,1-2 1 0 0,-1 0-1 0 0,0 1 1 0 0,1-1-1 0 0,-1 0 1 0 0,0 0-1 0 0,0 0 1 0 0,1 0-1 0 0,-1 0 1 0 0,1 0-1 0 0,-1 0 1 0 0,1 0-1 0 0,-1 0 1 0 0,0 0-1 0 0,0 0 1 0 0,1 0-1 0 0,-2-1 0 0 0,0 1 5 0 0,-1-2 0 0 0,1 2 0 0 0,0 0 0 0 0,-1-1 0 0 0,0 0-1 0 0,2 0 1 0 0,-2 0 0 0 0,0-1 0 0 0,2 1 0 0 0,-4-2 0 0 0,-26-27 73 0 0,-32-41 1 0 0,37 40-44 0 0,-6-4-492 0 0,-2 1-1 0 0,-72-56 0 0 0,-79-27 1112 0 0,104 69-970 0 0,62 36 244 0 0,0 1 136 0 0,-1-1-1 0 0,0 1 1 0 0,0 1 0 0 0,-27-9-1 0 0,-20 0 139 0 0,23 4-20 0 0,0 2 0 0 0,-81-11 0 0 0,84 20-40 0 0,1 1 0 0 0,-53 5 0 0 0,78 0-93 0 0,1 0 0 0 0,0 2 0 0 0,-14 4 0 0 0,17-5-19 0 0,1 1-1 0 0,0-2 0 0 0,-1 0 0 0 0,0 0 0 0 0,0 0 0 0 0,1-1 0 0 0,-14-1 1 0 0,-31-1 121 0 0,37 2-77 0 0,-24-3 0 0 0,36 1-55 0 0,0 0 0 0 0,0-1 0 0 0,0 2 1 0 0,0-2-1 0 0,0-1 0 0 0,0 2 0 0 0,-10-8 0 0 0,-4-3 8 0 0,0-1 0 0 0,1-2 0 0 0,1 0-1 0 0,1-1 1 0 0,-1 0 0 0 0,3-1 0 0 0,-18-22 0 0 0,13 14 31 0 0,14 19-62 0 0,4 6 3 0 0,-10 0 25 0 0,10-1-22 0 0,2 0 0 0 0,-3 0 0 0 0,3 0 0 0 0,-2 0 0 0 0,1 0 0 0 0,0 1-1 0 0,-1-1 1 0 0,2-1 0 0 0,-2 1 0 0 0,1-1 0 0 0,1 1 0 0 0,-2-1 0 0 0,0 1 7 0 0,-40-48 97 0 0,16 24-45 0 0,15 17-42 0 0,11 7-15 0 0,-8-2 12 0 0,6 3-17 0 0,0 1-1 0 0,0 0 1 0 0,-7 0 26 0 0,-16-8 0 0 0,19 4-21 0 0,3 2 2 0 0,0 0 1 0 0,0-1-1 0 0,1 1 0 0 0,-2 0 0 0 0,1 1 1 0 0,-1-1-1 0 0,1 0 0 0 0,0 1 1 0 0,-5-1-1 0 0,8 1-7 0 0,-1 0 1 0 0,1 0 0 0 0,-1 0-1 0 0,1 0 1 0 0,-1 0-1 0 0,1 0 1 0 0,0 0 0 0 0,-1 0-1 0 0,1 0 1 0 0,-1 0-1 0 0,1 0 1 0 0,0 0 0 0 0,0 0-1 0 0,-1 0 1 0 0,1-1 0 0 0,0 1-1 0 0,-1 0 1 0 0,1-1-1 0 0,-1 1 1 0 0,1-2 0 0 0,-16-7 12 0 0,14 8-9 0 0,2 0-3 0 0,0 0 1 0 0,0 1-1 0 0,-1 0 1 0 0,1-1-1 0 0,0-1 1 0 0,0 2-1 0 0,-1-1 0 0 0,1 0 1 0 0,0 0-1 0 0,0 1 1 0 0,0-1-1 0 0,0 0 1 0 0,0 0-1 0 0,0-1 0 0 0,1 1-1 0 0,0 1 4 0 0,1 0-1 0 0,-1-1 0 0 0,2 1 0 0 0,-1 0 1 0 0,-1 0-1 0 0,2 0 0 0 0,1 1 0 0 0,68-3 75 0 0,-60 3-55 0 0,0 0 1 0 0,19 5-1 0 0,0-1 14 0 0,43 11 84 0 0,-50-11-86 0 0,-21-3-27 0 0,2-1 1 0 0,0 1-1 0 0,-1-2 1 0 0,0 1-1 0 0,7 0 1 0 0,-8-1-2 0 0,3 1-1 0 0,-2-1 1 0 0,1 2 0 0 0,-1-1-1 0 0,8 3 1 0 0,7 2 30 0 0,36 2 50 0 0,-21-4-49 0 0,-14-1-24 0 0,3 0 55 0 0,34 10-1 0 0,-44-10-47 0 0,0 0 1 0 0,-1-1-1 0 0,2-1 1 0 0,23 1 0 0 0,-32-1-10 0 0,0 0 0 0 0,1 1 0 0 0,-1-1 1 0 0,1 1-1 0 0,-2-1 0 0 0,2 1 0 0 0,-1 1 1 0 0,0-1-1 0 0,0 2 0 0 0,-1-2 0 0 0,1 1 1 0 0,6 7-1 0 0,7 2 9 0 0,3 2 5 0 0,-21-14-26 0 0,-11 5 30 0 0,-98-8 122 0 0,-81 3 69 0 0,155 3-131 0 0,-46 8 0 0 0,71-9-71 0 0,-2 1 0 0 0,1 0 0 0 0,1 0 1 0 0,-1 1-1 0 0,0 2 0 0 0,1-2 0 0 0,0 2 0 0 0,-10 6 1 0 0,13-7-8 0 0,1 0 1 0 0,-1 1 0 0 0,3-1 0 0 0,-2 1 0 0 0,1 1 0 0 0,-7 7 0 0 0,10-9-6 0 0,0-1 0 0 0,-1 1 0 0 0,1-1 0 0 0,1 2 0 0 0,-2-2 0 0 0,2 1 0 0 0,0 1 0 0 0,0-2 0 0 0,1 2 0 0 0,-1-2 0 0 0,1 7 0 0 0,1 2-7 0 0,-1 0 0 0 0,2 1 0 0 0,1-2 0 0 0,4 18 0 0 0,21 50 0 0 0,-7-22 0 0 0,-7-21 0 0 0,3-2 0 0 0,27 47 0 0 0,3 5 0 0 0,24 42 0 0 0,-20-36 0 0 0,17 38 0 0 0,-19-21 0 0 0,30 62 0 0 0,-9-30 0 0 0,-31-71 0 0 0,82 111 0 0 0,-67-114 0 0 0,94 91 0 0 0,-145-157 0 0 0,19 20 0 0 0,0-3 0 0 0,39 27 0 0 0,74 47 0 0 0,-66-45 0 0 0,50 32 0 0 0,-94-65 0 0 0,27 26 0 0 0,21 11 0 0 0,-37-31 0 0 0,28 18 0 0 0,-55-33 0 0 0,-6-6 0 0 0,-1 1 0 0 0,0 1 0 0 0,1-2 0 0 0,-2 1 0 0 0,1 1 0 0 0,1-1 0 0 0,0 2 0 0 0,2 3 0 0 0,0-1 0 0 0,-1 1 0 0 0,1 0 0 0 0,4 8 0 0 0,13 17 0 0 0,3-6 0 0 0,-21-23 0 0 0,-2 0 0 0 0,2 0 0 0 0,1 0 0 0 0,-2-1 0 0 0,0 1 0 0 0,1-1 0 0 0,0 1 0 0 0,-1-1 0 0 0,8 0 0 0 0,-1 1 0 0 0,1-1 0 0 0,14 1 0 0 0,-22-3 0 0 0,1 1 0 0 0,-1-1 0 0 0,0 0 0 0 0,0 1 0 0 0,0-1 0 0 0,1-1 0 0 0,-1 2 0 0 0,0-3 0 0 0,0 2 0 0 0,4-3 0 0 0,3-1 0 0 0,-9 4 0 0 0,-3 1 0 0 0,-16-8 0 0 0,0 2 0 0 0,-30-5 0 0 0,30 7 0 0 0,-26-9-113 0 0,1 0 0 0 0,1-2 0 0 0,-54-29 0 0 0,-30-27-308 0 0,46 19 226 0 0,-17-18-1616 0 0,-124-117 0 0 0,128 104 767 0 0,-79-77-1014 0 0,131 111 910 0 0,-55-90 0 0 0,10 13-173 0 0,-47-55-717 0 0,102 130 906 0 0,-48-98 0 0 0,37 50 206 0 0,-8-20-354 0 0,-1 23 1765 0 0,50 94-469 0 0,0 0 1 0 0,-1-1 0 0 0,0 1 0 0 0,1-1-1 0 0,-1 2 1 0 0,0-2 0 0 0,0 1 0 0 0,1 1-1 0 0,-5-5 1 0 0,6 6-15 0 0,0 0 1 0 0,-1 0-1 0 0,1 0 1 0 0,0 1-1 0 0,0-1 0 0 0,0 0 1 0 0,0 0-1 0 0,-1 0 0 0 0,1 0 1 0 0,0 0-1 0 0,0 0 0 0 0,0 1 1 0 0,0-1-1 0 0,-1 0 0 0 0,1 0 1 0 0,0 0-1 0 0,0 1 1 0 0,0-1-1 0 0,0 0 0 0 0,0 0 1 0 0,0 0-1 0 0,0 1 0 0 0,0-1 1 0 0,0 0-1 0 0,0 0 0 0 0,0 0 1 0 0,0 1-1 0 0,0-1 0 0 0,0 0 1 0 0,0 0-1 0 0,0 1 1 0 0,0-1-1 0 0,0 0 0 0 0,0 0 1 0 0,0 0-1 0 0,0 0 0 0 0,0 9 86 0 0,3 9 139 0 0,3 0 1 0 0,-1-1 0 0 0,15 29-1 0 0,30 48 983 0 0,-41-78-1135 0 0,24 41 439 0 0,43 76 840 0 0,67 80 979 0 0,-142-211-2301 0 0,1 1-3 0 0,-1-1 0 0 0,1 1-1 0 0,0 0 1 0 0,0-1 0 0 0,3 3 0 0 0,-12-26 146 0 0,0 7-92 0 0,-8-21 0 0 0,3 4-255 0 0,-61-151-588 0 0,54 138 396 0 0,-22-77-1 0 0,41 117 352 0 0,-6-22-113 0 0,5 24 119 0 0,1 0 0 0 0,-1 1 0 0 0,1-1 0 0 0,0 1-1 0 0,0-1 1 0 0,0 0 0 0 0,0 1 0 0 0,1-2 0 0 0,-1 1-1 0 0,0 0 1 0 0,1-1 0 0 0,-1 3 7 0 0,0 0 0 0 0,0 0 1 0 0,0 0-1 0 0,0 0 0 0 0,0 0 0 0 0,0-2 0 0 0,0 2 1 0 0,0 0-1 0 0,1 0 0 0 0,-1 0 0 0 0,0-1 0 0 0,0 1 0 0 0,0 0 1 0 0,1 0-1 0 0,-1 0 0 0 0,0 0 0 0 0,0 0 0 0 0,0 0 1 0 0,1 0-1 0 0,-1 0 0 0 0,0 0 0 0 0,0 0 0 0 0,0 0 0 0 0,0 0 1 0 0,0 0-1 0 0,0 0 0 0 0,2 0 0 0 0,-2 0 0 0 0,0 0 1 0 0,0 0-1 0 0,1 0 0 0 0,-1 0 0 0 0,0 0 0 0 0,0 0 1 0 0,6 6 13 0 0,1 10 7 0 0,-1 21 221 0 0,-6-35-242 0 0,1-1 0 0 0,1 2 0 0 0,-1-1 0 0 0,-1-1 0 0 0,5 2 34 0 0,-2 0 1 0 0,1-1-1 0 0,1 0 1 0 0,5 4-1 0 0,-4-3 10 0 0,50 27 370 0 0,-18-7-160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2T16:41:07.442"/>
    </inkml:context>
    <inkml:brush xml:id="br0">
      <inkml:brushProperty name="width" value="0.35" units="cm"/>
      <inkml:brushProperty name="height" value="0.35" units="cm"/>
      <inkml:brushProperty name="color" value="#10B981"/>
    </inkml:brush>
  </inkml:definitions>
  <inkml:trace contextRef="#ctx0" brushRef="#br0">149 2636 4915 0 0,'3'3'44'0'0,"0"0"0"0"0,0-1-1 0 0,0 1 1 0 0,0-2 0 0 0,0 2 0 0 0,4 1-1 0 0,-2-2 11 0 0,-1 2-25 0 0,-4-4-20 0 0,1 0 1 0 0,0 2-1 0 0,0-1 1 0 0,-1-1-1 0 0,1 0 1 0 0,0 0-1 0 0,0 1 1 0 0,-1 0-1 0 0,2-1 1 0 0,-1 0-1 0 0,-1 1 1 0 0,1-1-1 0 0,0 0 1 0 0,0 0-1 0 0,2 0 1 0 0,-3-1-10 0 0,2 0 0 0 0,-1 0 18 0 0,0 1 1 0 0,2 0-1 0 0,-2 0 0 0 0,0 0 1 0 0,0-1-1 0 0,2 1 1 0 0,-2 0-1 0 0,0 0 0 0 0,0 0 1 0 0,1 0-1 0 0,2 1 1 0 0,11-1 120 0 0,-13 0-137 0 0,7-3 168 0 0,0 1-1 0 0,18-7 1 0 0,5 0 175 0 0,-27 8-278 0 0,1-1 1 0 0,-1 1 0 0 0,0-1-1 0 0,0 0 1 0 0,7-3 0 0 0,-3-1 51 0 0,-7 6-98 0 0,0-1 0 0 0,-1 0 0 0 0,0 1 0 0 0,1 0 0 0 0,-1-1 0 0 0,1 0 0 0 0,-1 0 0 0 0,0 0 1 0 0,0-1-1 0 0,0 2 0 0 0,0-1 0 0 0,1-1 0 0 0,-2 2 0 0 0,1-2 0 0 0,0 1 0 0 0,0-1 0 0 0,-1 1 0 0 0,1 0 0 0 0,1-2 0 0 0,1-9 89 0 0,1 3 0 0 0,11-20 0 0 0,19-45-71 0 0,-24 49 11 0 0,22-37-1 0 0,38-59 408 0 0,-64 111-452 0 0,0-1 1 0 0,-1 0-1 0 0,-1-1 1 0 0,4-11-1 0 0,-5 14-37 0 0,1-1 0 0 0,7-14-1 0 0,-7 16 7 0 0,-1-1 0 0 0,2 1-1 0 0,1-13 1 0 0,-2 7-46 0 0,11-26 1 0 0,-5 14 28 0 0,-26 52 225 0 0,-7 25 488 0 0,-16 57-1 0 0,-29 90 883 0 0,43-128-919 0 0,21-60-486 0 0,-1 0-1 0 0,1 0 0 0 0,-2-1 0 0 0,-12 15 1 0 0,0-4 35 0 0,17-19-182 0 0,1 1 0 0 0,0 3 57 0 0,-1-2 0 0 0,1 2 0 0 0,-1-1 1 0 0,0 0-1 0 0,-1-1 0 0 0,-1 7 0 0 0,1-3-14 0 0,-15 13 252 0 0,12-12-267 0 0,4-5 5 0 0,-1 0 1 0 0,1 0-1 0 0,-1-1 1 0 0,0 1-1 0 0,0-1 0 0 0,0 1 1 0 0,-5 3-1 0 0,4-2 54 0 0,-1 1-1 0 0,1-1 1 0 0,-1 0 0 0 0,0 8 0 0 0,1-11-78 0 0,28-9 310 0 0,-6-1-205 0 0,-12 6-11 0 0,0 1 0 0 0,0-1 1 0 0,-1-1-1 0 0,1 1 0 0 0,-1 0 0 0 0,9-9 0 0 0,-12 11-69 0 0,0-2-1 0 0,1 2 1 0 0,-1-1-1 0 0,0 2 1 0 0,0-1-1 0 0,1 0 1 0 0,-1 0-1 0 0,1 0 1 0 0,-1 0-1 0 0,7 1 1 0 0,10-2 65 0 0,119-27 1106 0 0,-52 7-500 0 0,-61 13-427 0 0,-13 5-136 0 0,0-1-1 0 0,-1 0 0 0 0,0-1 1 0 0,0-1-1 0 0,19-14 0 0 0,-22 17-26 0 0,0-1 0 0 0,1-1-1 0 0,-1 2 1 0 0,2 0-1 0 0,14-4 1 0 0,-12 5 48 0 0,-2-1 0 0 0,1 0 0 0 0,17-10 0 0 0,29-17 335 0 0,-34 20-152 0 0,-2-2 1 0 0,26-17-1 0 0,-32 20-7 0 0,28-15 0 0 0,-12 8-46 0 0,-31 15-293 0 0,16-8 76 0 0,28-12 0 0 0,-35 18-76 0 0,1-2 0 0 0,-1 0 0 0 0,11-7 0 0 0,18-12 0 0 0,-33 22 0 0 0,0 0 0 0 0,0-2 0 0 0,0 1 0 0 0,0 0 0 0 0,0-1 0 0 0,-2 1 0 0 0,1-1 0 0 0,1 0 0 0 0,-2-1 0 0 0,5-7 0 0 0,2-3-41 0 0,-9 12 21 0 0,0 0 0 0 0,2 0 1 0 0,-2 0-1 0 0,-1 0 1 0 0,2-1-1 0 0,0-7 0 0 0,11-46-515 0 0,-13 53 475 0 0,0 0 0 0 0,-1 0 0 0 0,0-1 0 0 0,0-8-1 0 0,1-15-173 0 0,13-26-450 0 0,-11 44 517 0 0,0 1 0 0 0,1-1 0 0 0,9-14 0 0 0,2-4-10 0 0,9-20-124 0 0,-3 10 74 0 0,8-18-193 0 0,-22 41 296 0 0,2-1-1 0 0,10-15 1 0 0,-7 6-30 0 0,-9 17 94 0 0,6-13-217 0 0,20-32 0 0 0,-20 37 141 0 0,16-35-245 0 0,-10 15 71 0 0,-7 24 137 0 0,-1 0 0 0 0,14-19-1 0 0,8-5 232 0 0,4-9-41 0 0,-26 35-82 0 0,-1 0 0 0 0,0-2 1 0 0,0 2-1 0 0,-2-2 0 0 0,1 0 0 0 0,-1 1 1 0 0,3-16-1 0 0,4-16-221 0 0,-7 25 234 0 0,8-15-226 0 0,-7 20 128 0 0,-1 0 0 0 0,0-1 0 0 0,3-27 0 0 0,21-107-739 0 0,-21 119 623 0 0,-3 19 175 0 0,-1-2 0 0 0,0 0 0 0 0,-2 2 1 0 0,1-16-1 0 0,-1-5-128 0 0,0 9-12 0 0,-5-34 1 0 0,-5-60-510 0 0,5 11 120 0 0,7 62 300 0 0,-3 38 270 0 0,1 0 0 0 0,-1-1 0 0 0,1 1 0 0 0,1 0 0 0 0,-2 1 0 0 0,2-2 0 0 0,0 1 0 0 0,0 1 0 0 0,4-7 0 0 0,25-48-459 0 0,-22 48 481 0 0,-8 10 21 0 0,-1 1 1 0 0,1 0-1 0 0,0 0 1 0 0,0 1-1 0 0,-1-2 0 0 0,1 1 1 0 0,0 0-1 0 0,0-1 1 0 0,-1 2-1 0 0,0-2 0 0 0,0 1 1 0 0,0 0-1 0 0,1 0 0 0 0,-1-1 1 0 0,0 1-1 0 0,0-2 1 0 0,-7-66-454 0 0,11 58 432 0 0,-3 9 22 0 0,0 1 1 0 0,-1 1-1 0 0,0-1 0 0 0,0 0 0 0 0,1 0 0 0 0,-1 0 0 0 0,1 0 0 0 0,-1 0 0 0 0,1-1 0 0 0,-1 1 0 0 0,0 1 0 0 0,0-2 0 0 0,0 1 1 0 0,0 1-1 0 0,0-3 0 0 0,0 3 0 0 0,0-1 0 0 0,0-1 0 0 0,-1 0 0 0 0,0-3 43 0 0,0 2 0 0 0,1-3-1 0 0,0 2 1 0 0,0 0 0 0 0,0-1 0 0 0,0-6-1 0 0,1-5-43 0 0,-1 1-19 0 0,-1 11 10 0 0,1 0-1 0 0,0-1 1 0 0,0 2 0 0 0,0-2 0 0 0,0 1-1 0 0,1 0 1 0 0,0 0 0 0 0,0-1-1 0 0,2-3 1 0 0,5 53 309 0 0,11 71 585 0 0,6 69 364 0 0,-24-47-317 0 0,-12-16-203 0 0,9-26-69 0 0,2-85-539 0 0,0-11-107 0 0,0 1 3 0 0,0-1 0 0 0,0 1 0 0 0,0-1 0 0 0,0 1 0 0 0,0 0 0 0 0,0 0 0 0 0,0-1 1 0 0,0 1-1 0 0,0 0 0 0 0,-1-1 0 0 0,1 0 0 0 0,0 1 0 0 0,-1 0 0 0 0,0 0 0 0 0,0-19 125 0 0,2 3-162 0 0,4-25 0 0 0,-1 17-5 0 0,3-55-556 0 0,-3-96 0 0 0,-2 158 516 0 0,-2 1-55 0 0,-3-28 0 0 0,-27-88-567 0 0,29 127 677 0 0,1 1 1 0 0,-1-1-1 0 0,1 1 0 0 0,0-2 1 0 0,1-3-1 0 0,-2-16-95 0 0,0-1 14 0 0,2 22 83 0 0,-1 0 0 0 0,1 0 1 0 0,0 0-1 0 0,0 0 0 0 0,1-5 1 0 0,0 7 4 0 0,-1-1 0 0 0,-1 0 0 0 0,1 0 0 0 0,0 1 1 0 0,-1-1-1 0 0,0 1 0 0 0,1-1 0 0 0,-1 0 1 0 0,1 0-1 0 0,-1 0 0 0 0,0 0 0 0 0,0 0 0 0 0,0 0 1 0 0,0 1-1 0 0,-1-2 0 0 0,1 2 0 0 0,-1-1 0 0 0,1 0 1 0 0,0 0-1 0 0,-2-3 0 0 0,-10-16-88 0 0,11 20 91 0 0,1 1 1 0 0,0 0-1 0 0,-2 0 1 0 0,2 0-1 0 0,-1 0 1 0 0,1 0-1 0 0,-1 0 1 0 0,1-1-1 0 0,-1 1 1 0 0,0 0-1 0 0,1 0 1 0 0,0 0-1 0 0,-1 0 1 0 0,-1 1-1 0 0,-3-1 40 0 0,0 0 0 0 0,-1 1 1 0 0,1 0-1 0 0,0 0 0 0 0,0 2 0 0 0,1-2 0 0 0,-5 3 1 0 0,-23 7 112 0 0,7-5 195 0 0,-41 16 0 0 0,40-12-59 0 0,-33 8-1 0 0,-41 9 448 0 0,-16 4 37 0 0,103-28-653 0 0,0 0 1 0 0,1 1-1 0 0,-1 0 0 0 0,1 1 0 0 0,1 1 0 0 0,-1 0 1 0 0,1 1-1 0 0,0-1 0 0 0,1 2 0 0 0,-17 15 1 0 0,-17 14 199 0 0,-51 50 705 0 0,72-66-769 0 0,14-14-134 0 0,1 0 0 0 0,-8 10 0 0 0,6-6 33 0 0,0-1 0 0 0,-1 0 0 0 0,-20 13 0 0 0,25-18-136 0 0,-76 62 812 0 0,62-50-587 0 0,17-14-194 0 0,-1 0 0 0 0,0 1-1 0 0,0-2 1 0 0,0 0 0 0 0,0 2 0 0 0,-9 2-1 0 0,-3 1 118 0 0,0-2 0 0 0,-23 4-1 0 0,35-7-112 0 0,-1-1 0 0 0,1 2 0 0 0,-1-2-1 0 0,0 2 1 0 0,1-1 0 0 0,-7 6 0 0 0,-1-1 85 0 0,8-5-95 0 0,1 0 0 0 0,0 1 0 0 0,0 0 0 0 0,0-1 0 0 0,-1 2 0 0 0,2-2 0 0 0,-1 2 0 0 0,0-1 0 0 0,-3 6 0 0 0,4-5 4 0 0,0 0 0 0 0,-2 0 0 0 0,2-1 0 0 0,-6 5 0 0 0,-18 17 198 0 0,15-13-4 0 0,-21 14 0 0 0,-16 9 11 0 0,-54 42 496 0 0,62-36-742 0 0,18-21 0 0 0,16-15 0 0 0,2 1 0 0 0,-2-1 0 0 0,0 1 0 0 0,-6 10 0 0 0,-8 16 0 0 0,-7 13 0 0 0,21-35 0 0 0,-1 2 0 0 0,-13 14 0 0 0,-6 9 0 0 0,6-4 0 0 0,12-19 0 0 0,-1 1 0 0 0,-11 24 0 0 0,15-26 0 0 0,0-2 0 0 0,-1 0 0 0 0,0 0 0 0 0,0-1 0 0 0,-14 16 0 0 0,10-11 0 0 0,-5 2 0 0 0,10-10 0 0 0,0 0 0 0 0,0 1 0 0 0,1 0 0 0 0,0 0 0 0 0,-5 7 0 0 0,-47 94 0 0 0,-52 100 0 0 0,73-123 0 0 0,24-60 0 0 0,-14 42 0 0 0,9-3 0 0 0,0 28 0 0 0,12-71 0 0 0,1-12 0 0 0,1 2 0 0 0,1 0 0 0 0,-1 9 0 0 0,-5 98 0 0 0,1-82 0 0 0,1 31 0 0 0,5-65 0 0 0,0-1 0 0 0,0 0 0 0 0,0 1 0 0 0,0-1 0 0 0,0 1 0 0 0,0-1 0 0 0,0 0 0 0 0,0 1 0 0 0,1-1 0 0 0,-1 1 0 0 0,0-1 0 0 0,0 0 0 0 0,0 1 0 0 0,1-1 0 0 0,-1 0 0 0 0,0 0 0 0 0,0 0 0 0 0,0 0 0 0 0,0 1 0 0 0,0-1 0 0 0,2 0 0 0 0,-2 0 0 0 0,0 1 0 0 0,1-1 0 0 0,-1 0 0 0 0,0 0 0 0 0,0 0 0 0 0,1 1 0 0 0,12-1 0 0 0,10-5 0 0 0,-17 0-40 0 0,0 2 1 0 0,1-2-1 0 0,-1 0 1 0 0,0 0-1 0 0,8-10 1 0 0,25-32-367 0 0,-13 13 268 0 0,35-41-679 0 0,39-45 88 0 0,-35 58 876 0 0,-56 53-133 0 0,-9 7-11 0 0,2 1 0 0 0,-1 0-1 0 0,0 0 1 0 0,0 1-1 0 0,0-2 1 0 0,0 1-1 0 0,1 1 1 0 0,-1-2 0 0 0,0 2-1 0 0,0-1 1 0 0,0 1-1 0 0,1-1 1 0 0,-1 1-1 0 0,1-1 1 0 0,-1 1-1 0 0,0-1 1 0 0,1 1 0 0 0,-1 0-1 0 0,1 0 1 0 0,-1 0-1 0 0,0 0 1 0 0,3 0-1 0 0,3-1 8 0 0,-1 1-1 0 0,2 1 0 0 0,-1-1 0 0 0,-1 1 1 0 0,1 1-1 0 0,0-2 0 0 0,0 3 0 0 0,0-1 1 0 0,-1 0-1 0 0,8 4 0 0 0,-5-2 10 0 0,0 1-1 0 0,-1 1 0 0 0,-1-2 1 0 0,3 2-1 0 0,-3 0 0 0 0,0 1 1 0 0,0 0-1 0 0,0 0 0 0 0,-1-1 1 0 0,0 2-1 0 0,9 15 0 0 0,-14-20-14 0 0,0 0-1 0 0,1 0 1 0 0,-2 0 0 0 0,1 0-1 0 0,-1 1 1 0 0,1-2-1 0 0,-1 1 1 0 0,0 1-1 0 0,0 3 1 0 0,-5 31 38 0 0,1-12-2 0 0,-10 118 142 0 0,-9 11 5 0 0,20-137-169 0 0,-2 12 58 0 0,-1 56-1 0 0,6-86-74 0 0,0 0-1 0 0,0 1 1 0 0,0-1-1 0 0,0 1 1 0 0,0 0-1 0 0,1 0 1 0 0,-1-1-1 0 0,0 1 1 0 0,0 0-1 0 0,0-1 1 0 0,1 0-1 0 0,-1 1 1 0 0,0-1-1 0 0,0 1 1 0 0,0-1-1 0 0,1 1 1 0 0,-1-1-1 0 0,0 0 1 0 0,2 0-1 0 0,-2 1 1 0 0,0-1-1 0 0,1 2 1 0 0,-1-2-1 0 0,1 0 1 0 0,0 1 1 0 0,0-1 1 0 0,1 1-1 0 0,-1-1 1 0 0,1 1 0 0 0,-2-1-1 0 0,2 0 1 0 0,-1 0-1 0 0,1 0 1 0 0,-1 0-1 0 0,3 0 1 0 0,0-1 5 0 0,1 0-1 0 0,1 0 1 0 0,-3 1 0 0 0,2-3 0 0 0,4 0 0 0 0,-3 0 10 0 0,-1 0 1 0 0,1 0-1 0 0,8-9 0 0 0,6-2 6 0 0,-7 4 30 0 0,1-1 0 0 0,20-20-1 0 0,-20 17-134 0 0,25-18-1 0 0,47-35-50 0 0,-21 16-118 0 0,-26 23 137 0 0,-23 18 139 0 0,0-1 1 0 0,-1-2-1 0 0,14-13 1 0 0,-7 4 1 0 0,18-21 32 0 0,-24 25-33 0 0,2 1 0 0 0,22-19 1 0 0,-21 19-161 0 0,30-31 1 0 0,-24 20 162 0 0,-15 17-62 0 0,1-1 0 0 0,0 0 0 0 0,9-19 0 0 0,-13 21-133 0 0,0-1 0 0 0,10-9 0 0 0,-9 9-31 0 0,0 1 1 0 0,7-12-1 0 0,5-4 6 0 0,-7 5 231 0 0,2-7-180 0 0,42-109-944 0 0,-35 85 754 0 0,-4 10 31 0 0,16-36-347 0 0,-32 71 596 0 0,1 1 0 0 0,7-14 0 0 0,-6 14-4 0 0,-1 1 0 0 0,0-1 0 0 0,4-11 0 0 0,-4 8-30 0 0,0-1 0 0 0,0 1 0 0 0,2 1 0 0 0,-1 0 0 0 0,8-10 0 0 0,32-38-206 0 0,-26 34 158 0 0,-16 19 78 0 0,5-6 43 0 0,-1 2 1 0 0,0-2 0 0 0,9-16 0 0 0,-4 0-75 0 0,-7 13 2 0 0,2 0-1 0 0,11-20 1 0 0,-15 29 69 0 0,0-1 1 0 0,1 0-1 0 0,-2 0 0 0 0,0 0 1 0 0,1 1-1 0 0,0-2 0 0 0,-1 1 1 0 0,-1 0-1 0 0,1-5 1 0 0,0-5-123 0 0,-2-20 0 0 0,0 8 26 0 0,2 14 23 0 0,1 0 0 0 0,0 0 0 0 0,0 1 0 0 0,0-1 0 0 0,2 0 0 0 0,5-13 0 0 0,-3 12-32 0 0,-2-1-1 0 0,0 0 1 0 0,3-25 0 0 0,-7 34 84 0 0,2-1-1 0 0,-1 0 1 0 0,-1 0 0 0 0,0 0-1 0 0,0 0 1 0 0,-3-10-1 0 0,0 3-57 0 0,2 1-1 0 0,0 0 0 0 0,1-1 1 0 0,0 1-1 0 0,3-26 0 0 0,3 6-231 0 0,0-56-1 0 0,-6 63 147 0 0,2-1 0 0 0,2 1-1 0 0,5-26 1 0 0,-6 19 8 0 0,-3 27 128 0 0,0 0 0 0 0,1 0 0 0 0,-1 0 0 0 0,1 0 0 0 0,1 0 1 0 0,1-9-1 0 0,7-21-181 0 0,-8 30 186 0 0,0-1 0 0 0,-1 0 0 0 0,0 1 0 0 0,0-1 0 0 0,-1 0 0 0 0,0 0 0 0 0,0 0 0 0 0,0 0 0 0 0,-1 0-1 0 0,0-1 1 0 0,-1-4 0 0 0,2 10 36 0 0,0 1-1 0 0,0-1 1 0 0,0 1-1 0 0,0 0 1 0 0,0-1-1 0 0,-1 1 1 0 0,1-1 0 0 0,0 1-1 0 0,0 0 1 0 0,-1 0-1 0 0,1-1 1 0 0,0 1-1 0 0,-1 0 1 0 0,1-1-1 0 0,0 1 1 0 0,-1 0-1 0 0,1-1 1 0 0,0 1-1 0 0,0 0 1 0 0,0 0-1 0 0,-1 0 1 0 0,1 0 0 0 0,-1 0-1 0 0,1 0 1 0 0,-1 0-1 0 0,1-1 1 0 0,-1 1-1 0 0,1 0 1 0 0,-1 0-1 0 0,1 0 1 0 0,-1 0-1 0 0,1 0 1 0 0,0 0-1 0 0,-16 7-57 0 0,13-6 57 0 0,-7 4 126 0 0,-2 1 1 0 0,1 0-1 0 0,-13 2 0 0 0,19-6-110 0 0,-8 2 97 0 0,1 0 0 0 0,-1 0 0 0 0,-13 0 0 0 0,17-2-22 0 0,-1 1 0 0 0,1-1 1 0 0,-18 8-1 0 0,12-4-11 0 0,-84 38 759 0 0,83-34-712 0 0,1 0 0 0 0,0 2 1 0 0,1 0-1 0 0,-13 14 0 0 0,-4 1 182 0 0,-100 95 1105 0 0,103-101-1211 0 0,19-16-122 0 0,2 1 0 0 0,0-1 0 0 0,-1 2 0 0 0,-8 10 0 0 0,16-17-78 0 0,0 0-1 0 0,0 0 0 0 0,0 0 0 0 0,0 1 1 0 0,0-1-1 0 0,-1 0 0 0 0,1 0 1 0 0,0 0-1 0 0,0 0 0 0 0,0 0 1 0 0,0 0-1 0 0,0 0 0 0 0,0 0 1 0 0,0 0-1 0 0,0 0 0 0 0,0 0 1 0 0,0 0-1 0 0,0 1 0 0 0,0-1 1 0 0,0 0-1 0 0,0 0 0 0 0,0 0 1 0 0,0 0-1 0 0,0 0 0 0 0,-1 0 1 0 0,1 0-1 0 0,0 0 0 0 0,0 1 1 0 0,0-1-1 0 0,0 0 0 0 0,0 0 1 0 0,0 0-1 0 0,1 0 0 0 0,-1 0 1 0 0,0 0-1 0 0,0 0 0 0 0,0 0 1 0 0,0 1-1 0 0,0-1 0 0 0,0 0 1 0 0,0 0-1 0 0,0 0 0 0 0,0 0 1 0 0,0 0-1 0 0,0 0 0 0 0,0 0 1 0 0,0 0-1 0 0,0 0 0 0 0,0 0 1 0 0,0 0-1 0 0,1 0 0 0 0,-1 0 0 0 0,0 0 1 0 0,0 0-1 0 0,0 0 0 0 0,0 0 1 0 0,0 0-1 0 0,0 0 0 0 0,0 0 1 0 0,0 0-1 0 0,0 0 0 0 0,0 0 1 0 0,0 0-1 0 0,10-1 52 0 0,15-9 84 0 0,-20 8-106 0 0,14-7 239 0 0,34-19 0 0 0,-33 16-2 0 0,32-15 1 0 0,-18 13-35 0 0,134-52 955 0 0,-149 60-1034 0 0,-1-1 0 0 0,-2-1 0 0 0,25-15 0 0 0,8-2 296 0 0,-34 17-255 0 0,-1 1-1 0 0,19-14 1 0 0,-29 19-161 0 0,-1-1-1 0 0,2 1 0 0 0,-2 0 1 0 0,1 0-1 0 0,-1 0 1 0 0,2 0-1 0 0,-1 1 1 0 0,-1-1-1 0 0,9-1 1 0 0,-9 3-9 0 0,0 0 1 0 0,0 0-1 0 0,0 0 0 0 0,-1 0 1 0 0,2 0-1 0 0,-2 2 1 0 0,1-1-1 0 0,0-1 0 0 0,0 1 1 0 0,0 0-1 0 0,0 0 1 0 0,0 0-1 0 0,-1 0 1 0 0,5 3-1 0 0,0 2 62 0 0,-1-1 1 0 0,10 10-1 0 0,-12-11-43 0 0,-1-1-1 0 0,1 1 1 0 0,0-1-1 0 0,-1 0 1 0 0,2 1 0 0 0,-1-2-1 0 0,0 0 1 0 0,1 1-1 0 0,-1-1 1 0 0,1 1 0 0 0,6 0-1 0 0,-11-2-36 0 0,1-1-1 0 0,-1 0 0 0 0,1 0 0 0 0,-1 0 1 0 0,0 0-1 0 0,0 0 0 0 0,1 0 0 0 0,-1 0 1 0 0,1-1-1 0 0,-1 1 0 0 0,2 0 0 0 0,-2 0 1 0 0,0 0-1 0 0,0 0 0 0 0,1 0 1 0 0,-1 0-1 0 0,1 0 0 0 0,-1-1 0 0 0,1 1 1 0 0,-1 0-1 0 0,0-1 0 0 0,0 1 0 0 0,0 0 1 0 0,1-1-1 0 0,4-12 110 0 0,-3-20-153 0 0,-2 28-45 0 0,-3-64-443 0 0,2 61 397 0 0,0-1 1 0 0,0 1-1 0 0,-1 0 1 0 0,1-1-1 0 0,-5-9 1 0 0,5 13 67 0 0,-1 0 0 0 0,-1 0 0 0 0,2 0-1 0 0,-1 0 1 0 0,-2 1 0 0 0,2-1 0 0 0,-2 1 0 0 0,1-1 0 0 0,-6-4 0 0 0,6 8 64 0 0,2-2 0 0 0,-2 3 1 0 0,1-2-1 0 0,-2 1 1 0 0,2 0-1 0 0,-1 0 1 0 0,0 0-1 0 0,1 0 1 0 0,-2 0-1 0 0,2 0 1 0 0,-1 1-1 0 0,0 0 1 0 0,1-1-1 0 0,-6 2 1 0 0,-6-1 24 0 0,-24 6 1 0 0,20-4-4 0 0,-16 2 19 0 0,5-1 15 0 0,0 1 1 0 0,-44 12 0 0 0,65-14-47 0 0,0 1-1 0 0,0 1 1 0 0,-1-1 0 0 0,2 2-1 0 0,-1-2 1 0 0,1 2 0 0 0,0 0-1 0 0,0 1 1 0 0,0-1 0 0 0,1 1-1 0 0,0-1 1 0 0,-11 15 0 0 0,14-14-7 0 0,-28 36 121 0 0,-46 49 1 0 0,53-69-64 0 0,-1 0 1 0 0,-2-1 0 0 0,-30 20 0 0 0,-94 47 181 0 0,116-68-185 0 0,-16 8 8 0 0,-8 3 65 0 0,2 3 0 0 0,-58 45 1 0 0,93-61-82 0 0,-71 60 101 0 0,76-62-109 0 0,1 0 1 0 0,1 1-1 0 0,-16 23 1 0 0,-42 51 132 0 0,72-89-179 0 0,-229 364 174 0 0,143-170-174 0 0,54-117 0 0 0,19-41 0 0 0,-18 74 0 0 0,20-52 0 0 0,11-58 0 0 0,1-1 0 0 0,0 0 0 0 0,-1 0 0 0 0,1-1 0 0 0,0 3 0 0 0,0-3 0 0 0,0 1 0 0 0,0 1 0 0 0,0-2 0 0 0,0 1 0 0 0,0 1 0 0 0,0-1 0 0 0,1 0 0 0 0,0 2 0 0 0,-1-3 0 0 0,1 0 0 0 0,-1 0 0 0 0,0 0 0 0 0,1 0 0 0 0,-1 0 0 0 0,0 0 0 0 0,1 0 0 0 0,-1 0 0 0 0,0 0 0 0 0,1 0 0 0 0,-1-1 0 0 0,0 1 0 0 0,0 0 0 0 0,0 0 0 0 0,0 0 0 0 0,1 0 0 0 0,-1-1 0 0 0,0 1 0 0 0,1 0 0 0 0,-1 0 0 0 0,0 0 0 0 0,0 0 0 0 0,1 0 0 0 0,-1 0 0 0 0,0-1 0 0 0,0 1 0 0 0,0 0 0 0 0,1 0 0 0 0,-1-1 0 0 0,8-9 0 0 0,-8 10 0 0 0,49-59-415 0 0,58-78-1133 0 0,110-212-2084 0 0,-211 339 3514 0 0,29-57-807 0 0,4 4-1 0 0,48-63 1 0 0,-61 93 596 0 0,6-9-490 0 0,75-71 0 0 0,-91 100 941 0 0,0 1 1 0 0,1 0-1 0 0,1 1 0 0 0,0 1 1 0 0,1 0-1 0 0,36-11 0 0 0,125-26 919 0 0,-98 27-636 0 0,27-7 223 0 0,-74 21-352 0 0,-23 5-205 0 0,0-2-1 0 0,-2 1 0 0 0,2-1 1 0 0,12-5-1 0 0,-2-2 132 0 0,-10 6-89 0 0,-2 0 0 0 0,20-12-1 0 0,-14 7-7 0 0,-12 6-86 0 0,-2-1 1 0 0,2 1-1 0 0,-2-2 1 0 0,0 2-1 0 0,0-1 0 0 0,1 0 1 0 0,-2 0-1 0 0,1 0 0 0 0,0-1 1 0 0,1-5-1 0 0,2-2-15 0 0,-5 6-87 0 0,-3 6 98 0 0,3 0-10 0 0,-1 1 0 0 0,0-1 1 0 0,1 1-1 0 0,-1-1 0 0 0,1 0 1 0 0,0 0-1 0 0,-1 1 1 0 0,1-1-1 0 0,-1 1 0 0 0,1-1 1 0 0,-1 1-1 0 0,1 0 0 0 0,0-1 1 0 0,-1 2-1 0 0,-18 45 192 0 0,7-20-61 0 0,-11 40 1 0 0,-1 19 287 0 0,-5-1 1 0 0,-55 115-1 0 0,-27 7 350 0 0,50-98-419 0 0,34-64-49 0 0,-49 63 1 0 0,-51 55 434 0 0,68-89-472 0 0,-38 56 257 0 0,-29 35 270 0 0,70-97-589 0 0,45-54-207 0 0,5-8 0 0 0,0 0 0 0 0,-6 11 0 0 0,12-17 0 0 0,0 1 0 0 0,0-1 0 0 0,0 0 0 0 0,-1 0 0 0 0,1 0 0 0 0,0 0 0 0 0,0 0 0 0 0,0 0 0 0 0,0 0 0 0 0,0 0 0 0 0,0 0 0 0 0,0 0 0 0 0,0 0 0 0 0,0 0 0 0 0,0 1 0 0 0,0-1 0 0 0,0 0 0 0 0,0 0 0 0 0,0 0 0 0 0,0 0 0 0 0,0 0 0 0 0,0 0 0 0 0,0 0 0 0 0,0 0 0 0 0,0 1 0 0 0,0-1 0 0 0,0 0 0 0 0,0 0 0 0 0,0 0 0 0 0,0 0 0 0 0,0 0 0 0 0,0 0 0 0 0,0 0 0 0 0,0 0 0 0 0,0 0 0 0 0,0 0 0 0 0,0 0 0 0 0,0 0 0 0 0,0 0 0 0 0,0 0 0 0 0,0 0 0 0 0,0 0 0 0 0,0 0 0 0 0,1 0 0 0 0,-1 0 0 0 0,0 0 0 0 0,0 0 0 0 0,0 0 0 0 0,0 0 0 0 0,0 0 0 0 0,0 0 0 0 0,0 0 0 0 0,0 1 0 0 0,1-1 0 0 0,5-1 0 0 0,7-5 0 0 0,-2-3-69 0 0,-1 2 0 0 0,17-17 0 0 0,-11 9-6 0 0,42-39-796 0 0,-3-3 1 0 0,52-69 0 0 0,80-136-1819 0 0,39-98-836 0 0,-175 264 2491 0 0,-23 43 460 0 0,7-6 128 0 0,5-8 122 0 0,-36 59 286 0 0,-1 1 1 0 0,0 0 0 0 0,-1 0 0 0 0,0 0 0 0 0,0-1 0 0 0,0 0-1 0 0,-2 1 1 0 0,1-1 0 0 0,0 1 0 0 0,-1-1 0 0 0,-1 1 0 0 0,-1-15 0 0 0,0-1-69 0 0,2 18 90 0 0,-1-1-1 0 0,1 2 1 0 0,-1-2 0 0 0,0 1 0 0 0,1 1 0 0 0,-5-8 0 0 0,3 8 0 0 0,2 2 15 0 0,0 1 1 0 0,0-1-1 0 0,-1 1 0 0 0,0 0 1 0 0,1 0-1 0 0,-1 0 1 0 0,0 0-1 0 0,1-1 0 0 0,-1 1 1 0 0,0 0-1 0 0,1 0 1 0 0,-1 0-1 0 0,0 0 0 0 0,-1 0 1 0 0,1 0-1 0 0,0 0 0 0 0,1 0 1 0 0,-2 1-1 0 0,1-1 1 0 0,1 1-1 0 0,-3-1 0 0 0,3 0 1 0 0,-2 1-1 0 0,1 0 1 0 0,0 0-1 0 0,-1-1 0 0 0,1 1 1 0 0,-1 0-1 0 0,1 0 1 0 0,-2-2-1 0 0,-5 4 55 0 0,1-1 0 0 0,-2-1 1 0 0,1 2-1 0 0,0-1 0 0 0,1 2 0 0 0,-1 0 1 0 0,-8 3-1 0 0,-53 29 510 0 0,55-26-424 0 0,-37 22 397 0 0,3 1 0 0 0,-52 48 0 0 0,65-55 16 0 0,-68 39 0 0 0,70-45-325 0 0,-31 13 374 0 0,46-23-431 0 0,0 0 0 0 0,2-1 0 0 0,0 2 1 0 0,-27 20-1 0 0,3 8 247 0 0,1 2 1 0 0,3 1-1 0 0,0 1 1 0 0,3 3-1 0 0,1 0 0 0 0,-32 67 1 0 0,-86 143 1566 0 0,144-249-1959 0 0,5-6-28 0 0,2-4-1 0 0,14-24-190 0 0,0 2 1 0 0,22-29-1 0 0,2-4-134 0 0,-25 39 120 0 0,183-287-2828 0 0,27 17 35 0 0,-202 264 2709 0 0,-8 8 266 0 0,0 2 0 0 0,2 1 0 0 0,-1-1 1 0 0,32-21-1 0 0,-45 36 38 0 0,1-1 0 0 0,-1 2 0 0 0,1-1 0 0 0,-1 0 0 0 0,1 0 0 0 0,0 1 1 0 0,0-2-1 0 0,0 2 0 0 0,-1-1 0 0 0,0 1 0 0 0,2 0 0 0 0,4 1 0 0 0,14-3 110 0 0,-6 0-77 0 0,-7 0 42 0 0,0 1 0 0 0,16-2 0 0 0,-1 8 108 0 0,-23-5-189 0 0,-1 0 1 0 0,1 0-1 0 0,0 0 1 0 0,0 0-1 0 0,0 0 1 0 0,1 0-1 0 0,-2 0 1 0 0,1 1-1 0 0,0-1 1 0 0,0 0-1 0 0,0 1 1 0 0,0-1-1 0 0,0 0 1 0 0,-1 1 0 0 0,1-1-1 0 0,0 0 1 0 0,0 1-1 0 0,0-1 1 0 0,-1 1-1 0 0,1 1 1 0 0,0-2-1 0 0,0 0 1 0 0,-1 1-1 0 0,0 0 1 0 0,2 0-1 0 0,-2 0 3 0 0,0 1 0 0 0,0-1 0 0 0,1 1-1 0 0,-1-2 1 0 0,0 1 0 0 0,0 1 0 0 0,-1-2 0 0 0,1 2-1 0 0,0-1 1 0 0,0 1 0 0 0,-1-1 0 0 0,1-1-1 0 0,0 2 1 0 0,-1-1 0 0 0,1-1 0 0 0,0 3 0 0 0,-1-3-1 0 0,0 1 1 0 0,-1 2 0 0 0,-9 16 188 0 0,-13 32 1 0 0,10-21-19 0 0,-139 236 1294 0 0,122-216-1210 0 0,-178 251 1515 0 0,180-266-1429 0 0,0-2-1 0 0,-49 44 1 0 0,71-71-302 0 0,5-4-27 0 0,0-1-1 0 0,0 1 1 0 0,0 0-1 0 0,0 0 1 0 0,0 0-1 0 0,0 0 1 0 0,-2 4-1 0 0,3-4-20 0 0,11-5 0 0 0,11-10 87 0 0,-1 1 183 0 0,25-12 0 0 0,-22 13-109 0 0,2-2 0 0 0,-3-1-1 0 0,31-21 1 0 0,57-58-1196 0 0,-107 89 971 0 0,27-23-490 0 0,-2-3 1 0 0,49-63-1 0 0,33-75-1112 0 0,-71 105 1038 0 0,-2 7-322 0 0,1 1 0 0 0,92-99 0 0 0,-124 148 1018 0 0,-1 0-8 0 0,0 1 0 0 0,0 1 0 0 0,0-1 0 0 0,1 0 0 0 0,10-4 1 0 0,-16 8-61 0 0,0 1 0 0 0,0 0 1 0 0,1 0-1 0 0,-1 0 0 0 0,0 0 1 0 0,0 0-1 0 0,2 0 0 0 0,-2-1 1 0 0,0 1-1 0 0,0 0 1 0 0,0 0-1 0 0,0 0 0 0 0,0 0 1 0 0,1 0-1 0 0,-1 0 0 0 0,0 0 1 0 0,1 0-1 0 0,-1 0 1 0 0,0 0-1 0 0,1 0 0 0 0,-1 1 1 0 0,0-1-1 0 0,0 0 0 0 0,0 0 1 0 0,0 0-1 0 0,0 0 1 0 0,1 0-1 0 0,-1 0 0 0 0,0 1 1 0 0,0-1-1 0 0,0 0 0 0 0,1 0 1 0 0,-1 0-1 0 0,0 0 1 0 0,2 11 61 0 0,-6 12 51 0 0,4-23-113 0 0,-6 16 103 0 0,0-1 0 0 0,1-1 0 0 0,-3 0 0 0 0,0 1 0 0 0,-10 12 0 0 0,8-12-8 0 0,-227 314 1779 0 0,102-171-883 0 0,18-22-216 0 0,-11 9 166 0 0,38-52-137 0 0,21-28-159 0 0,68-65-642 0 0,0 1 1 0 0,1 0 0 0 0,-1-1 0 0 0,1 1-1 0 0,0-1 1 0 0,-2 0 0 0 0,1 1-1 0 0,1-1 1 0 0,0 1 0 0 0,-1-1-1 0 0,0 0 1 0 0,0 0 0 0 0,1 1 0 0 0,0-1-1 0 0,-1 0 1 0 0,-1 0 0 0 0,2 0-1 0 0,0 0 1 0 0,-1 0 0 0 0,0 0-1 0 0,0 0 1 0 0,1 0 0 0 0,-1 0 0 0 0,1-1-1 0 0,-2 1 1 0 0,2 0 0 0 0,-1 0-1 0 0,1-1 1 0 0,-1 1 0 0 0,0 0-1 0 0,1-1 1 0 0,0 1 0 0 0,-1-1 0 0 0,0 1-1 0 0,1-1 1 0 0,-1 1 0 0 0,1-1-1 0 0,-1 1 1 0 0,0 0 0 0 0,1-1 0 0 0,-1 0-1 0 0,1 1 1 0 0,0-1 0 0 0,0 1-1 0 0,0 0 1 0 0,0-2 0 0 0,-1 1-1 0 0,1 1 1 0 0,0-1 0 0 0,0 0 0 0 0,-9-32 77 0 0,6 17-297 0 0,-3-1-1 0 0,-7-21 0 0 0,13 35 181 0 0,-1-1-1 0 0,0-1 1 0 0,0 1 0 0 0,1 1-1 0 0,0-1 1 0 0,0-1 0 0 0,0 2-1 0 0,1-2 1 0 0,-1 2-1 0 0,1-2 1 0 0,3-6 0 0 0,0-10-179 0 0,-1 5 51 0 0,1 0 0 0 0,1 0 0 0 0,7-15 0 0 0,-8 21 90 0 0,0-3-19 0 0,2 1-1 0 0,0 0 1 0 0,1-1 0 0 0,0 2 0 0 0,0-1 0 0 0,1 1 0 0 0,1 1 0 0 0,18-17-1 0 0,20-21-280 0 0,-26 31 241 0 0,31-39-1 0 0,-45 46 28 0 0,1 0 0 0 0,-1 0-1 0 0,-1-1 1 0 0,0 0 0 0 0,-1 0 0 0 0,6-17 0 0 0,-7 19 5 0 0,4-17-188 0 0,-8 24 281 0 0,0 0 0 0 0,1 1 0 0 0,-1 0 0 0 0,0-1 0 0 0,0 1 0 0 0,0-1 0 0 0,0 1 0 0 0,0-1 0 0 0,-1 1 0 0 0,1-1 0 0 0,0 0 0 0 0,-1 1-1 0 0,0-3 1 0 0,1 4 11 0 0,-1-1 0 0 0,1 1 0 0 0,-2-2 0 0 0,2 2-1 0 0,0 0 1 0 0,-1-1 0 0 0,1 1 0 0 0,-1-1 0 0 0,0 1-1 0 0,1-1 1 0 0,0 1 0 0 0,-1 0 0 0 0,0 0 0 0 0,1 0-1 0 0,-1 0 1 0 0,0 0 0 0 0,0-1 0 0 0,0 1 0 0 0,0 0-1 0 0,1 0 1 0 0,0 0 0 0 0,-1 0 0 0 0,-1 0-1 0 0,2 0 1 0 0,-1 0 0 0 0,1 0 0 0 0,-1 0 0 0 0,0 1-1 0 0,1-1 1 0 0,-2 0 0 0 0,-23 10 57 0 0,18-5-22 0 0,-9 2 40 0 0,0 2-1 0 0,0 0 1 0 0,0 1-1 0 0,2 0 0 0 0,-1 2 1 0 0,1 0-1 0 0,0-1 1 0 0,1 3-1 0 0,-13 17 0 0 0,11-12 27 0 0,3 0 0 0 0,-1 1 0 0 0,2 1-1 0 0,-1 0 1 0 0,3 0 0 0 0,-11 39-1 0 0,-24 89 451 0 0,38-134-474 0 0,3 1 1 0 0,-1-1-1 0 0,1 1 1 0 0,-2 29-1 0 0,5-40-60 0 0,1 0 1 0 0,-1-1-1 0 0,1 2 0 0 0,0 0 0 0 0,1-2 0 0 0,-1 1 1 0 0,0 0-1 0 0,1 0 0 0 0,1 0 0 0 0,3 9 0 0 0,-4-12-6 0 0,0-1 0 0 0,0 2 0 0 0,-1-1 0 0 0,1 0 0 0 0,-1 0 0 0 0,2-1-1 0 0,-1 1 1 0 0,0 0 0 0 0,1-1 0 0 0,-1 1 0 0 0,0 0 0 0 0,1-1 0 0 0,-1 1-1 0 0,1-2 1 0 0,0 1 0 0 0,0 0 0 0 0,0 0 0 0 0,-1-1 0 0 0,1 0 0 0 0,0 0-1 0 0,4 1 1 0 0,5-2 29 0 0,-2 1 1 0 0,1-2-1 0 0,0 1 0 0 0,-1-2 0 0 0,2-1 0 0 0,-2 1 0 0 0,0-1 0 0 0,1 0 0 0 0,-2 0 0 0 0,1-2 1 0 0,8-5-1 0 0,11-9-206 0 0,-2 1-1 0 0,30-33 1 0 0,-26 24-221 0 0,-2-1 0 0 0,0-2 0 0 0,-2-2-1 0 0,30-46 1 0 0,-35 42-105 0 0,-3 0-1 0 0,-1 0 1 0 0,24-76 0 0 0,-39 101 327 0 0,0 2 55 0 0,-1 1 1 0 0,1 0-1 0 0,1-1 1 0 0,9-14 0 0 0,-12 23 104 0 0,-1 1 0 0 0,0 0 0 0 0,1-1 0 0 0,-1 1 1 0 0,0-2-1 0 0,0 2 0 0 0,1 0 0 0 0,-1 0 1 0 0,2-1-1 0 0,-2 1 0 0 0,0 0 0 0 0,1-1 1 0 0,-1 1-1 0 0,1 0 0 0 0,0 0 0 0 0,-1-1 0 0 0,0 1 1 0 0,1 0-1 0 0,-1 0 0 0 0,2 0 0 0 0,-2 0 2 0 0,1 0-1 0 0,-1 0 0 0 0,1 0 1 0 0,-1 0-1 0 0,0 0 0 0 0,1 0 1 0 0,-1 0-1 0 0,0 0 0 0 0,0 1 1 0 0,0-1-1 0 0,0 0 0 0 0,0 0 1 0 0,1 0-1 0 0,-1 1 0 0 0,0-1 1 0 0,1 0-1 0 0,-1 0 0 0 0,0 1 1 0 0,0-1-1 0 0,0 0 0 0 0,1 0 1 0 0,-1 0-1 0 0,0 0 0 0 0,0 0 1 0 0,0 2-1 0 0,1-2 0 0 0,-1 0 1 0 0,0 1-1 0 0,0-1 0 0 0,0 0 1 0 0,0 0-1 0 0,0 0 0 0 0,0 1 1 0 0,0-1-1 0 0,0 0 0 0 0,0 1 1 0 0,-1 8 14 0 0,0 1 1 0 0,-1 0-1 0 0,0-1 1 0 0,-4 11-1 0 0,-3 11 137 0 0,-33 127 456 0 0,-20 146 641 0 0,20-97-419 0 0,37-186-718 0 0,0 0 1 0 0,-2-2 0 0 0,0 2 0 0 0,-14 27 0 0 0,12-36-24 0 0,2 1 0 0 0,-1-1-1 0 0,-1 0 1 0 0,-1-1 0 0 0,1 0-1 0 0,-1 0 1 0 0,-17 13 0 0 0,21-21-66 0 0,5 0-9 0 0,-2-1 0 0 0,2-1-1 0 0,-2 1 1 0 0,1-1 0 0 0,-1 0 0 0 0,2 1-1 0 0,-2 0 1 0 0,0-1 0 0 0,1-1-1 0 0,0 1 1 0 0,-4 1 0 0 0,6-3-12 0 0,1 0 0 0 0,-1 0 0 0 0,0 1 0 0 0,0-2 1 0 0,0 1-1 0 0,1 1 0 0 0,0-2 0 0 0,-1 1 0 0 0,1 1 0 0 0,0-1 0 0 0,0-1 0 0 0,78-104-529 0 0,-42 53-191 0 0,46-48-1 0 0,95-74-1052 0 0,-66 70 704 0 0,39-67-550 0 0,-118 133 1578 0 0,-28 32 82 0 0,1 0 0 0 0,0 1 1 0 0,1-1-1 0 0,13-9 0 0 0,-16 14 32 0 0,-5 8-30 0 0,-5 4 46 0 0,-70 97 670 0 0,11-16-158 0 0,-93 92 578 0 0,83-99-659 0 0,24-25-139 0 0,-94 103 748 0 0,111-124-727 0 0,28-35-373 0 0,6-3-26 0 0,-1 0-1 0 0,1 0 1 0 0,0 0-1 0 0,0 0 1 0 0,-1 0 0 0 0,1 0-1 0 0,-1 1 1 0 0,1-1-1 0 0,0 0 1 0 0,-1 1-1 0 0,1-1 1 0 0,0 0-1 0 0,0 1 1 0 0,0-1 0 0 0,-1 1-1 0 0,1-1 1 0 0,0 0-1 0 0,0 1 1 0 0,-2 0-1 0 0,20-5 115 0 0,-6-1-47 0 0,0 0 1 0 0,-1-1-1 0 0,23-14 0 0 0,31-27-360 0 0,-35 24 63 0 0,146-118-1287 0 0,-152 119 1223 0 0,-1-2-1 0 0,-1 0 0 0 0,-1-1 0 0 0,32-52 0 0 0,-38 51 13 0 0,-1-3 1 0 0,-1 1-1 0 0,-2-1 1 0 0,11-39-1 0 0,-16 46 95 0 0,-2-1-1 0 0,-1 1 0 0 0,-1 0 0 0 0,0-1 1 0 0,-1 1-1 0 0,-6-39 0 0 0,2 35-41 0 0,-2 1-1 0 0,-1 1 0 0 0,-2-2 1 0 0,-15-33-1 0 0,19 48 124 0 0,-1 1 1 0 0,-1 0-1 0 0,0-2 1 0 0,-1 3-1 0 0,0-1 1 0 0,-1 1-1 0 0,0 0 1 0 0,0 0-1 0 0,-1 1 1 0 0,0 0-1 0 0,-19-11 1 0 0,20 14 154 0 0,0 1-1 0 0,2 1 1 0 0,-3-1 0 0 0,2 2-1 0 0,-2-1 1 0 0,1 2 0 0 0,0-1 0 0 0,0 1-1 0 0,-10-2 1 0 0,5 3 46 0 0,0 0 0 0 0,0 1 0 0 0,1 1 0 0 0,-1 0 0 0 0,-15 4 0 0 0,-9 5 283 0 0,1 3-1 0 0,-65 34 1 0 0,90-43-320 0 0,-284 160 2028 0 0,269-147-1764 0 0,1 1-1 0 0,0 1 1 0 0,-35 39 0 0 0,59-58-314 0 0,-1 0 1 0 0,2 0-1 0 0,-1-1 0 0 0,0 1 1 0 0,0 0-1 0 0,0 0 0 0 0,-1-1 0 0 0,2 0 1 0 0,-2 1-1 0 0,-2 1 0 0 0,1-5-25 0 0,3-5 40 0 0,6-8-79 0 0,1 0-1 0 0,0 1 1 0 0,1 0 0 0 0,1 1 0 0 0,11-15 0 0 0,7-11-180 0 0,150-278-1766 0 0,-92 158 1010 0 0,-83 159 973 0 0,25-50-556 0 0,41-54 0 0 0,-62 93 514 0 0,-4 12 55 0 0,-2 0 1 0 0,0 0-1 0 0,0 0 1 0 0,0-1-1 0 0,0 1 1 0 0,0 0-1 0 0,0 0 1 0 0,0 0-1 0 0,0-1 1 0 0,0 1-1 0 0,0 0 1 0 0,0 0-1 0 0,0 0 1 0 0,0 0-1 0 0,0 0 1 0 0,0 0-1 0 0,0 0 1 0 0,0 0 0 0 0,0-1-1 0 0,0 1 1 0 0,0 0-1 0 0,0 0 1 0 0,0 0-1 0 0,0-1 1 0 0,0 1-1 0 0,0 0 1 0 0,0 0-1 0 0,0 0 1 0 0,0-1-1 0 0,0 1 1 0 0,0 0-1 0 0,0 0 1 0 0,0 0-1 0 0,0-1 1 0 0,0 1-1 0 0,0 0 1 0 0,0 0-1 0 0,0 0 1 0 0,0 0-1 0 0,0-1 1 0 0,-2 1-1 0 0,2 0 1 0 0,0 0 0 0 0,0 0-1 0 0,0 0 1 0 0,0 0-1 0 0,-1 0 1 0 0,1 0-1 0 0,0 0 1 0 0,0-1-1 0 0,0 1 1 0 0,0 0-1 0 0,0 0 1 0 0,0 0-1 0 0,0 0 1 0 0,0 0-1 0 0,-1 0 1 0 0,1 0-1 0 0,0 0 1 0 0,0 0-1 0 0,-1 0 1 0 0,1 0-1 0 0,0 0 1 0 0,0 1-1 0 0,0-1 1 0 0,-1 0-1 0 0,1 0 1 0 0,0 0-1 0 0,0 0 1 0 0,-3 2 19 0 0,-1 1 1 0 0,0-2-1 0 0,2 1 1 0 0,-2 1-1 0 0,1 0 1 0 0,0-1-1 0 0,1 2 0 0 0,-2-2 1 0 0,2 2-1 0 0,-5 5 1 0 0,-4 4 105 0 0,-83 96 1095 0 0,-81 122 1 0 0,125-157-694 0 0,-169 231 1633 0 0,19-55-250 0 0,196-244-1803 0 0,2-4-82 0 0,1 1 1 0 0,-1 0-1 0 0,0-1 0 0 0,0-1 1 0 0,0 2-1 0 0,0-1 0 0 0,-1 0 1 0 0,1-1-1 0 0,0 1 0 0 0,-4 1 1 0 0,6-3-22 0 0,0 0 0 0 0,-1 0 0 0 0,1 0 0 0 0,0 0 0 0 0,-1 0 0 0 0,1 0 0 0 0,0 0 0 0 0,0 0 0 0 0,-1 0 0 0 0,1 0 0 0 0,0 0 0 0 0,-1 0 0 0 0,1 0 0 0 0,0 0 0 0 0,0 0 1 0 0,0 0-1 0 0,0 0 0 0 0,0 0 0 0 0,0 0 0 0 0,-1-1 0 0 0,1 1 0 0 0,0 0 0 0 0,0 0 0 0 0,0 0 0 0 0,-1-1 0 0 0,1 1 0 0 0,0 0 0 0 0,0 0 0 0 0,0-1 0 0 0,0 1 0 0 0,0 0 0 0 0,0-1 0 0 0,-1 1 0 0 0,1 0 0 0 0,0-1 0 0 0,0 1 1 0 0,0 0-1 0 0,0 0 0 0 0,0-1 0 0 0,0 1 0 0 0,0 0 0 0 0,0 0 0 0 0,0 0 0 0 0,0 0 0 0 0,1-1 0 0 0,-1 1 0 0 0,2-15 73 0 0,-2 15-60 0 0,4-13-121 0 0,0 1 0 0 0,1 0 0 0 0,0-1-1 0 0,1 1 1 0 0,1 2 0 0 0,8-13 0 0 0,4-6-140 0 0,123-235-1893 0 0,49-144-1083 0 0,-182 387 3050 0 0,75-161-1235 0 0,-58 130 662 0 0,49-69 0 0 0,-38 61 194 0 0,-29 50 516 0 0,-19 34 6 0 0,-14 25 744 0 0,-41 61 1 0 0,33-60-369 0 0,-32 59 1170 0 0,-74 169 0 0 0,136-275-1496 0 0,-2 10 94 0 0,0-2 0 0 0,0 2-1 0 0,1-2 1 0 0,1 2 0 0 0,0-1 0 0 0,-2 21 0 0 0,5-33-115 0 0,-1 1 0 0 0,1-1 0 0 0,0 0 0 0 0,0 0 0 0 0,0 0 0 0 0,0 1 0 0 0,0-1 0 0 0,0 0 0 0 0,0 0 0 0 0,0 0 0 0 0,0 1 0 0 0,0-1 0 0 0,1 0 0 0 0,-1 0 0 0 0,0 0 0 0 0,0 0 0 0 0,0 0 0 0 0,0 0 0 0 0,0 0 0 0 0,0 0 0 0 0,0 0 0 0 0,0 1 0 0 0,0-1 0 0 0,1 0 0 0 0,-1 0 0 0 0,0 0 0 0 0,0 0 0 0 0,0 1 0 0 0,0-1 0 0 0,1 0 0 0 0,-1 0 0 0 0,0 0 0 0 0,0 0 0 0 0,0 0 0 0 0,0 0 0 0 0,0 0 0 0 0,0 0 0 0 0,0 0 0 0 0,0 0 0 0 0,2 0 0 0 0,-2 0 0 0 0,0 0 0 0 0,0 0 0 0 0,0 0 0 0 0,1 0 0 0 0,-1 0 0 0 0,0 0 0 0 0,10-5 109 0 0,11-14 98 0 0,-21 19-208 0 0,82-93-323 0 0,-8 9-311 0 0,-28 37 249 0 0,2 4-1 0 0,3 1 0 0 0,0 3 0 0 0,3 1 1 0 0,1 2-1 0 0,72-33 0 0 0,94-34 468 0 0,-137 60 564 0 0,-50 25-221 0 0,41-17 0 0 0,-64 32-330 0 0,-1 1 1 0 0,0-1 0 0 0,1 1 0 0 0,0 1 0 0 0,13-2 0 0 0,-2 3 138 0 0,36 4 1 0 0,-32 2 26 0 0,0-1 0 0 0,46 17 0 0 0,-36-9 69 0 0,-26-10-252 0 0,-1 1 1 0 0,12 5 0 0 0,-21-8-71 0 0,1-1 1 0 0,0 1-1 0 0,-1 0 0 0 0,1 0 0 0 0,0-1 1 0 0,-1 2-1 0 0,1-1 0 0 0,-1-1 1 0 0,0 1-1 0 0,1 0 0 0 0,-1 0 0 0 0,0-1 1 0 0,0 2-1 0 0,0-1 0 0 0,0 0 1 0 0,0 0-1 0 0,0 1 0 0 0,-1 21 70 0 0,0-18-49 0 0,-21 234 1398 0 0,19-208-1160 0 0,-4 0 0 0 0,0 0 1 0 0,-20 54-1 0 0,6-33 299 0 0,-36 63-1 0 0,29-68-160 0 0,-3-1-1 0 0,-2-2 1 0 0,-2-1 0 0 0,-2-2-1 0 0,-72 64 1 0 0,43-41 158 0 0,65-62-505 0 0,0-2-50 0 0,1 0 0 0 0,-1 1 1 0 0,1-1-1 0 0,-1 1 0 0 0,1-1 1 0 0,-1 1-1 0 0,1-1 0 0 0,-1 0 1 0 0,1 1-1 0 0,0-1 1 0 0,-1 0-1 0 0,1 0 0 0 0,-1 1 1 0 0,0-1-1 0 0,1 0 0 0 0,-1 0 1 0 0,0 0-1 0 0,0 0 0 0 0,1 0-4 0 0,-1 0 0 0 0,1-1 0 0 0,-1 1 0 0 0,0 0 0 0 0,1-1 0 0 0,0 1 0 0 0,0-1 0 0 0,0 1 0 0 0,-2-1 0 0 0,2 1 0 0 0,-1-1 0 0 0,1 1 0 0 0,0 0 0 0 0,0 0 0 0 0,0-1 0 0 0,0 0 0 0 0,-1 1 0 0 0,1-1 0 0 0,0 1 0 0 0,0 0 0 0 0,0-2 0 0 0,0 2 0 0 0,0-1 0 0 0,0 0 0 0 0,0 1 0 0 0,-1-2 10 0 0,1 1-14 0 0,1 1 0 0 0,-1 0 0 0 0,1-1 0 0 0,-1 1 0 0 0,0-2 0 0 0,0 2 0 0 0,1 0 0 0 0,-1 0 0 0 0,2-1 0 0 0,-2 1 0 0 0,0 0 0 0 0,1-1 0 0 0,0 1 0 0 0,-1 0 0 0 0,1-1 0 0 0,-1 1 0 0 0,0 0 0 0 0,1 0 0 0 0,0 0 0 0 0,1 0 0 0 0,0 0 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2T16:41:07.441"/>
    </inkml:context>
    <inkml:brush xml:id="br0">
      <inkml:brushProperty name="width" value="0.35" units="cm"/>
      <inkml:brushProperty name="height" value="0.35" units="cm"/>
      <inkml:brushProperty name="color" value="#10B981"/>
    </inkml:brush>
  </inkml:definitions>
  <inkml:trace contextRef="#ctx0" brushRef="#br0">780 1966 4915 0 0,'0'0'5'0'0,"0"0"0"0"0,0 0 0 0 0,0 0 0 0 0,0 0 0 0 0,0 0 0 0 0,0 0 0 0 0,0 0 0 0 0,0 0 1 0 0,0 0-1 0 0,0 0 0 0 0,0 0 0 0 0,0 0 0 0 0,0 0 0 0 0,0 0 0 0 0,0-1 0 0 0,0 1 0 0 0,0 0 0 0 0,0 0 0 0 0,0 0 0 0 0,0 0 0 0 0,0 0 0 0 0,0 0 0 0 0,0 0 0 0 0,0 0 0 0 0,0 0 0 0 0,0 0 1 0 0,0 0-1 0 0,0 0 0 0 0,0 0 0 0 0,0 0 0 0 0,0 0 0 0 0,0 0 0 0 0,0 0 0 0 0,0-1 0 0 0,0 1 0 0 0,0 0 0 0 0,0 0 0 0 0,0 0 0 0 0,0 0 0 0 0,0 0 0 0 0,0 0 0 0 0,0 0 0 0 0,0 0 0 0 0,0 0 1 0 0,0 0-1 0 0,0 0 0 0 0,0 0 0 0 0,0 0 0 0 0,0 0 0 0 0,0 0 0 0 0,0 0 0 0 0,0 0 0 0 0,0 0 0 0 0,0 0 0 0 0,0 0 0 0 0,0 0 0 0 0,0 0 0 0 0,0 0 0 0 0,0 0 0 0 0,0 0 0 0 0,-1 0 0 0 0,1 0 1 0 0,6-4 39 0 0,0-1-49 0 0,-1 5 51 0 0,4 5 72 0 0,-7-4-104 0 0,116 71 1258 0 0,-90-54-871 0 0,-22-13-296 0 0,1-1 1 0 0,0 0-1 0 0,0 1 0 0 0,14 3 0 0 0,-21-10-114 0 0,-3-6 49 0 0,-7-5 138 0 0,-19-27-40 0 0,-88-120-404 0 0,78 106 147 0 0,22 29 40 0 0,-1 0 0 0 0,-22-44 0 0 0,30 53 73 0 0,28 38-33 0 0,48 88 1107 0 0,-35-64-678 0 0,-23-30-169 0 0,-8-12-63 0 0,-7-11-73 0 0,-13-21-49 0 0,2 0-1 0 0,-16-31 1 0 0,17 27-97 0 0,-69-131-381 0 0,80 154 410 0 0,5 6 19 0 0,-2-1-1 0 0,2 1 1 0 0,-1-1 0 0 0,1 1 0 0 0,-1-1 0 0 0,1 1-1 0 0,0 0 1 0 0,0-5 0 0 0,1 8 13 0 0,0 0-1 0 0,0 0 1 0 0,0 0-1 0 0,0-1 1 0 0,0 1-1 0 0,0 0 1 0 0,0 0-1 0 0,0 0 1 0 0,0 0-1 0 0,0 0 1 0 0,0 0-1 0 0,0 0 1 0 0,0 0-1 0 0,0 0 1 0 0,0 0-1 0 0,0 0 1 0 0,0 0-1 0 0,0 0 1 0 0,0 0-1 0 0,0 0 1 0 0,0 0-1 0 0,0-1 1 0 0,0 1-1 0 0,0 0 1 0 0,0 0-1 0 0,0 0 1 0 0,0 0-1 0 0,0 0 1 0 0,0 0-1 0 0,0 0 1 0 0,0 0-1 0 0,0 0 1 0 0,0 0 0 0 0,0 0-1 0 0,0 0 1 0 0,1 0-1 0 0,-1 0 1 0 0,0 0-1 0 0,0 0 1 0 0,0 0-1 0 0,0 0 1 0 0,0 0-1 0 0,0 0 1 0 0,0 0-1 0 0,0 0 1 0 0,0 0-1 0 0,0 0 1 0 0,0 0-1 0 0,0 0 1 0 0,0 0-1 0 0,0 0 1 0 0,0 0-1 0 0,1 0 1 0 0,-1 0-1 0 0,0 1 1 0 0,0-1-1 0 0,0 0 1 0 0,0 0-1 0 0,0 0 1 0 0,0 0-1 0 0,0 0 1 0 0,0 0-1 0 0,0 0 1 0 0,0 0-1 0 0,0 0 1 0 0,5 5 77 0 0,7 9 70 0 0,10 23 297 0 0,-1 1 0 0 0,20 48 0 0 0,-38-80-378 0 0,-1 0 0 0 0,-1 0 0 0 0,2-1 0 0 0,-2 1 0 0 0,1 10 0 0 0,-2-16-66 0 0,0 0-1 0 0,0 0 1 0 0,0 0 0 0 0,0 0-1 0 0,0 1 1 0 0,0-1-1 0 0,0 0 1 0 0,0 0 0 0 0,0 0-1 0 0,0 1 1 0 0,0-1-1 0 0,0 0 1 0 0,0 0 0 0 0,0 0-1 0 0,0 0 1 0 0,0 0-1 0 0,0 0 1 0 0,0 0 0 0 0,0 0-1 0 0,0 0 1 0 0,0 2-1 0 0,0-2 1 0 0,0 0 0 0 0,0 0-1 0 0,0 0 1 0 0,-1 0-1 0 0,1 0 1 0 0,0 1 0 0 0,0-1-1 0 0,0 0 1 0 0,0 0-1 0 0,-1 0 1 0 0,1 0-1 0 0,0 0 1 0 0,0 0 0 0 0,0 0-1 0 0,0 0 1 0 0,-1 0-1 0 0,1 0 1 0 0,0 0 0 0 0,0 0-1 0 0,0 0 1 0 0,0 0-1 0 0,0 0 1 0 0,0 0 0 0 0,0 0-1 0 0,0 0 1 0 0,-2 0-1 0 0,2 0 1 0 0,0 0 0 0 0,0 0-1 0 0,0 0 1 0 0,0 0-1 0 0,-1 0 1 0 0,1 0 0 0 0,0-1-1 0 0,0 1 1 0 0,0 0-1 0 0,0 0 1 0 0,0 0 0 0 0,0 0-1 0 0,0 0 1 0 0,0 0-1 0 0,0-2 1 0 0,-9-5 126 0 0,-12-19-172 0 0,2-1 0 0 0,0 0-1 0 0,-16-37 1 0 0,15 27-57 0 0,-177-334-1194 0 0,194 364 1257 0 0,-1 0 0 0 0,1-1 0 0 0,-3-11 0 0 0,6 18 26 0 0,3 3-11 0 0,0 4 21 0 0,29 65 767 0 0,-2 1-1 0 0,20 83 1 0 0,-49-150-756 0 0,1 5 76 0 0,1 0 1 0 0,-1 1-1 0 0,0 11 1 0 0,-2-21-78 0 0,0 0 1 0 0,0 0-1 0 0,0 0 1 0 0,0 0 0 0 0,0 0-1 0 0,0-1 1 0 0,0 1-1 0 0,0 0 1 0 0,0 0-1 0 0,0 0 1 0 0,0 0 0 0 0,-1 0-1 0 0,0 0 1 0 0,1-1-8 0 0,0 0 1 0 0,0 0 0 0 0,-2 0-1 0 0,2 0 1 0 0,0 0-1 0 0,0 0 1 0 0,0 0 0 0 0,0 0-1 0 0,0 0 1 0 0,0 0-1 0 0,0 0 1 0 0,0 0 0 0 0,-1 0-1 0 0,1 0 1 0 0,0 0-1 0 0,0 0 1 0 0,-1 0 0 0 0,1 0-1 0 0,0 0 1 0 0,0 0-1 0 0,0 0 1 0 0,-1 0 0 0 0,1 0-1 0 0,0 0 1 0 0,0 0-1 0 0,0 0 1 0 0,0 0 0 0 0,0 0-1 0 0,0 0 1 0 0,0 0-1 0 0,0 0 1 0 0,0-1 0 0 0,0 1-1 0 0,-1 0 1 0 0,-10-20 173 0 0,3 1-226 0 0,1 0 0 0 0,-6-41-1 0 0,3 17-104 0 0,-2-8-33 0 0,-83-374-1421 0 0,94 419 1587 0 0,0 1 0 0 0,1-1-1 0 0,-1 1 1 0 0,1-1 0 0 0,1-9-1 0 0,-1 15 25 0 0,0 0-1 0 0,0 0 1 0 0,0 0-1 0 0,0 0 1 0 0,0 1-1 0 0,0-1 1 0 0,0 0-1 0 0,0 0 1 0 0,1 0-1 0 0,-1 0 1 0 0,0 0-1 0 0,0 0 1 0 0,0 0-1 0 0,0 1 1 0 0,0-1 0 0 0,0 0-1 0 0,0 0 1 0 0,0 0-1 0 0,0 0 1 0 0,0 0-1 0 0,0 0 1 0 0,0 0-1 0 0,0 0 1 0 0,0 0-1 0 0,0 0 1 0 0,0 0-1 0 0,0 0 1 0 0,0 0-1 0 0,0 1 1 0 0,0-1-1 0 0,1 0 1 0 0,-1 0-1 0 0,0 0 1 0 0,0 0-1 0 0,0 0 1 0 0,0 0 0 0 0,0 0-1 0 0,0 0 1 0 0,1 0-1 0 0,-1 0 1 0 0,0 0-1 0 0,0-1 1 0 0,0 1-1 0 0,0 0 1 0 0,0 0-1 0 0,0 0 1 0 0,0 0-1 0 0,1 0 1 0 0,-1 0-1 0 0,0 0 1 0 0,0 0-1 0 0,0 0 1 0 0,0 0-1 0 0,0 0 1 0 0,0 0-1 0 0,0-1 1 0 0,0 1 0 0 0,0 0-1 0 0,1 0 1 0 0,-1 0-1 0 0,0 0 1 0 0,0 0-1 0 0,0 0 1 0 0,0 0-1 0 0,0-1 1 0 0,3 8-42 0 0,7 14 256 0 0,-2 1 0 0 0,7 33-1 0 0,0-5 155 0 0,39 132 888 0 0,-51-164-1124 0 0,-5-13-32 0 0,-3-12 42 0 0,-16-49-339 0 0,2-1 1 0 0,-13-59-1 0 0,10 29-114 0 0,-40-152-610 0 0,60 232 890 0 0,1 4 17 0 0,0-1 0 0 0,0 1 1 0 0,1 1-1 0 0,0-2 0 0 0,0 1 0 0 0,-2-1 0 0 0,2-4 0 0 0,4 13 24 0 0,-2-2 0 0 0,1 2-1 0 0,-1-2 1 0 0,4 10 0 0 0,1 14 266 0 0,0 1 1 0 0,4 42-1 0 0,-11-68-260 0 0,0-1-1 0 0,0 1 1 0 0,0 0 0 0 0,0-1-1 0 0,0 1 1 0 0,0-1 0 0 0,-2 2-1 0 0,2-1 1 0 0,-1-1 0 0 0,1 0-1 0 0,-3 4 1 0 0,3-5-11 0 0,0 0 0 0 0,0 1 1 0 0,0-1-1 0 0,0 0 0 0 0,0 0 0 0 0,0 1 1 0 0,0-1-1 0 0,0 0 0 0 0,-1 0 0 0 0,1 0 1 0 0,0 1-1 0 0,0-1 0 0 0,-2 0 0 0 0,2 0 1 0 0,0 0-1 0 0,0 0 0 0 0,0 0 1 0 0,0 0-1 0 0,0 0 0 0 0,0 0 0 0 0,-1 0 1 0 0,1 0-1 0 0,0 0 0 0 0,-1 0 0 0 0,1 0 1 0 0,0 0-1 0 0,0 0 0 0 0,-1 0 0 0 0,1 0 1 0 0,0 0-1 0 0,-1 0 0 0 0,0-1 0 0 0,1 0 1 0 0,-1 1-1 0 0,1-1 0 0 0,-1 1 1 0 0,1 0-1 0 0,-1-1 0 0 0,1 0 0 0 0,-1 1 1 0 0,1-1-1 0 0,0 0 0 0 0,0 0 1 0 0,0 0-1 0 0,-1 0 0 0 0,-7-25-95 0 0,1-1-1 0 0,1 0 1 0 0,-4-41-1 0 0,9 22-173 0 0,2-59-1 0 0,3 67 122 0 0,0-19-48 0 0,-4 55 182 0 0,-1 0 1 0 0,1 0-1 0 0,0 1 1 0 0,0-1-1 0 0,-1 0 0 0 0,1 1 1 0 0,-1-1-1 0 0,0 1 1 0 0,0-2-1 0 0,-5-10-55 0 0,-12-49-201 0 0,17 56 234 0 0,1 0 0 0 0,-1 1-1 0 0,1-1 1 0 0,0 0 0 0 0,0 0-1 0 0,2-6 1 0 0,-2 11 31 0 0,0 1-1 0 0,0 0 1 0 0,0 0-1 0 0,0-1 0 0 0,0 1 1 0 0,0 0-1 0 0,0 0 1 0 0,0-1-1 0 0,0 1 1 0 0,0 0-1 0 0,0 0 1 0 0,0-1-1 0 0,0 1 1 0 0,0 0-1 0 0,0 0 0 0 0,0 0 1 0 0,1-1-1 0 0,-1 1 1 0 0,0 0-1 0 0,0 0 1 0 0,0 0-1 0 0,0-1 1 0 0,1 1-1 0 0,-1 0 0 0 0,0 0 1 0 0,0 0-1 0 0,1 0 1 0 0,-1 0-1 0 0,0 0 1 0 0,0 0-1 0 0,1 0 1 0 0,-1 0-1 0 0,0 0 1 0 0,0 0-1 0 0,1 0 0 0 0,-1 0 1 0 0,0 0-1 0 0,0 0 1 0 0,1 0-1 0 0,-1 0 1 0 0,0 0-1 0 0,0 0 1 0 0,0 0-1 0 0,0 0 0 0 0,0 0 1 0 0,0 0-1 0 0,1 0 1 0 0,-1 0-1 0 0,0 0 1 0 0,0 0-1 0 0,1 0 1 0 0,-1 1-1 0 0,0-1 1 0 0,0 0-1 0 0,0 0 0 0 0,1 0 1 0 0,-1 0-1 0 0,0 1 1 0 0,0-1-1 0 0,0 0 1 0 0,0 0-1 0 0,0 1 1 0 0,0-1-1 0 0,0 0 0 0 0,7 13 126 0 0,-5-11-118 0 0,12 29 453 0 0,18 57 0 0 0,2 35 418 0 0,-28-100-733 0 0,-1-1 69 0 0,-1 2 0 0 0,0-2-1 0 0,-1 41 1 0 0,-5-56-206 0 0,-1-11 17 0 0,-2-8 73 0 0,-1-10-105 0 0,1 0-1 0 0,-1-41 0 0 0,4-47-454 0 0,3 66 304 0 0,-1 39 135 0 0,0 0-1 0 0,0 1 1 0 0,1-2 0 0 0,-1 3-1 0 0,1-3 1 0 0,0 1 0 0 0,1 1-1 0 0,0 0 1 0 0,1-5 0 0 0,-3 8 20 0 0,0 1 0 0 0,0 0 0 0 0,0-1 0 0 0,0 1 0 0 0,0-1 1 0 0,0 1-1 0 0,0 0 0 0 0,2 0 0 0 0,-2 0 0 0 0,0 0 0 0 0,1-2 1 0 0,-1 2-1 0 0,0 0 0 0 0,0 0 0 0 0,0-1 0 0 0,0 1 1 0 0,1 0-1 0 0,-1 0 0 0 0,0 0 0 0 0,1 0 0 0 0,-1 0 0 0 0,1 0 1 0 0,-1 0-1 0 0,0 0 0 0 0,1 0 0 0 0,-1 0 0 0 0,1 0 0 0 0,-1 0 1 0 0,0 0-1 0 0,1 0 0 0 0,0 0 0 0 0,-1 0 9 0 0,0 0-1 0 0,1 0 1 0 0,0 1 0 0 0,0-1-1 0 0,-1 2 1 0 0,0-2 0 0 0,2 0-1 0 0,-1 1 1 0 0,-1-1 0 0 0,0 1-1 0 0,0 0 1 0 0,1-1 0 0 0,0 2-1 0 0,9 21 223 0 0,-3 5-133 0 0,0 2 210 0 0,4 46 0 0 0,-6 89 566 0 0,-5-162-860 0 0,-1 0-15 0 0,-1-6 17 0 0,-3-12 70 0 0,4-28-258 0 0,2 1 0 0 0,1-2 1 0 0,10-51-1 0 0,-10 86 128 0 0,-2 2 4 0 0,2 1 0 0 0,-1-1 0 0 0,0 1 0 0 0,1-1 0 0 0,4-9 0 0 0,-6 16 43 0 0,0 0 0 0 0,0-1 0 0 0,0 1 0 0 0,0 0 1 0 0,0 0-1 0 0,0 0 0 0 0,0 0 0 0 0,0 0 0 0 0,1 0 0 0 0,-1 0 0 0 0,0 0 0 0 0,0-1 0 0 0,0 1 0 0 0,0 0 1 0 0,0 0-1 0 0,1 0 0 0 0,-1 0 0 0 0,0 0 0 0 0,0 0 0 0 0,0 0 0 0 0,0 0 0 0 0,0 0 0 0 0,1 0 0 0 0,-1 0 1 0 0,0 0-1 0 0,0 0 0 0 0,0 0 0 0 0,0 0 0 0 0,1 0 0 0 0,-1 0 0 0 0,0 0 0 0 0,0 1 0 0 0,0-1 0 0 0,0 0 1 0 0,0 0-1 0 0,1 0 0 0 0,-1 0 0 0 0,0 0 0 0 0,0 0 0 0 0,0 0 0 0 0,0 0 0 0 0,0 1 0 0 0,0-1 0 0 0,0 0 1 0 0,0 0-1 0 0,1 0 0 0 0,-1 0 0 0 0,0 0 0 0 0,0 1 0 0 0,0-1 0 0 0,0 0 0 0 0,0 0 0 0 0,0 0 0 0 0,4 8-26 0 0,33 170 746 0 0,-28-125-456 0 0,8 58 334 0 0,-15-90-428 0 0,-1 2 0 0 0,-5 44 0 0 0,2-58-128 0 0,-2-16 52 0 0,1-17 41 0 0,1-15-410 0 0,2 0 0 0 0,9-55-1 0 0,23-76-590 0 0,-30 164 834 0 0,-1 1-4 0 0,0-1 1 0 0,1 1-1 0 0,0-1 0 0 0,0 1 0 0 0,-1 1 1 0 0,2-2-1 0 0,-1 1 0 0 0,4-4 0 0 0,-6 9 36 0 0,0-1 0 0 0,0 1 0 0 0,0 0-1 0 0,1 0 1 0 0,-1 0 0 0 0,0 0 0 0 0,0 0-1 0 0,0 0 1 0 0,0-1 0 0 0,0 1 0 0 0,0 0 0 0 0,0 0-1 0 0,1 0 1 0 0,-1 0 0 0 0,0 0 0 0 0,0 0-1 0 0,0 0 1 0 0,0 0 0 0 0,1 0 0 0 0,-1 0-1 0 0,0 0 1 0 0,0 0 0 0 0,0 0 0 0 0,0 0-1 0 0,0 0 1 0 0,1 0 0 0 0,-1 0 0 0 0,0 0 0 0 0,0 0-1 0 0,0 0 1 0 0,0 0 0 0 0,0 0 0 0 0,0 0-1 0 0,0 0 1 0 0,0 0 0 0 0,0 0 0 0 0,0 0-1 0 0,2 0 1 0 0,-2 0 0 0 0,0 0 0 0 0,0 0 0 0 0,0 0-1 0 0,0 0 1 0 0,0 0 0 0 0,1 1 0 0 0,1 7-24 0 0,-1 11-12 0 0,-3 56 737 0 0,-24 146-1 0 0,22-200-605 0 0,2-7-11 0 0,1-2 1 0 0,-3 2-1 0 0,1-1 0 0 0,-8 15 1 0 0,11-28-85 0 0,0 0 1 0 0,0 0 0 0 0,0 0-1 0 0,0 0 1 0 0,0 0-1 0 0,0 1 1 0 0,0-1 0 0 0,0 0-1 0 0,0 0 1 0 0,0 1 0 0 0,0-1-1 0 0,0 0 1 0 0,0 0-1 0 0,0 1 1 0 0,-1-1 0 0 0,1 0-1 0 0,0 0 1 0 0,0 0-1 0 0,-1 0 1 0 0,1 1 0 0 0,0-1-1 0 0,0 0 1 0 0,-1 0-1 0 0,1 0 1 0 0,0 0 0 0 0,0 0-1 0 0,0 0 1 0 0,0 0-1 0 0,0 0 1 0 0,-1 1 0 0 0,1-1-1 0 0,-1 0 1 0 0,-4-7 48 0 0,-1-14 71 0 0,6 20-112 0 0,-6-32-188 0 0,1 0 1 0 0,2-2-1 0 0,2 1 1 0 0,1 0 0 0 0,6-46-1 0 0,9-11-271 0 0,-13 78 362 0 0,2 1 0 0 0,-1 0 0 0 0,1-1 0 0 0,2 2 1 0 0,6-15-1 0 0,-11 26 88 0 0,0-3 1 0 0,-1 3-1 0 0,1-1 0 0 0,0 0 1 0 0,-1 0-1 0 0,0 0 1 0 0,1 0-1 0 0,0 0 1 0 0,0 0-1 0 0,0 0 1 0 0,1 0-1 0 0,-2 0 1 0 0,1 1-1 0 0,0 0 1 0 0,0-1-1 0 0,1 1 1 0 0,-1-1-1 0 0,-1 0 1 0 0,2 1-1 0 0,-1 0 0 0 0,1 0 1 0 0,-1 0-1 0 0,-1 0 1 0 0,2-2-1 0 0,0 2 1 0 0,1 2 9 0 0,-3-2 0 0 0,2 0 0 0 0,-1 1 0 0 0,1-1-1 0 0,-1 1 1 0 0,-1 0 0 0 0,2-1 0 0 0,-1 1 0 0 0,-1 0 0 0 0,1 0 0 0 0,1 0 0 0 0,-2 0 0 0 0,1 0 0 0 0,0 0 0 0 0,0 0 0 0 0,-1 0 0 0 0,1 0-1 0 0,0 0 1 0 0,-1 1 0 0 0,1-1 0 0 0,0 0 0 0 0,0 2 0 0 0,3 13 100 0 0,0 0 1 0 0,0 0-1 0 0,2 23 1 0 0,-2 52 346 0 0,-3-43-225 0 0,1 74 298 0 0,-4-101-376 0 0,0 1 0 0 0,-1 0 1 0 0,-10 32-1 0 0,13-53-148 0 0,0-1 0 0 0,0 0 0 0 0,0 1 0 0 0,0 0 0 0 0,-1 0 0 0 0,1-1 0 0 0,0 0 0 0 0,-1 2 0 0 0,1-1 0 0 0,0-1 0 0 0,-1 0 0 0 0,1 1 0 0 0,-1-1 0 0 0,1 1 0 0 0,0 0 0 0 0,-1-1 0 0 0,0 0-2 0 0,1 0 0 0 0,0 0-1 0 0,-1 0 1 0 0,1 0 0 0 0,0 0 0 0 0,0-1-1 0 0,-1 1 1 0 0,1 0 0 0 0,0 0 0 0 0,0-1-1 0 0,0 1 1 0 0,-1 0 0 0 0,1-1-1 0 0,0 1 1 0 0,0 0 0 0 0,0 0 0 0 0,0 0-1 0 0,0 0 1 0 0,0-1 0 0 0,0 1-1 0 0,-1 0 1 0 0,1-2 0 0 0,0 2 0 0 0,-1-25 90 0 0,1 9-200 0 0,1-1 0 0 0,1 1 0 0 0,8-25-1 0 0,17-47-420 0 0,-21 70 458 0 0,1-1-90 0 0,0 2-1 0 0,3-1 1 0 0,16-26-1 0 0,-26 42 150 0 0,2 0 0 0 0,-2 1 0 0 0,1 1 0 0 0,1-2 0 0 0,-2 1 0 0 0,1-1 0 0 0,0 1 0 0 0,1 1 0 0 0,-1-1 0 0 0,0 0 0 0 0,0 0 0 0 0,0 1 0 0 0,1-1 0 0 0,0 0 0 0 0,-2 0 0 0 0,5 0 0 0 0,-4 1 16 0 0,-1 0-1 0 0,1 0 0 0 0,-1 0 0 0 0,1 0 0 0 0,0 0 0 0 0,0 1 1 0 0,0-1-1 0 0,-1 0 0 0 0,1 1 0 0 0,0-1 0 0 0,-1 0 0 0 0,0 1 1 0 0,1-1-1 0 0,0 1 0 0 0,-1-1 0 0 0,1 0 0 0 0,-1 1 0 0 0,0-1 1 0 0,2 1-1 0 0,-2-1 0 0 0,1 1 0 0 0,-1-1 0 0 0,0 1 0 0 0,0-1 1 0 0,0 2-1 0 0,1-2 0 0 0,-1 1 0 0 0,0 0 0 0 0,0-1 0 0 0,1 1 1 0 0,-1-1-1 0 0,0 1 0 0 0,0 0 0 0 0,0 1 0 0 0,6 35 316 0 0,1 65 0 0 0,-4-40-29 0 0,1-14-80 0 0,1-12-13 0 0,-4-1 0 0 0,-1 48 0 0 0,-5-59-81 0 0,5-22-109 0 0,0-2 0 0 0,0 3 1 0 0,-1-3-1 0 0,1 2 1 0 0,0-1-1 0 0,0-1 0 0 0,-1 2 1 0 0,1-1-1 0 0,-1-1 1 0 0,0 2-1 0 0,0-1 0 0 0,0 0 1 0 0,0 0-1 0 0,0 0 1 0 0,1-1-1 0 0,-1 1 0 0 0,-1 1 1 0 0,2-2-4 0 0,0 0 0 0 0,-2 0 1 0 0,2 0-1 0 0,-1 0 0 0 0,1 0 0 0 0,0 0 1 0 0,-1 0-1 0 0,1 0 0 0 0,-1 0 0 0 0,1 0 0 0 0,-1-1 1 0 0,1 1-1 0 0,0 0 0 0 0,0 0 0 0 0,0-1 1 0 0,-2 1-1 0 0,2 0 0 0 0,-1-1 0 0 0,1 1 1 0 0,0 0-1 0 0,0 0 0 0 0,0 0 0 0 0,-1 0 0 0 0,1-1 1 0 0,0 1-1 0 0,0-1 0 0 0,-1 1 0 0 0,1-1 1 0 0,0 1-1 0 0,0 0 0 0 0,-1 0 0 0 0,1-1 1 0 0,0 1-1 0 0,0-2 0 0 0,-5-16 34 0 0,4 15-27 0 0,-1-11-120 0 0,-1-1 0 0 0,1-1-1 0 0,2 1 1 0 0,0-1 0 0 0,0 1 0 0 0,5-23 0 0 0,3-2-260 0 0,14-47 1 0 0,-16 68 190 0 0,2 1 0 0 0,12-21 0 0 0,-3 6 28 0 0,-14 27 80 0 0,1 0 0 0 0,0-1 0 0 0,0 0 1 0 0,1 1-1 0 0,0 0 0 0 0,6-6 0 0 0,-11 13 79 0 0,0 0 0 0 0,0 1-1 0 0,0-1 1 0 0,0 1 0 0 0,0-1-1 0 0,0 1 1 0 0,0-1 0 0 0,0 1 0 0 0,0-1-1 0 0,0 3 1 0 0,-9 46 169 0 0,2-6 202 0 0,-16 59 0 0 0,22-102-366 0 0,1 1 0 0 0,-1 1 0 0 0,1-2 0 0 0,-1 1 1 0 0,0 0-1 0 0,0 0 0 0 0,-1-1 0 0 0,1 1 1 0 0,0-1-1 0 0,0 1 0 0 0,0-1 0 0 0,-2 2 1 0 0,2-3-12 0 0,1 1 0 0 0,-1-1 0 0 0,1 0 0 0 0,-1 0 0 0 0,1 0 0 0 0,0 1 0 0 0,0-1 0 0 0,-1 0 0 0 0,1 0 0 0 0,-2 0 0 0 0,2 0 0 0 0,0 0 0 0 0,0 0 0 0 0,-1 0 0 0 0,1 0 0 0 0,-1 0 0 0 0,1 0 1 0 0,-1 0-1 0 0,1 0 0 0 0,-1 0 0 0 0,1 0 0 0 0,0-1 0 0 0,-3 0 2 0 0,3 1 0 0 0,-1-1 1 0 0,0 1-1 0 0,0-1 0 0 0,1 0 1 0 0,-1 0-1 0 0,0 1 0 0 0,1-2 1 0 0,-1 1-1 0 0,0 1 0 0 0,0-2 1 0 0,0 0-1 0 0,-3-7-25 0 0,1 1 1 0 0,0-2 0 0 0,1 2-1 0 0,-1-1 1 0 0,1 0-1 0 0,0 0 1 0 0,1-10-1 0 0,1-68-464 0 0,1 71 424 0 0,-1-15-96 0 0,5-186-937 0 0,-4 214 1082 0 0,-1 2-1 0 0,0-1 1 0 0,-1 0 0 0 0,1 0 0 0 0,0 0 0 0 0,0 1-1 0 0,-1-1 1 0 0,0 1 0 0 0,1-1 0 0 0,-1 0-1 0 0,0 0 1 0 0,0-2 0 0 0,1 4 7 0 0,-1 0 0 0 0,1 0-1 0 0,0-1 1 0 0,-1 1 0 0 0,1 0 0 0 0,0-1-1 0 0,-1 1 1 0 0,1 0 0 0 0,0 0 0 0 0,0 0-1 0 0,0 0 1 0 0,-2 0 0 0 0,2 0 0 0 0,0 0-1 0 0,-1 0 1 0 0,1 0 0 0 0,0 0 0 0 0,0 0-1 0 0,0 0 1 0 0,-1 0 0 0 0,1 0 0 0 0,-1 0 0 0 0,0 0-1 0 0,1 0 5 0 0,-2 0 0 0 0,1 0 0 0 0,0 1-1 0 0,0 0 1 0 0,0-1 0 0 0,0 1 0 0 0,-1 0 0 0 0,2 0 0 0 0,-1 0-1 0 0,-1 0 1 0 0,-8 9 120 0 0,0 1 0 0 0,-8 11 1 0 0,-14 15 226 0 0,25-30-323 0 0,0 0 87 0 0,-1 1 0 0 0,-15 9-1 0 0,20-15-88 0 0,0 1 0 0 0,-1-2 0 0 0,2 1 0 0 0,-2-1 0 0 0,1 0 0 0 0,0 1 0 0 0,0-1 0 0 0,-2 0 0 0 0,2-1 0 0 0,-1 1 0 0 0,-7-1 0 0 0,10 1-18 0 0,0-1 0 0 0,1 0 0 0 0,0 1 0 0 0,-1-1 0 0 0,0 0 0 0 0,0 0 0 0 0,0 0 1 0 0,0 2-1 0 0,0-2 0 0 0,1 1 0 0 0,0-1 0 0 0,-1 0 0 0 0,0 1 0 0 0,0 0 0 0 0,1 0 0 0 0,-1-1 0 0 0,1 1 0 0 0,-1-1 0 0 0,1 1 0 0 0,-1 0 0 0 0,1 0 0 0 0,-1 0 0 0 0,1 0 0 0 0,0 0 0 0 0,0-1 0 0 0,0 0 0 0 0,0 1 0 0 0,0 0 0 0 0,0 0 0 0 0,0-1 0 0 0,0 3 0 0 0,0 28 148 0 0,2-5 24 0 0,4 16 183 0 0,-2 1 0 0 0,-4 82 0 0 0,-5-81 67 0 0,-23 89 0 0 0,21-106-240 0 0,-3-1 0 0 0,-1-1 1 0 0,0 2-1 0 0,-22 32 1 0 0,25-46-114 0 0,0 0 67 0 0,1-1-1 0 0,-12 12 1 0 0,19-24-142 0 0,0 0 1 0 0,0 1 0 0 0,-1-1-1 0 0,1 0 1 0 0,0 0 0 0 0,0 1-1 0 0,0-1 1 0 0,0 0 0 0 0,0 0 0 0 0,0 0-1 0 0,0 1 1 0 0,0-1 0 0 0,0 0-1 0 0,-2 0 1 0 0,2 0 0 0 0,0 0-1 0 0,0 0 1 0 0,-1 1 0 0 0,1-1-1 0 0,0 0 1 0 0,-1 0 0 0 0,1 0-1 0 0,0 0 1 0 0,0 0 0 0 0,0 0-1 0 0,0 0 1 0 0,0 0 0 0 0,-1 0-1 0 0,1 0 1 0 0,0 0 0 0 0,0 0 0 0 0,-1 0-1 0 0,1 0 1 0 0,-1 0 0 0 0,-2-9 100 0 0,4-9 67 0 0,-1 15-165 0 0,1 1-1 0 0,-1 0 1 0 0,1-1 0 0 0,0 2 0 0 0,0-1 0 0 0,0-1 0 0 0,-1 2 0 0 0,2-1 0 0 0,0 0 0 0 0,-1 0-1 0 0,0 0 1 0 0,0 1 0 0 0,1-1 0 0 0,0 0 0 0 0,1-1 0 0 0,-2 2-2 0 0,0 1 0 0 0,1 0 0 0 0,-1-1 1 0 0,-1 0-1 0 0,1 0 0 0 0,0 1 0 0 0,0-1 0 0 0,1 1 1 0 0,-1-1-1 0 0,0 1 0 0 0,0 0 0 0 0,0-1 0 0 0,0 1 0 0 0,1 0 1 0 0,-2 0-1 0 0,2 0 0 0 0,-1 0 0 0 0,0 0 0 0 0,1 0 0 0 0,-1 0 1 0 0,0 1-1 0 0,0-1 0 0 0,0 1 0 0 0,0-1 0 0 0,1 0 1 0 0,-2 1-1 0 0,1 0 0 0 0,1-1 0 0 0,-2 1 0 0 0,2 0 0 0 0,2 2 12 0 0,0 1-1 0 0,0 0 1 0 0,0 0-1 0 0,-2-1 1 0 0,2 2 0 0 0,-1-1-1 0 0,2 6 1 0 0,16 35 134 0 0,-15-33-122 0 0,87 224 539 0 0,-74-187-458 0 0,-16-38-69 0 0,6 8 26 0 0,-2 1 0 0 0,-1-2 0 0 0,3 24 1 0 0,-10-37-50 0 0,-3-8 18 0 0,-2-11 22 0 0,-22-81-1074 0 0,-15-106 1 0 0,36 166 735 0 0,2 10 29 0 0,1-1 0 0 0,-1-30-1 0 0,7 46 184 0 0,-2 10 70 0 0,0 0 0 0 0,1 0 0 0 0,-1 0-1 0 0,0 0 1 0 0,0 0 0 0 0,0 0-1 0 0,0 0 1 0 0,0 0 0 0 0,0 0-1 0 0,1 0 1 0 0,-1 0 0 0 0,0 0-1 0 0,0 0 1 0 0,0 0 0 0 0,0 0-1 0 0,0 0 1 0 0,0 0 0 0 0,0 0-1 0 0,0 0 1 0 0,0 0 0 0 0,0 0-1 0 0,0 0 1 0 0,0 0 0 0 0,0 0-1 0 0,0 0 1 0 0,1 0 0 0 0,-1 1-1 0 0,0-1 1 0 0,0 0 0 0 0,0 0-1 0 0,0 0 1 0 0,0 0 0 0 0,0 0-1 0 0,0 0 1 0 0,0 0 0 0 0,0 0-1 0 0,0 1 1 0 0,1-1 0 0 0,-1 0 0 0 0,0 0-1 0 0,0 0 1 0 0,8 18-94 0 0,40 154 703 0 0,-7-14-83 0 0,108 238 841 0 0,-214-572-2277 0 0,61 166 801 0 0,2 4 63 0 0,-1 1 1 0 0,1-1-1 0 0,1 0 0 0 0,-2-1 1 0 0,2 1-1 0 0,-1-6 0 0 0,2 12 48 0 0,0 0 0 0 0,0-1-1 0 0,0 1 1 0 0,0 0-1 0 0,0-1 1 0 0,0 1 0 0 0,0 0-1 0 0,0-1 1 0 0,0 1-1 0 0,0 0 1 0 0,0-1 0 0 0,0 1-1 0 0,0 0 1 0 0,0-1-1 0 0,0 1 1 0 0,0 0-1 0 0,0-1 1 0 0,0 1 0 0 0,0 0-1 0 0,0 0 1 0 0,0 0-1 0 0,0 0 1 0 0,0-1 0 0 0,1 1-1 0 0,-1 0 1 0 0,0 0-1 0 0,0-1 1 0 0,1 1 0 0 0,-1 0-1 0 0,0 0 1 0 0,0 0-1 0 0,1-1 1 0 0,-1 1 0 0 0,0 0-1 0 0,0 0 1 0 0,0 0-1 0 0,0 0 1 0 0,0-1 0 0 0,2 1-1 0 0,-2 0 1 0 0,0 0-1 0 0,1 0 1 0 0,-1 0 0 0 0,0 0-1 0 0,0 0 1 0 0,0 0-1 0 0,0 0 1 0 0,1 0 0 0 0,-1 0-1 0 0,0 0 1 0 0,1 0-1 0 0,-1 0 1 0 0,0 0 0 0 0,1 1-1 0 0,-1-1 1 0 0,0 0-1 0 0,0 0 1 0 0,0 0 0 0 0,0 0-1 0 0,1 1 1 0 0,-1-1-1 0 0,0 0 1 0 0,2 1 0 0 0,14 13-63 0 0,12 22 254 0 0,-1 2-1 0 0,32 57 0 0 0,-27-42-31 0 0,-17-28-75 0 0,48 85 290 0 0,-62-110-372 0 0,1 5 15 0 0,1-1 1 0 0,-2 1-1 0 0,1-1 0 0 0,1 0 0 0 0,-3 2 0 0 0,3 7 0 0 0,-3-13-15 0 0,0 0-1 0 0,0 0 1 0 0,0 0-1 0 0,0 1 1 0 0,0-1-1 0 0,0 0 0 0 0,0 0 1 0 0,0 0-1 0 0,0 0 1 0 0,0 0-1 0 0,0 0 1 0 0,0 1-1 0 0,0-1 1 0 0,0 0-1 0 0,0 0 1 0 0,0 0-1 0 0,0 0 1 0 0,0 0-1 0 0,0 0 1 0 0,0 0-1 0 0,0 0 1 0 0,0 0-1 0 0,0 0 1 0 0,0 0-1 0 0,0 0 1 0 0,0 0-1 0 0,0 0 1 0 0,-1 0-1 0 0,1 0 1 0 0,0 0-1 0 0,0 0 1 0 0,0 0-1 0 0,0 0 1 0 0,0 0-1 0 0,0 0 1 0 0,0 1-1 0 0,-1-1 1 0 0,1 0-1 0 0,0 0 1 0 0,0 0-1 0 0,0 0 1 0 0,0 0-1 0 0,0 0 1 0 0,0 0-1 0 0,-1 0 1 0 0,1-1-1 0 0,-6-2 36 0 0,-10-9 22 0 0,15 11-55 0 0,-29-31-58 0 0,37 42 124 0 0,0 0 0 0 0,9 17-1 0 0,-10-17-29 0 0,34 55 249 0 0,71 88 0 0 0,-109-150-276 0 0,11 13 50 0 0,-11-15-32 0 0,-7-10-9 0 0,-114-154-1375 0 0,98 136 1130 0 0,12 10 66 0 0,9 13 157 0 0,9 9-34 0 0,23 27 141 0 0,51 64 0 0 0,-24-26 151 0 0,-29-35-138 0 0,-7-8 40 0 0,32 29 0 0 0,-87-87-74 0 0,15 13-19 0 0,-22-18 1 0 0,10 15-434 0 0,-32-34-1 0 0,58 48 235 0 0,8 8 138 0 0,10 8 76 0 0,210 149 608 0 0,-148-118-503 0 0,-72-39-148 0 0,-7-4-10 0 0,-5-7 0 0 0,-45-38 204 0 0,-13-14 49 0 0,61 57-218 0 0,9 5-36 0 0,7 7-11 0 0,98 55 335 0 0,-106-61-260 0 0,-10-5-43 0 0,-10-5-29 0 0,11 8 18 0 0,5 0-35 0 0,-1 1 0 0 0,1-1 0 0 0,-1 1 0 0 0,0-1 0 0 0,0 1 0 0 0,0 0 0 0 0,0 0 0 0 0,0 0 0 0 0,1 0 0 0 0,-1-1 0 0 0,0 1 0 0 0,0 0 0 0 0,0 0 0 0 0,0 0 0 0 0,0 0 0 0 0,1 0 0 0 0,-2 0 0 0 0,1 0 0 0 0,1 1 0 0 0,-3-1 0 0 0,17 16 61 0 0,-6-10-3 0 0,-7-6-58 0 0,1 0 0 0 0,-2 1 0 0 0,1 0 0 0 0,0 0 0 0 0,1-1 0 0 0,-1 1 0 0 0,0 0 0 0 0,-1 0-1 0 0,1 1 1 0 0,0-1 0 0 0,0-1 0 0 0,-1 1 0 0 0,3 1 0 0 0,-3-1 2 0 0,0 1-1 0 0,0-2 1 0 0,0 1 0 0 0,0-1 0 0 0,0 0-1 0 0,0 1 1 0 0,0-1 0 0 0,1 1 0 0 0,-1-1-1 0 0,1 1 1 0 0,-1-1 0 0 0,0 0 0 0 0,1 0-1 0 0,-1 1 1 0 0,0-1 0 0 0,0 1 0 0 0,2-1-1 0 0,-2 0 1 0 0,1 1 0 0 0,6 5 15 0 0,17 15 76 0 0,-21-19-90 0 0,-2-1-3 0 0,-1 0-1 0 0,1-1 1 0 0,-1 1 0 0 0,1-1 0 0 0,0 1 0 0 0,-1-1 0 0 0,1 1 0 0 0,0-1 0 0 0,0 0 0 0 0,-1 0 0 0 0,0 0 0 0 0,1 0 0 0 0,0 1 0 0 0,-1-1 0 0 0,1 0 0 0 0,-1 0 0 0 0,2 0 0 0 0,-1 0 0 0 0,-1 0-1 0 0,0 0 1 0 0,2 0 0 0 0,4 1 17 0 0,-1 0 0 0 0,1 0 0 0 0,-2 1 0 0 0,1 0 0 0 0,1 0 0 0 0,-1 0 0 0 0,-1 1 0 0 0,1-1 0 0 0,0 1 0 0 0,5 5 0 0 0,5 1 9 0 0,0 1 64 0 0,-2-1-1 0 0,23 22 1 0 0,-20-18-63 0 0,-6-3-11 0 0,-5-5 8 0 0,0 0 0 0 0,0-1-1 0 0,2 0 1 0 0,-1 1 0 0 0,7 3 0 0 0,5 0 18 0 0,-13-7-30 0 0,-1 1 0 0 0,-1-1 0 0 0,1 2 1 0 0,0-1-1 0 0,0-1 0 0 0,-1 2 0 0 0,4 3 1 0 0,5 2 49 0 0,-1-1 0 0 0,0 1 0 0 0,17 7 0 0 0,-2 0 3 0 0,33 19 170 0 0,-54-31-222 0 0,0 0 1 0 0,-1-1 0 0 0,1 0 0 0 0,0 0-1 0 0,1 0 1 0 0,-2 0 0 0 0,2 0 0 0 0,0-1 0 0 0,-1-1-1 0 0,0 1 1 0 0,9 0 0 0 0,-8 0 2 0 0,0 0 0 0 0,-2 0 0 0 0,3 1 0 0 0,-2 0 0 0 0,0-1 0 0 0,0 1 0 0 0,0 1 0 0 0,0 0 0 0 0,9 5 0 0 0,13 7 58 0 0,-14-9-15 0 0,0-1-1 0 0,19 5 1 0 0,-29-10-60 0 0,0 1 0 0 0,0-1 0 0 0,2 0 0 0 0,-1 0 0 0 0,-1-1 0 0 0,1 1 0 0 0,-2 0 0 0 0,1-2 0 0 0,1 1 0 0 0,-1 1 0 0 0,0-2 0 0 0,1 1 0 0 0,3-3 0 0 0,1 0 0 0 0,0-1 0 0 0,0 0-1 0 0,13-11 1 0 0,-17 11-42 0 0,1 0 1 0 0,-1 1-1 0 0,-1-1 0 0 0,0-1 1 0 0,1 2-1 0 0,-1-2 0 0 0,0 0 1 0 0,0 1-1 0 0,3-10 0 0 0,-2 1-71 0 0,-1 1-1 0 0,0-1 0 0 0,1-15 1 0 0,5-75-955 0 0,-7 34 514 0 0,-10-56-580 0 0,0 43 374 0 0,3 40 417 0 0,-5-29-367 0 0,7 54 407 0 0,-7-28 1 0 0,4 28-16 0 0,-1-25 0 0 0,4 25 93 0 0,-1 0-1 0 0,-1 1 0 0 0,-7-19 0 0 0,0-1-185 0 0,-4 2 27 0 0,-1-12-431 0 0,-2 1-1 0 0,-47-82 1 0 0,34 63 553 0 0,19 38 127 0 0,-18-30 0 0 0,-51-69-166 0 0,-41-32 494 0 0,103 134-347 0 0,-30-28 87 0 0,9 11 502 0 0,22 22-272 0 0,-29-22 0 0 0,12 11-379 0 0,-127-99 1312 0 0,109 90-638 0 0,37 26-369 0 0,11 9-19 0 0,0 0 1 0 0,0-1-1 0 0,-7-7 0 0 0,9 9-22 0 0,1 0 1 0 0,-2 0-1 0 0,2 0 0 0 0,-1 1 1 0 0,-1 0-1 0 0,-5-3 0 0 0,5 2 6 0 0,0 0-1 0 0,0 0 0 0 0,-10-7 1 0 0,-5-9 47 0 0,-2 2 1 0 0,-2 0-1 0 0,2 2 0 0 0,-3 0 1 0 0,0 2-1 0 0,-34-14 0 0 0,-54-25 626 0 0,4-8-92 0 0,216 118 0 0 0,-1 11-36 0 0,8 4-13 0 0,-47-32-249 0 0,30 28 315 0 0,-43-23-359 0 0,18 13 138 0 0,87 53 507 0 0,-113-81-492 0 0,51 46-1 0 0,-19-12-46 0 0,47 43 351 0 0,-111-93-751 0 0,-1 1 0 0 0,15 23 0 0 0,26 37 0 0 0,16 24 0 0 0,-54-76 0 0 0,-9-13 0 0 0,-1 0 0 0 0,7 11 0 0 0,-7-7 0 0 0,-15-35-214 0 0,-11-29 1 0 0,-5-13-218 0 0,-1 10-468 0 0,-2 2 0 0 0,-67-90 0 0 0,76 114 660 0 0,-130-154-1890 0 0,37 63 664 0 0,83 89 843 0 0,-67-47 0 0 0,-100-47 856 0 0,155 97-239 0 0,-5-4-190 0 0,16 10 347 0 0,0 2-1 0 0,-2 0 1 0 0,-47-19-1 0 0,72 34-119 0 0,0 1-1 0 0,0-2 1 0 0,0 3-1 0 0,1-1 0 0 0,-1 1 1 0 0,0-1-1 0 0,-1 2 1 0 0,-8 0-1 0 0,14-1-18 0 0,-1 0 0 0 0,0 0 0 0 0,1 1 0 0 0,-1 1 0 0 0,1-2 0 0 0,-1 0 0 0 0,0 2 0 0 0,1-1 0 0 0,-1-1 0 0 0,1 2 0 0 0,0-1 0 0 0,-1 1 0 0 0,1-1 0 0 0,1 1 0 0 0,-1 0 0 0 0,-1-1 0 0 0,1 1 0 0 0,1 1 0 0 0,-1-2 0 0 0,0 2 0 0 0,1-1 0 0 0,0 0 0 0 0,-1 0 0 0 0,-1 3 0 0 0,3 1 13 0 0,0-1 0 0 0,-1 0-1 0 0,1 1 1 0 0,0-1 0 0 0,1 1-1 0 0,-1-1 1 0 0,1 1 0 0 0,0-1-1 0 0,0 0 1 0 0,1 1 0 0 0,2 6-1 0 0,6 19 174 0 0,-8-17-136 0 0,3 12 113 0 0,0 2 0 0 0,-3-1 0 0 0,-1 52 0 0 0,-2-61-82 0 0,-6 19 0 0 0,7-37-92 0 0,0 0-1 0 0,0 1 1 0 0,0-1-1 0 0,0 0 1 0 0,0 1-1 0 0,0-1 0 0 0,0 1 1 0 0,-1-1-1 0 0,1 0 1 0 0,0 1-1 0 0,0-1 1 0 0,0 0-1 0 0,0 0 1 0 0,0 0-1 0 0,0 0 0 0 0,0 1 1 0 0,0-1-1 0 0,0 0 1 0 0,-1 0-1 0 0,1 1 1 0 0,0-1-1 0 0,-2 0 0 0 0,2 0 1 0 0,0 1-1 0 0,0-1 1 0 0,0 0-1 0 0,0 0 1 0 0,-1 0-1 0 0,1 0 1 0 0,0 0-1 0 0,-1 0 0 0 0,-8-5 105 0 0,-4-15 90 0 0,-56-122-1056 0 0,29 54 124 0 0,39 85 711 0 0,-1-1 0 0 0,-1 0 0 0 0,1 0 0 0 0,0 1 0 0 0,-2 0 0 0 0,-2-4 0 0 0,4 7-65 0 0,1 5 93 0 0,1 8 74 0 0,0-9-85 0 0,-3 39 231 0 0,0 1 0 0 0,-11 56-1 0 0,-30 83 516 0 0,12-56-271 0 0,29-106-380 0 0,-1-3 18 0 0,0 1 1 0 0,-1-1-1 0 0,-1 0 1 0 0,-13 26-1 0 0,19-44-102 0 0,0 1-1 0 0,-1 0 1 0 0,1 0 0 0 0,0-1 0 0 0,-1 1 0 0 0,0-1-1 0 0,1 2 1 0 0,0-2 0 0 0,0 1 0 0 0,-1-1-1 0 0,-1 1 1 0 0,2 0 0 0 0,0-1 0 0 0,-1 0 0 0 0,0 0-1 0 0,0 1 1 0 0,1-1 0 0 0,-1 1 0 0 0,1-1-1 0 0,-2 1 1 0 0,1-1 0 0 0,0 0 0 0 0,0 0 0 0 0,1 0 0 0 0,0-1 1 0 0,-1 1-1 0 0,0 0 0 0 0,1 0 0 0 0,-1-1 0 0 0,0 1 0 0 0,1-1 0 0 0,-1 1 1 0 0,1 0-1 0 0,-1 0 0 0 0,1-1 0 0 0,0 1 0 0 0,0-1 0 0 0,-1 1 0 0 0,1-1 0 0 0,-1 1 1 0 0,1 0-1 0 0,0-2 0 0 0,-1 1 0 0 0,-2-5 31 0 0,1 0 1 0 0,-1-1-1 0 0,-1-11 0 0 0,3 16-26 0 0,-55-208-1439 0 0,55 204 1351 0 0,0 3 48 0 0,0-1 1 0 0,1 1-1 0 0,-1 0 0 0 0,-1 0 1 0 0,2-1-1 0 0,0 1 1 0 0,0-1-1 0 0,0 1 0 0 0,0 0 1 0 0,0-5-1 0 0,0 8 30 0 0,0-1 0 0 0,0 1-1 0 0,0 0 1 0 0,0 0 0 0 0,0 0-1 0 0,2 0 1 0 0,-2 0 0 0 0,0-1-1 0 0,0 1 1 0 0,0 0 0 0 0,0 0 0 0 0,0 0-1 0 0,0 0 1 0 0,0 0 0 0 0,1 0-1 0 0,-1 0 1 0 0,0 0 0 0 0,0 0-1 0 0,0-1 1 0 0,0 1 0 0 0,0 0-1 0 0,0 0 1 0 0,0 0 0 0 0,0 0 0 0 0,0 0-1 0 0,0 0 1 0 0,0 0 0 0 0,1 0-1 0 0,-1 0 1 0 0,0 0 0 0 0,0 0-1 0 0,0 0 1 0 0,0 0 0 0 0,1 0 0 0 0,-1 1-1 0 0,0-1 1 0 0,0 0 0 0 0,0 0-1 0 0,0 0 1 0 0,0 0 0 0 0,1 0-1 0 0,-1 0 1 0 0,0 0 0 0 0,0 0-1 0 0,0 0 1 0 0,0 1 0 0 0,0-1 0 0 0,6 6-5 0 0,-5-5 22 0 0,11 15 70 0 0,-1-1 0 0 0,-1 1 0 0 0,0 0-1 0 0,12 34 1 0 0,-7-16 52 0 0,155 300 1034 0 0,27-15 21 0 0,-195-316-1184 0 0,2 3 31 0 0,1 1-1 0 0,1 0 0 0 0,-1 0 1 0 0,1-1-1 0 0,10 8 0 0 0,-16-14-35 0 0,1 1 0 0 0,-1-1-1 0 0,0 0 1 0 0,2 1 0 0 0,-2-1-1 0 0,0 0 1 0 0,0 1 0 0 0,0-1-1 0 0,1 0 1 0 0,-1 0 0 0 0,1 0 0 0 0,-1 0-1 0 0,1 0 1 0 0,-1 0 0 0 0,0 0-1 0 0,0 0 1 0 0,1 0 0 0 0,-1 0-1 0 0,1 0 1 0 0,-1 0 0 0 0,1 0-1 0 0,-1 0 1 0 0,0 0 0 0 0,1 0 0 0 0,-1 0-1 0 0,1 0 1 0 0,-1 0 0 0 0,1 0-1 0 0,-1 0 1 0 0,0 0 0 0 0,1-1 1 0 0,0 0 1 0 0,-1 0 0 0 0,1 1 0 0 0,-1-1 0 0 0,0 1-1 0 0,1-2 1 0 0,-1 1 0 0 0,0 1 0 0 0,1-1 0 0 0,-1 0-1 0 0,0 0 1 0 0,0 1 0 0 0,0-1 0 0 0,0-1 0 0 0,-3-32-79 0 0,3 32 48 0 0,-9-49-674 0 0,-28-83 1 0 0,-29-46-645 0 0,51 144 1023 0 0,-21-63-474 0 0,33 86 709 0 0,3 13 84 0 0,0 0-1 0 0,0 0 0 0 0,0 0 1 0 0,0-1-1 0 0,0 1 1 0 0,0 0-1 0 0,0 0 0 0 0,0 0 1 0 0,0 0-1 0 0,0 0 0 0 0,1 0 1 0 0,-1 0-1 0 0,0 0 0 0 0,0 0 1 0 0,0 0-1 0 0,0 0 1 0 0,0 0-1 0 0,0 0 0 0 0,0 0 1 0 0,0 0-1 0 0,0 0 0 0 0,0 0 1 0 0,0 0-1 0 0,0 0 0 0 0,0 0 1 0 0,1 0-1 0 0,-1 0 1 0 0,0 0-1 0 0,0 0 0 0 0,0 0 1 0 0,0 0-1 0 0,0 0 0 0 0,0 0 1 0 0,0 0-1 0 0,0 0 0 0 0,0 0 1 0 0,1 0-1 0 0,-1 0 1 0 0,0 0-1 0 0,0 0 0 0 0,0 0 1 0 0,0 0-1 0 0,0 0 0 0 0,0 0 1 0 0,0 0-1 0 0,0 0 0 0 0,0 0 1 0 0,0 0-1 0 0,1 0 1 0 0,-1 0-1 0 0,0 0 0 0 0,0 0 1 0 0,0 0-1 0 0,0 0 0 0 0,0 0 1 0 0,0 0-1 0 0,0 0 0 0 0,0 0 1 0 0,14 18-3 0 0,71 121 640 0 0,-52-80-408 0 0,309 466 2044 0 0,-309-485-2060 0 0,-19-24-87 0 0,-2 0 1 0 0,15 23-1 0 0,-75-92-91 0 0,23 25-304 0 0,-56-65-594 0 0,66 77 637 0 0,-1 1 1 0 0,-1 1-1 0 0,-28-19 1 0 0,41 31 236 0 0,1 0 0 0 0,-2 0 0 0 0,1 0 1 0 0,-7-3-1 0 0,10 5-8 0 0,1 0 0 0 0,-1 0 0 0 0,1 0-1 0 0,0 0 1 0 0,-2-1 0 0 0,1 1 0 0 0,1 0 0 0 0,0 0 0 0 0,-1 0 0 0 0,1 0 0 0 0,-1 0 0 0 0,0 0 0 0 0,1 0 0 0 0,0 0-1 0 0,-1 0 1 0 0,1 0 0 0 0,-2 0 0 0 0,2 1 0 0 0,0-1 0 0 0,-1 0 0 0 0,0 0 0 0 0,1 0 0 0 0,-1 0 0 0 0,1 0 0 0 0,0 1-1 0 0,0-1 1 0 0,-1 0 0 0 0,0 1 0 0 0,1-1 0 0 0,-1 2 0 0 0,1-2 0 0 0,0 0 0 0 0,-1 0 0 0 0,1 1 0 0 0,-1 0 0 0 0,1-1-1 0 0,0 1 1 0 0,0-1 0 0 0,-1 0 0 0 0,1 1 0 0 0,0-1 0 0 0,0 1 0 0 0,0 0 0 0 0,0-1 0 0 0,0 1 0 0 0,0 0 0 0 0,0-1-1 0 0,0 1 1 0 0,0 0 0 0 0,0 6 31 0 0,1 0 0 0 0,0 1-1 0 0,1-1 1 0 0,0-1-1 0 0,-1 1 1 0 0,6 12 0 0 0,23 40 134 0 0,-21-42-111 0 0,13 26 147 0 0,2-2 0 0 0,32 42 0 0 0,-50-77-182 0 0,-21-38 131 0 0,-96-113-1351 0 0,71 94 746 0 0,-140-166-1311 0 0,132 161 1256 0 0,-64-71-647 0 0,98 114 1124 0 0,29 30 83 0 0,0 0-1 0 0,22 33 0 0 0,-12-16 131 0 0,-10-15-64 0 0,310 390 2389 0 0,-229-295-1800 0 0,49 52 322 0 0,-98-119-670 0 0,-41-41-304 0 0,2 0 0 0 0,-1-1 0 0 0,1 1 0 0 0,0-1 0 0 0,8 3 0 0 0,3 1 13 0 0,-13-8-15 0 0,-1 1 0 0 0,2 0-1 0 0,-2 1 1 0 0,-1-1 0 0 0,2 2 0 0 0,-1-1 0 0 0,0 0-1 0 0,-1 1 1 0 0,7 6 0 0 0,2 4 152 0 0,25 22-1 0 0,-35-33-175 0 0,2 0 1 0 0,-2 1-1 0 0,2-2 0 0 0,0 1 1 0 0,-1 0-1 0 0,1-1 0 0 0,0 0 0 0 0,0 1 1 0 0,0-2-1 0 0,0 1 0 0 0,6-1 0 0 0,-8 0-8 0 0,-2-1 0 0 0,2 0-1 0 0,-1 0 1 0 0,0 0 0 0 0,1-1-1 0 0,-1 1 1 0 0,1-1 0 0 0,-1 1-1 0 0,-1 0 1 0 0,2-1 0 0 0,-1 0-1 0 0,0 0 1 0 0,0 1 0 0 0,0-3-1 0 0,0 2 1 0 0,2-2 0 0 0,-1 1-21 0 0,-1-1 1 0 0,1 1-1 0 0,0-2 1 0 0,0 1 0 0 0,-1 1-1 0 0,0-2 1 0 0,0 1 0 0 0,2-6-1 0 0,2-4-132 0 0,-2 0 0 0 0,-1 1 0 0 0,1-2 0 0 0,1-17 0 0 0,7-31-348 0 0,-6 43 273 0 0,-3-2-1 0 0,0 2 1 0 0,1-26-1 0 0,-5-3-434 0 0,-11-78 0 0 0,9 105 353 0 0,3 21 287 0 0,0 0 0 0 0,0 0 0 0 0,0 0 0 0 0,0 0 0 0 0,0 0 0 0 0,0 0 0 0 0,0 0-1 0 0,0 0 1 0 0,0 0 0 0 0,0-1 0 0 0,0 1 0 0 0,0 0 0 0 0,0 0 0 0 0,0 0 0 0 0,0 0 0 0 0,0 0 0 0 0,0 0 0 0 0,0 0 0 0 0,0 0 0 0 0,0 0-1 0 0,0 0 1 0 0,0 0 0 0 0,0 0 0 0 0,0-1 0 0 0,0 1 0 0 0,0 0 0 0 0,0 0 0 0 0,0 0 0 0 0,0 0 0 0 0,0 0 0 0 0,0 0 0 0 0,0 0-1 0 0,0 0 1 0 0,0 0 0 0 0,0 0 0 0 0,0 0 0 0 0,0 0 0 0 0,0 0 0 0 0,0 0 0 0 0,0 0 0 0 0,0-1 0 0 0,0 1 0 0 0,0 0 0 0 0,0 0 0 0 0,0 0-1 0 0,0 0 1 0 0,0 0 0 0 0,0 0 0 0 0,0 0 0 0 0,0 0 0 0 0,0 0 0 0 0,0 0 0 0 0,0 0 0 0 0,0 0 0 0 0,0 0 0 0 0,0 0 0 0 0,2 0 0 0 0,-2 0-1 0 0,0 0 1 0 0,0 0 0 0 0,0 0 0 0 0,0 0 0 0 0,0 0 0 0 0,0 0 0 0 0,0 0 0 0 0,4 11-55 0 0,63 189 725 0 0,-47-137-461 0 0,32 87 340 0 0,-63-236-683 0 0,-8-27-662 0 0,-31-162-1037 0 0,29 182 1275 0 0,-25-106-776 0 0,32 150 661 0 0,-40-91-1 0 0,52 136 650 0 0,-20-37-287 0 0,20 38 283 0 0,1-1 0 0 0,-2 1 1 0 0,0 1-1 0 0,1-2 0 0 0,-1 2 1 0 0,1-2-1 0 0,-2 2 1 0 0,2-1-1 0 0,-7-2 0 0 0,8 5 34 0 0,0-1 0 0 0,0 1 0 0 0,1 0 0 0 0,-2 0 0 0 0,1 0-1 0 0,1 0 1 0 0,-2 0 0 0 0,1 0 0 0 0,1 0 0 0 0,-2 1 0 0 0,1-1 0 0 0,1 0 0 0 0,-2 1-1 0 0,1-1 1 0 0,1 1 0 0 0,-1-1 0 0 0,0 1 0 0 0,0-1 0 0 0,0 1 0 0 0,1 0 0 0 0,-2-1-1 0 0,1 0 1 0 0,1 1 0 0 0,-1 0 0 0 0,1 0 0 0 0,-1-1 0 0 0,0 1 0 0 0,1 0 0 0 0,-1 1-1 0 0,-3 2 31 0 0,2 1-1 0 0,-1-2 0 0 0,1 2 0 0 0,-4 7 0 0 0,4-5 22 0 0,0 0 1 0 0,0-1-1 0 0,1 2 0 0 0,1-1 1 0 0,0 0-1 0 0,-1 0 1 0 0,2-1-1 0 0,-1 2 0 0 0,0-1 1 0 0,5 13-1 0 0,2 6 221 0 0,15 36-1 0 0,-21-60-256 0 0,42 99 647 0 0,-34-79-466 0 0,4-1 1 0 0,19 30-1 0 0,-27-45-110 0 0,1 4-40 0 0,-4-11-41 0 0,-5-5 4 0 0,-11-29-112 0 0,-2 1 0 0 0,-28-46 0 0 0,23 43-65 0 0,-55-93-871 0 0,-94-120 1 0 0,114 179 502 0 0,-1 4 1 0 0,-4 1-1 0 0,-76-62 1 0 0,136 127 527 0 0,-7-7-66 0 0,-2 1 0 0 0,1-1-1 0 0,0 1 1 0 0,-2 0 0 0 0,0 1 0 0 0,-17-7-1 0 0,28 13 74 0 0,0 0-1 0 0,0 0 0 0 0,0 0 0 0 0,-1 0 0 0 0,1-1 0 0 0,0 1 0 0 0,-1 0 0 0 0,1 0 0 0 0,-1 0 1 0 0,1 0-1 0 0,0 0 0 0 0,0 0 0 0 0,0 0 0 0 0,-2 0 0 0 0,2 0 0 0 0,0 0 0 0 0,-1 0 0 0 0,1 1 1 0 0,0-1-1 0 0,0 0 0 0 0,0 0 0 0 0,-1 0 0 0 0,1 0 0 0 0,0 1 0 0 0,-1-1 0 0 0,1 0 0 0 0,0 0 1 0 0,-1 1-1 0 0,1-1 0 0 0,0 11 76 0 0,7 11 68 0 0,8 7 240 0 0,3-3-1 0 0,37 49 1 0 0,-54-73-369 0 0,67 84 1304 0 0,115 112-1 0 0,-144-162-892 0 0,-52-57-262 0 0,-34-55-146 0 0,13 21-347 0 0,-32-51-233 0 0,64 103 530 0 0,0 1 25 0 0,1 1 0 0 0,1-1 1 0 0,-1 1-1 0 0,0-1 0 0 0,0 0 0 0 0,0 1 1 0 0,1-1-1 0 0,-1 1 0 0 0,1-2 0 0 0,-1 2 1 0 0,1-1-1 0 0,0 1 0 0 0,0-4 1 0 0,0 5 2 0 0,0 0 0 0 0,0 0 1 0 0,0-1-1 0 0,0 1 1 0 0,0 0-1 0 0,0 0 1 0 0,0 0-1 0 0,0 0 0 0 0,1 0 1 0 0,-1 0-1 0 0,0 0 1 0 0,0 0-1 0 0,0 0 1 0 0,0-1-1 0 0,0 1 0 0 0,1 0 1 0 0,-1 0-1 0 0,0 0 1 0 0,0 0-1 0 0,0 0 1 0 0,1 0-1 0 0,-1-1 0 0 0,0 1 1 0 0,0 0-1 0 0,0 0 1 0 0,1 0-1 0 0,-1 0 1 0 0,0 0-1 0 0,0 0 1 0 0,1 0-1 0 0,-1 0 0 0 0,0 0 1 0 0,1 0-1 0 0,7 2-68 0 0,10 8 48 0 0,-18-10 27 0 0,27 21 218 0 0,-1 1 0 0 0,-1-1 0 0 0,26 32 0 0 0,-49-51-205 0 0,55 60 733 0 0,74 101 0 0 0,-107-128-446 0 0,-2 1 1 0 0,-2 1-1 0 0,0 1 1 0 0,25 75 0 0 0,-42-101-240 0 0,9 22 198 0 0,-1 3 0 0 0,-3-2 0 0 0,7 60 0 0 0,-15-90-227 0 0,0 0 1 0 0,0-1-1 0 0,0 1 1 0 0,0-1 0 0 0,-3 9-1 0 0,3-13-31 0 0,0 0-1 0 0,0 1 1 0 0,0 0 0 0 0,-2 0-1 0 0,2-1 1 0 0,0 0-1 0 0,-1 1 1 0 0,1-1 0 0 0,0 2-1 0 0,0-2 1 0 0,-1 0-1 0 0,1 1 1 0 0,-1-1 0 0 0,0 1-1 0 0,1-1 1 0 0,0 1-1 0 0,-1-1 1 0 0,-1 0 0 0 0,2 1-4 0 0,-1-1 0 0 0,0 0 0 0 0,0 0 0 0 0,1 0 0 0 0,-1 0 0 0 0,-1-1 0 0 0,2 1 0 0 0,0 0 0 0 0,-1 0 0 0 0,0 0 1 0 0,0 0-1 0 0,1 0 0 0 0,-1-1 0 0 0,1 1 0 0 0,-1 0 0 0 0,-1-1 0 0 0,2 1 0 0 0,0-1 0 0 0,-1 1 0 0 0,0 0 0 0 0,0-3 0 0 0,-11-10-34 0 0,-1 0 0 0 0,3-2 0 0 0,-1 0 0 0 0,1 0 0 0 0,-12-25 0 0 0,4 8-218 0 0,-120-224-1618 0 0,2 5 49 0 0,-19 14 38 0 0,135 212 1460 0 0,-1 1 0 0 0,-27-26 0 0 0,39 43 343 0 0,0-2 0 0 0,-1 3 0 0 0,0-2 0 0 0,0 2 0 0 0,0-1 0 0 0,-1 2 0 0 0,0 0 0 0 0,-23-7 0 0 0,30 11 8 0 0,-1 0 1 0 0,1 0-1 0 0,1 0 1 0 0,-2 1-1 0 0,2 0 1 0 0,-2 0-1 0 0,0 0 1 0 0,-5 2 0 0 0,10-2-30 0 0,-2 0 1 0 0,2 0-1 0 0,0 1 1 0 0,0-1-1 0 0,0 0 1 0 0,0 1-1 0 0,0-1 1 0 0,0 0-1 0 0,-1 0 1 0 0,1 0 0 0 0,0 0-1 0 0,0 1 1 0 0,0-1-1 0 0,-1 2 1 0 0,1-2-1 0 0,0 0 1 0 0,0 0-1 0 0,0 0 1 0 0,0 1 0 0 0,0-1-1 0 0,0 0 1 0 0,0 1-1 0 0,0-1 1 0 0,0 1-1 0 0,0-1 1 0 0,0 0-1 0 0,0 0 1 0 0,0 0-1 0 0,1 1 1 0 0,-1-1 0 0 0,0 0-1 0 0,0 1 1 0 0,0-1-1 0 0,0 1 1 0 0,1-1-1 0 0,-1 0 1 0 0,0 0-1 0 0,0 0 1 0 0,0 0 0 0 0,0 2-1 0 0,12 11 157 0 0,-10-10-112 0 0,13 12 164 0 0,1-1 0 0 0,35 25-1 0 0,-16-13 12 0 0,272 192 2067 0 0,-165-135-1311 0 0,-141-83-968 0 0,-1 1-1 0 0,1 0 1 0 0,1-1-1 0 0,-1 1 1 0 0,0-1-1 0 0,1 1 0 0 0,-2-1 1 0 0,2 1-1 0 0,-1-1 1 0 0,-1 0-1 0 0,3 0 1 0 0,0 0-1 0 0,-3 0-6 0 0,0 0-1 0 0,0 0 0 0 0,0 0 0 0 0,0 0 1 0 0,0 0-1 0 0,0 0 0 0 0,0 0 0 0 0,0 0 1 0 0,0 0-1 0 0,0-1 0 0 0,1 1 1 0 0,-1 0-1 0 0,0 0 0 0 0,0 0 0 0 0,0 0 1 0 0,0 0-1 0 0,0 0 0 0 0,0-1 1 0 0,0 1-1 0 0,0 0 0 0 0,0 0 0 0 0,0 0 1 0 0,2 0-1 0 0,-2-1 0 0 0,0 1 0 0 0,0 0 1 0 0,0 0-1 0 0,0 0 0 0 0,0 0 1 0 0,0-1-1 0 0,0 1 0 0 0,0 0 0 0 0,0 0 1 0 0,0 0-1 0 0,-6-9 98 0 0,2 3-84 0 0,3 5 7 0 0,0-1 0 0 0,1 1 0 0 0,-1 0 0 0 0,0-1 0 0 0,-1 1 0 0 0,1-1 0 0 0,-1 2 0 0 0,2-1 0 0 0,-3-1 0 0 0,1 0 0 0 0,2 2-19 0 0,0 0 0 0 0,-1 0 1 0 0,1 0-1 0 0,0 0 0 0 0,0 0 0 0 0,0 0 1 0 0,0 0-1 0 0,0 0 0 0 0,0 0 0 0 0,0 0 0 0 0,0 0 1 0 0,0 0-1 0 0,0 0 0 0 0,0 0 0 0 0,0 0 0 0 0,0 0 1 0 0,0 0-1 0 0,0 0 0 0 0,0 0 0 0 0,0 0 0 0 0,0 0 1 0 0,0 0-1 0 0,0 0 0 0 0,0 0 0 0 0,0 0 1 0 0,0 0-1 0 0,0 0 0 0 0,0 0 0 0 0,0 0 0 0 0,0 0 1 0 0,0 2-1 0 0,-1-2 0 0 0,1 0 0 0 0,0 0 0 0 0,0 0 1 0 0,0 0-1 0 0,0 0 0 0 0,0 0 0 0 0,0 0 1 0 0,0 0-1 0 0,0 0 0 0 0,0 0 0 0 0,0 0 0 0 0,0 0 1 0 0,0 0-1 0 0,0 0 0 0 0,0 0 0 0 0,0 0 0 0 0,0 0 1 0 0,0 0-1 0 0,0 0 0 0 0,0 0 0 0 0,0 0 0 0 0,0 0 1 0 0,1 0-1 0 0,-1 0 0 0 0,0 1 0 0 0,0-1 1 0 0,0 0-1 0 0,0 0 0 0 0,0 0 0 0 0,0 0 0 0 0,0 0 1 0 0,0 0-1 0 0,0 0 0 0 0,0 0 0 0 0,0 0 0 0 0,0 0 1 0 0,2 5-23 0 0,-1-5 30 0 0,9 19 225 0 0,15 28 0 0 0,-62-113-33 0 0,36 63-229 0 0,-95-178-1279 0 0,82 159 1122 0 0,0 1 1 0 0,-2 1-1 0 0,0 0 1 0 0,-1 1-1 0 0,-1 1 0 0 0,-21-17 1 0 0,-113-67-1 0 0,-10 14 229 0 0,133 71-42 0 0,8 5 135 0 0,-1 1-1 0 0,1 1 1 0 0,0 1-1 0 0,-36-10 1 0 0,44 19-124 0 0,22 0 27 0 0,0 1-1 0 0,-1 1 0 0 0,1 0 0 0 0,0 0 1 0 0,0 0-1 0 0,-2 2 0 0 0,2-1 0 0 0,0 0 1 0 0,7 5-1 0 0,68 46 459 0 0,-81-51-493 0 0,53 38 478 0 0,-3 4-1 0 0,94 99 1 0 0,71 123 988 0 0,-179-216-1223 0 0,73 101 547 0 0,-82-107-394 0 0,36 70 0 0 0,-62-108-355 0 0,-1 0 1 0 0,0 1-1 0 0,0 0 0 0 0,0-1 1 0 0,-1 1-1 0 0,-1-1 1 0 0,1 2-1 0 0,0-2 1 0 0,-1 1-1 0 0,-1 1 0 0 0,0-2 1 0 0,0 2-1 0 0,-2 10 1 0 0,-1-2 23 0 0,3-14-56 0 0,0 1 0 0 0,0 0-1 0 0,-1-1 1 0 0,0 0 0 0 0,0 0 0 0 0,-1 1-1 0 0,0 4 1 0 0,2-8-15 0 0,0 0 0 0 0,-1 1 0 0 0,1-1 1 0 0,0 0-1 0 0,0 0 0 0 0,0 0 0 0 0,0 0 0 0 0,0 0 0 0 0,0 0 0 0 0,0 0 0 0 0,-1 0 1 0 0,1 0-1 0 0,0 0 0 0 0,0 0 0 0 0,0 0 0 0 0,0 0 0 0 0,0 0 0 0 0,0 0 0 0 0,0 0 0 0 0,0 1 1 0 0,0-1-1 0 0,0 0 0 0 0,0 0 0 0 0,-2 0 0 0 0,2 0 0 0 0,0 0 0 0 0,0 0 0 0 0,0 0 1 0 0,-1 0-1 0 0,1 0 0 0 0,0 0 0 0 0,0 0 0 0 0,0-1 0 0 0,0 1 0 0 0,0 0 0 0 0,0 0 1 0 0,0 0-1 0 0,0 0 0 0 0,0 0 0 0 0,0 0 0 0 0,0 0 0 0 0,-1 0 0 0 0,1 0 0 0 0,0 0 0 0 0,0 0 1 0 0,0 0-1 0 0,0 0 0 0 0,0 0 0 0 0,0 0 0 0 0,-1 0 0 0 0,1 0 0 0 0,0-1 0 0 0,0 1 1 0 0,0 0-1 0 0,0 0 0 0 0,0 0 0 0 0,0 0 0 0 0,0-1 0 0 0,0 1 0 0 0,0 0 0 0 0,0 0 1 0 0,0 0-1 0 0,0 0 0 0 0,0-1 0 0 0,-4-9 74 0 0,4 10-69 0 0,-36-99-542 0 0,22 64 265 0 0,-166-381-3633 0 0,165 388 3567 0 0,21 50 457 0 0,12 26 0 0 0,-4-10 10 0 0,14 36 358 0 0,70 124 0 0 0,-92-189-434 0 0,0 1 0 0 0,9 11-1 0 0,-14-21-44 0 0,-2-7 12 0 0,-2-8 31 0 0,-9-19-120 0 0,-27-82-675 0 0,33 92 453 0 0,0-1-1 0 0,-3-45 1 0 0,8 65 247 0 0,1 0 0 0 0,1 0 1 0 0,-1 0-1 0 0,1 0 0 0 0,0-7 0 0 0,0 11 39 0 0,-1 1-1 0 0,0-1 1 0 0,0 1-1 0 0,1-1 1 0 0,-1 1-1 0 0,0-1 1 0 0,1 0-1 0 0,-1 1 1 0 0,0 0-1 0 0,1-1 0 0 0,-1 1 1 0 0,1-2-1 0 0,-1 2 1 0 0,0 0-1 0 0,1-1 1 0 0,-1 1-1 0 0,1 0 1 0 0,0-1-1 0 0,-1 1 1 0 0,2-1-1 0 0,-1 1 8 0 0,-1 0 0 0 0,1 0-1 0 0,0 0 1 0 0,0 0 0 0 0,-1 0 0 0 0,1 0-1 0 0,1 1 1 0 0,-1-1 0 0 0,-1 0 0 0 0,1 1-1 0 0,0-1 1 0 0,0 1 0 0 0,-1-1 0 0 0,2 0-1 0 0,-1 0 1 0 0,-1 2 0 0 0,0-1 0 0 0,1-1-1 0 0,0 0 1 0 0,0 2 0 0 0,14 13 132 0 0,0 0-1 0 0,20 33 1 0 0,-11-17 14 0 0,39 48 213 0 0,-71-97-385 0 0,1-1 1 0 0,-1 0-1 0 0,-4-22 1 0 0,7 27-97 0 0,-70-280-1757 0 0,74 288 1843 0 0,-1 2-1 0 0,1-1 1 0 0,0 0-1 0 0,0 0 1 0 0,1 1 0 0 0,0-1-1 0 0,0-1 1 0 0,0 2 0 0 0,0-2-1 0 0,2-7 1 0 0,-2 13 31 0 0,0-1 1 0 0,1 1 0 0 0,-1 0-1 0 0,0 0 1 0 0,0-1-1 0 0,0 1 1 0 0,0 0 0 0 0,0 0-1 0 0,0 0 1 0 0,0 0-1 0 0,2 0 1 0 0,-2 0-1 0 0,0 0 1 0 0,0 0 0 0 0,1 0-1 0 0,-1-1 1 0 0,0 1-1 0 0,0 0 1 0 0,0 0-1 0 0,0 0 1 0 0,0 0 0 0 0,1 0-1 0 0,-1 0 1 0 0,0 0-1 0 0,1 0 1 0 0,-1 0-1 0 0,0 0 1 0 0,1 0 0 0 0,-1 0-1 0 0,0 0 1 0 0,0 0-1 0 0,0 0 1 0 0,0 1 0 0 0,0-1-1 0 0,1 0 1 0 0,-1 0-1 0 0,0 0 1 0 0,0 0-1 0 0,2 0 1 0 0,-2 0 0 0 0,0 0-1 0 0,0 0 1 0 0,0 0-1 0 0,0 0 1 0 0,0 1-1 0 0,10 8 12 0 0,0 6 75 0 0,-2 0 1 0 0,1 0-1 0 0,-2 0 1 0 0,7 18 0 0 0,-3-5 61 0 0,79 210 927 0 0,-65-164-761 0 0,-16-53-205 0 0,44 142 597 0 0,-37-109-334 0 0,9 58-1 0 0,-24-96-296 0 0,0 0-1 0 0,-1 1 1 0 0,-1 0-1 0 0,-2 16 0 0 0,-2 29 190 0 0,5-43-108 0 0,-6 28 0 0 0,1-7-2 0 0,5-37-143 0 0,0-1-1 0 0,-1 0 1 0 0,1-1-1 0 0,0 1 1 0 0,0 0-1 0 0,0-1 1 0 0,-1 0-1 0 0,0 1 1 0 0,0-1-1 0 0,1 1 1 0 0,-1 0-1 0 0,0-1 1 0 0,0 0 0 0 0,0 1-1 0 0,0-1 1 0 0,0 1-1 0 0,-1-2 1 0 0,1 2-1 0 0,-3 0 1 0 0,4 0-2 0 0,-3-1 0 0 0,2-1 1 0 0,-1 0-1 0 0,2 0 1 0 0,-3 1-1 0 0,2-1 0 0 0,-1 0 1 0 0,1 0-1 0 0,-1 0 0 0 0,0 0 1 0 0,1 0-1 0 0,0 0 0 0 0,-1 0 1 0 0,0-1-1 0 0,0 1 1 0 0,1 0-1 0 0,0 0 0 0 0,-1-1 1 0 0,0-1-1 0 0,2 2 0 0 0,-2-1 1 0 0,-2-1-1 0 0,-3-2 54 0 0,-2 1 0 0 0,2-2 1 0 0,-2 3-1 0 0,0 0 0 0 0,-11-4 0 0 0,-46-2 240 0 0,64 8-289 0 0,-5-1 27 0 0,1 0 0 0 0,-1-1 0 0 0,1-1 0 0 0,-1 1-1 0 0,1 0 1 0 0,-6-4 0 0 0,2 1 29 0 0,1 1 0 0 0,-11-3-1 0 0,18 6-57 0 0,-1 1 0 0 0,0-1 0 0 0,0 1 0 0 0,0-1 0 0 0,1 1 0 0 0,-2 0 0 0 0,2 0 0 0 0,-1 0 0 0 0,0 1 0 0 0,0-1 0 0 0,-5 2 0 0 0,6-1 6 0 0,0 1-1 0 0,-1-2 0 0 0,1 3 1 0 0,-1-2-1 0 0,2 1 1 0 0,-2-1-1 0 0,2 1 1 0 0,-1 1-1 0 0,0-2 1 0 0,1 2-1 0 0,-1-1 1 0 0,0 0-1 0 0,1 0 1 0 0,0 1-1 0 0,0 0 1 0 0,-1-1-1 0 0,1 0 0 0 0,0 1 1 0 0,1 0-1 0 0,-1 3 1 0 0,-1 2 20 0 0,1-1 1 0 0,-1 1 0 0 0,2 0-1 0 0,-1-1 1 0 0,1 1-1 0 0,3 8 1 0 0,11 103 488 0 0,-13-112-497 0 0,-1-4-12 0 0,1 1 1 0 0,-1-2-1 0 0,0 1 1 0 0,1 1-1 0 0,-1-2 1 0 0,0 2-1 0 0,-1-1 0 0 0,0 4 1 0 0,0-9 8 0 0,-1-1 0 0 0,0 2-1 0 0,1-2 1 0 0,-1 1 0 0 0,0-1 0 0 0,1 1 0 0 0,-2-5-1 0 0,-29-72-681 0 0,-18-54-703 0 0,49 131 1339 0 0,0-1 0 0 0,0 1 1 0 0,1-1-1 0 0,0 0 1 0 0,0 0-1 0 0,0-3 1 0 0,0 6 17 0 0,0 0-1 0 0,0 0 1 0 0,0-1 0 0 0,0 1 0 0 0,0-1-1 0 0,0 1 1 0 0,0 0 0 0 0,0-1 0 0 0,0 1 0 0 0,0 0-1 0 0,0-1 1 0 0,0 1 0 0 0,1 0 0 0 0,-1 0-1 0 0,0 0 1 0 0,0 0 0 0 0,0 0 0 0 0,1-2 0 0 0,-1 2-1 0 0,0 0 1 0 0,0 0 0 0 0,1 0 0 0 0,-1-1-1 0 0,1 1 1 0 0,0 0-3 0 0,0 0-1 0 0,-1 0 1 0 0,0 0-1 0 0,1 0 1 0 0,0 0-1 0 0,-1 0 1 0 0,1 0-1 0 0,-1 1 1 0 0,0-1 0 0 0,2 0-1 0 0,-1 0 1 0 0,-1 2-1 0 0,0-2 1 0 0,1 0-1 0 0,0 0 1 0 0,-1 0-1 0 0,1 2 1 0 0,15 11 43 0 0,-2-1 0 0 0,0 2-1 0 0,-1 1 1 0 0,20 26 0 0 0,-25-31-20 0 0,43 58 115 0 0,89 103 222 0 0,-124-157-301 0 0,-16-14-52 0 0,0 0 0 0 0,0 0-1 0 0,0 0 1 0 0,0 0-1 0 0,0 0 1 0 0,0 1-1 0 0,0-1 1 0 0,0 0-1 0 0,1 0 1 0 0,-1 0-1 0 0,0 0 1 0 0,0 0-1 0 0,0 0 1 0 0,0 0 0 0 0,0 0-1 0 0,0 0 1 0 0,0 0-1 0 0,0 0 1 0 0,0 0-1 0 0,0 0 1 0 0,0 0-1 0 0,2 0 1 0 0,-2 0-1 0 0,0 0 1 0 0,0 0-1 0 0,0 0 1 0 0,0 0 0 0 0,0 0-1 0 0,0 0 1 0 0,0 0-1 0 0,0-1 1 0 0,0 1-1 0 0,0 0 1 0 0,0 0-1 0 0,0 0 1 0 0,0 0-1 0 0,0 0 1 0 0,0 0-1 0 0,0 0 1 0 0,0 0 0 0 0,0 0-1 0 0,0 0 1 0 0,0 0-1 0 0,0 0 1 0 0,0 0-1 0 0,0 0 1 0 0,0-2-1 0 0,0 2 1 0 0,0 0-1 0 0,0 0 1 0 0,0 0-1 0 0,0 0 1 0 0,0 0 0 0 0,0 0-1 0 0,0 0 1 0 0,0 0-1 0 0,0 0 1 0 0,0 0-1 0 0,0 0 1 0 0,0 0-1 0 0,0 0 1 0 0,0 0-1 0 0,0 0 1 0 0,0 0-1 0 0,-6-12 13 0 0,-63-102-898 0 0,4 10-93 0 0,-26-45-1435 0 0,-179-225-1 0 0,81 169 358 0 0,92 104 931 0 0,88 92 1059 0 0,3 2-54 0 0,-1 0 0 0 0,1 1 0 0 0,-5-9 0 0 0,67 108 1007 0 0,24 43 102 0 0,60 109 767 0 0,-130-229-1590 0 0,-10-15-156 0 0,-6-9 16 0 0,-138-226-815 0 0,-6-5-494 0 0,73 125 220 0 0,-127-146-1 0 0,159 216 912 0 0,45 44 151 0 0,0 0 1 0 0,0 0 0 0 0,0 0 0 0 0,0 0 0 0 0,0 0 0 0 0,0 0 0 0 0,0 1-1 0 0,0-1 1 0 0,0 0 0 0 0,0 0 0 0 0,0 0 0 0 0,0 0 0 0 0,0 0 0 0 0,0 0-1 0 0,0 0 1 0 0,0 0 0 0 0,0 0 0 0 0,0 0 0 0 0,0 0 0 0 0,0 0 0 0 0,0 0-1 0 0,0 0 1 0 0,0 0 0 0 0,0 0 0 0 0,0 0 0 0 0,0 0 0 0 0,0 0 0 0 0,-1 0-1 0 0,1 0 1 0 0,0 0 0 0 0,0 0 0 0 0,0 0 0 0 0,0 0 0 0 0,0 0 0 0 0,0 0 0 0 0,0 0-1 0 0,0 0 1 0 0,0 0 0 0 0,0 0 0 0 0,0 0 0 0 0,0 0 0 0 0,0 0 0 0 0,0 0-1 0 0,-1 0 1 0 0,1 0 0 0 0,0 0 0 0 0,0 0 0 0 0,0 0 0 0 0,0 0 0 0 0,0 0-1 0 0,0 0 1 0 0,0 0 0 0 0,0 0 0 0 0,0 0 0 0 0,0 0 0 0 0,0 0 0 0 0,0 0-1 0 0,0 0 1 0 0,0 0 0 0 0,0 0 0 0 0,0-1 0 0 0,2 9 48 0 0,4 8 159 0 0,2 0 15 0 0,7 28 0 0 0,-1-4 93 0 0,5 10 137 0 0,3-2 0 0 0,2 0 0 0 0,2-1 0 0 0,45 61 0 0 0,-69-105-405 0 0,1 1 1 0 0,-2-2 0 0 0,2 1-1 0 0,1 0 1 0 0,-2-1 0 0 0,1 0-1 0 0,0 1 1 0 0,-1 0 0 0 0,2-2-1 0 0,4 5 1 0 0,-7-6-46 0 0,-1 0 1 0 0,0 0-1 0 0,1 0 0 0 0,-1 0 1 0 0,0 0-1 0 0,1 0 0 0 0,-1 0 0 0 0,0 0 1 0 0,1 0-1 0 0,-1 0 0 0 0,0 0 1 0 0,1 0-1 0 0,-1 0 0 0 0,0 0 0 0 0,1 0 1 0 0,-1 0-1 0 0,0 0 0 0 0,0-1 1 0 0,0 1-1 0 0,0 0 0 0 0,1 0 1 0 0,-1 0-1 0 0,0-1 0 0 0,0 1 0 0 0,1 0 1 0 0,-1 0-1 0 0,0-1 0 0 0,1 0 1 0 0,3-10 73 0 0,-1-12 35 0 0,-4 2-198 0 0,1-1-77 0 0,0 0 0 0 0,6-39 0 0 0,-6 59 153 0 0,2-1-1 0 0,-1 1 0 0 0,-1 0 1 0 0,0 0-1 0 0,1 0 0 0 0,0-1 1 0 0,0 1-1 0 0,0 0 1 0 0,1 0-1 0 0,-1 0 0 0 0,1 0 1 0 0,-2 0-1 0 0,3 1 0 0 0,-2-1 1 0 0,1 1-1 0 0,2-3 0 0 0,-2 3 18 0 0,-1 0 0 0 0,1 1-1 0 0,0-1 1 0 0,0 1 0 0 0,-2-1-1 0 0,2 1 1 0 0,0 0 0 0 0,0-1-1 0 0,-1 1 1 0 0,1 0 0 0 0,0 0-1 0 0,0 0 1 0 0,-1 1 0 0 0,1-1-1 0 0,0 0 1 0 0,-1 1 0 0 0,1-1-1 0 0,-1 1 1 0 0,2-1 0 0 0,-2 0-1 0 0,0 1 1 0 0,0 0-1 0 0,3 1 1 0 0,3 3 54 0 0,0-1-1 0 0,-1 1 1 0 0,1 0 0 0 0,-1 0-1 0 0,9 11 1 0 0,23 34 334 0 0,98 163 815 0 0,-17 10 27 0 0,-119-222-1228 0 0,14 24 191 0 0,-2 0 0 0 0,0 1 1 0 0,10 40-1 0 0,-22-58-23 0 0,-4-11-84 0 0,-7-13-23 0 0,10 14-61 0 0,-84-149-829 0 0,27 44 56 0 0,-182-259-1920 0 0,175 280 1807 0 0,-5 3 0 0 0,-86-76 0 0 0,143 146 770 0 0,6 6 14 0 0,-1-1 1 0 0,0 2 0 0 0,-15-10-1 0 0,31 22 206 0 0,0 2 0 0 0,0 0 0 0 0,-2 0 0 0 0,8 10 0 0 0,6 8 126 0 0,26 21 439 0 0,56 47 0 0 0,-5-6 199 0 0,-70-59-470 0 0,0 2-1 0 0,35 57 0 0 0,-59-82-364 0 0,0-2 0 0 0,0 1-1 0 0,-1 1 1 0 0,0-2 0 0 0,1 2-1 0 0,0 6 1 0 0,-3-12-41 0 0,0 0 0 0 0,0 0 0 0 0,0 0 0 0 0,0 0-1 0 0,0 0 1 0 0,0 1 0 0 0,0-1 0 0 0,0 0 0 0 0,0 0 0 0 0,0 0 0 0 0,0 0 0 0 0,0 0 0 0 0,0 0 0 0 0,0 1 0 0 0,0-1 0 0 0,0 0 0 0 0,0 0 0 0 0,0 0 0 0 0,0 0-1 0 0,0 0 1 0 0,0 0 0 0 0,0 1 0 0 0,0-1 0 0 0,0 0 0 0 0,0 0 0 0 0,0 0 0 0 0,0 0 0 0 0,0 0 0 0 0,0 0 0 0 0,0 0 0 0 0,0 0 0 0 0,0 0 0 0 0,0 0 0 0 0,0 0-1 0 0,0 0 1 0 0,-1 0 0 0 0,1 0 0 0 0,0 0 0 0 0,0 0 0 0 0,0 0 0 0 0,0 0 0 0 0,0 0 0 0 0,-1 0 0 0 0,-4-2 16 0 0,-4-8 101 0 0,-44-64 34 0 0,-108-142-1485 0 0,82 123 740 0 0,-67-85-539 0 0,113 135 855 0 0,-33-45-331 0 0,40 52 322 0 0,24 35 287 0 0,-1-3 0 0 0,21 20 29 0 0,-5 0 164 0 0,1 0 1 0 0,15 25-1 0 0,-7-10 38 0 0,49 69 494 0 0,225 334 2432 0 0,-286-417-3035 0 0,167 291 2012 0 0,-161-276-1950 0 0,-2-9 100 0 0,-4 1 0 0 0,20 47 0 0 0,-30-71-283 0 0,0 1 1 0 0,0-1-1 0 0,0 0 0 0 0,0 0 0 0 0,0 1 1 0 0,0-1-1 0 0,0 0 0 0 0,0 0 0 0 0,0 0 0 0 0,0 0 1 0 0,0 1-1 0 0,0-1 0 0 0,0 0 0 0 0,0 1 1 0 0,0-1-1 0 0,0 0 0 0 0,0 1 0 0 0,0-1 1 0 0,0 0-1 0 0,0 0 0 0 0,0 1 0 0 0,-2-1 1 0 0,2 0-1 0 0,0 1 0 0 0,0-1 0 0 0,0 0 1 0 0,0 0-1 0 0,0 1 0 0 0,0-1 0 0 0,0 0 0 0 0,-1 0 1 0 0,1 0-1 0 0,0 0 0 0 0,0 0 0 0 0,-1 0 1 0 0,1 0-1 0 0,0 0 0 0 0,-1 0 0 0 0,1 0 1 0 0,0 1-1 0 0,0-1 0 0 0,0 0 0 0 0,0 0 1 0 0,0 0-1 0 0,-1 0 0 0 0,1 0 0 0 0,0 0 0 0 0,-1 0 1 0 0,1 0-1 0 0,-1 0 2 0 0,0-1-1 0 0,0 1 1 0 0,0 0-1 0 0,1 0 1 0 0,0 0-1 0 0,-1 0 1 0 0,0 0 0 0 0,1-1-1 0 0,-1 1 1 0 0,0-1-1 0 0,1 1 1 0 0,-1 0-1 0 0,0-1 1 0 0,1 0 0 0 0,0 1-1 0 0,0-1 1 0 0,-1 1-1 0 0,1-1 1 0 0,-1 1-1 0 0,1 0 1 0 0,-1-1 0 0 0,1 0-1 0 0,-1 0 1 0 0,27 56 440 0 0,-8-20-38 0 0,2-1 1 0 0,33 45 0 0 0,-17-27 36 0 0,-12-17-170 0 0,-13-19-105 0 0,0 1-1 0 0,10 17 1 0 0,-14-19-78 0 0,-3-8-15 0 0,1 2-1 0 0,-2-1 0 0 0,1 0 1 0 0,-2 0-1 0 0,1 0 1 0 0,-1 2-1 0 0,0-2 1 0 0,2 17-1 0 0,-4-9-23 0 0,1-2 0 0 0,1 1 1 0 0,1-1-1 0 0,0 0 0 0 0,0 0 0 0 0,2 0 0 0 0,0 0 0 0 0,1-1 0 0 0,0 1 1 0 0,0 0-1 0 0,13 15 0 0 0,3 2-50 0 0,-14-17 0 0 0,2-1 0 0 0,0 1 0 0 0,0-2 0 0 0,13 12 0 0 0,-19-21 0 0 0,2 0 0 0 0,-3 0 0 0 0,3-1 0 0 0,-2 0 0 0 0,11 3 0 0 0,10 5 0 0 0,-15-3 0 0 0,2-1 0 0 0,17 18 0 0 0,-18-14 0 0 0,23 14 0 0 0,-34-24 0 0 0,0 0 0 0 0,0 1 0 0 0,0-1 0 0 0,0 0 0 0 0,2 0 0 0 0,-2 0 1 0 0,0 0-1 0 0,0 0 0 0 0,0 0 0 0 0,1 0 0 0 0,-1 0 0 0 0,0 1 0 0 0,0-1 0 0 0,1 0 0 0 0,-1 0 0 0 0,0 0 0 0 0,0 0 1 0 0,0 0-1 0 0,0 0 0 0 0,0-1 0 0 0,0 1 0 0 0,1 0 0 0 0,-1 0 0 0 0,0 0 0 0 0,0 0 0 0 0,1 0 0 0 0,-1 0 0 0 0,0 0 1 0 0,0 0-1 0 0,0-1 0 0 0,1 1 0 0 0,-1 0 0 0 0,0 0 0 0 0,0 0 0 0 0,0 0 0 0 0,0 0 0 0 0,0 0 0 0 0,0 0 0 0 0,0 0 0 0 0,0 0 1 0 0,0-1-1 0 0,4-12 3 0 0,-5-16-40 0 0,-9-46-654 0 0,8 62 524 0 0,1 1 0 0 0,-2-1 1 0 0,0 1-1 0 0,-1 0 0 0 0,-7-16 0 0 0,-31-58-692 0 0,35 75 705 0 0,-38-67-698 0 0,-11-21-86 0 0,-46-69-872 0 0,80 134 1472 0 0,-109-145-1675 0 0,26 41 521 0 0,18 13-131 0 0,84 122 1546 0 0,-5-8-46 0 0,7 10 121 0 0,1 1 1 0 0,0 0-1 0 0,0 0 1 0 0,-1-1-1 0 0,1 1 1 0 0,0-1-1 0 0,0 1 0 0 0,0-1 1 0 0,0 1-1 0 0,0-1 1 0 0,0 1-1 0 0,0 0 1 0 0,0 0-1 0 0,0-1 1 0 0,0 1-1 0 0,0-1 0 0 0,0 1 1 0 0,0-1-1 0 0,0 1 1 0 0,0-1-1 0 0,0 1 1 0 0,0-1-1 0 0,0 1 1 0 0,0-1-1 0 0,1 1 0 0 0,-1 0 3 0 0,1-1-1 0 0,-1 1 0 0 0,1 0 1 0 0,-1 0-1 0 0,0 0 0 0 0,0 0 0 0 0,0 0 1 0 0,2 0-1 0 0,-2 0 0 0 0,1 0 1 0 0,-1 0-1 0 0,0 0 0 0 0,0 0 0 0 0,1 0 1 0 0,-1 0-1 0 0,0 0 0 0 0,1 0 1 0 0,-1 1-1 0 0,1-1 0 0 0,-1 0 1 0 0,0 0-1 0 0,0 0 0 0 0,0 0 0 0 0,1 0 1 0 0,-1 0-1 0 0,0 1 0 0 0,2-1 1 0 0,-2 0-1 0 0,0 1 0 0 0,0-1 0 0 0,0 0 1 0 0,0 1-1 0 0,0 0 0 0 0,13 13 147 0 0,-10-11-108 0 0,118 128 1150 0 0,-102-109-918 0 0,-3 0 1 0 0,20 35-1 0 0,20 53 487 0 0,-18-26-175 0 0,46 88 636 0 0,-78-165-1099 0 0,-5-12-41 0 0,-5-15 68 0 0,-24-62-1008 0 0,-64-130 0 0 0,59 139 448 0 0,-60-124-809 0 0,51 104 679 0 0,-19-45-407 0 0,52 120 839 0 0,13 31 211 0 0,-1-10-61 0 0,-1 1 0 0 0,-1 0-1 0 0,1 1 1 0 0,-1-2 0 0 0,2 2-1 0 0,-2 3 1 0 0,4 10 68 0 0,32 69 879 0 0,63 109 0 0 0,-40-85-243 0 0,113 187 1233 0 0,-124-222-1418 0 0,27 39 317 0 0,-82-160-658 0 0,-1-65-910 0 0,-4-43-332 0 0,-34-92-597 0 0,30 183 809 0 0,-47-114 0 0 0,20 83-470 0 0,-92-144 0 0 0,124 224 1332 0 0,0 0 1 0 0,0 1-1 0 0,-2 1 0 0 0,-22-19 1 0 0,12 11-48 0 0,6 7 52 0 0,1 1 0 0 0,-1 1-1 0 0,-1 1 1 0 0,1 0 0 0 0,-23-8-1 0 0,32 14-6 0 0,0 1 0 0 0,0 0 0 0 0,1 0-1 0 0,-1 1 1 0 0,-1 0 0 0 0,1 0 0 0 0,0 1 0 0 0,-1-1-1 0 0,1 2 1 0 0,0-1 0 0 0,0 1 0 0 0,-1 0 0 0 0,2 0-1 0 0,-1 1 1 0 0,0 1 0 0 0,-8 2 0 0 0,9-3 1 0 0,1 1 1 0 0,-1 0 0 0 0,0 0-1 0 0,2 0 1 0 0,-2 1 0 0 0,1-1-1 0 0,1 2 1 0 0,-1-1 0 0 0,0 0-1 0 0,2 0 1 0 0,-1 1 0 0 0,0 0-1 0 0,0 0 1 0 0,1 0-1 0 0,0 1 1 0 0,0-1 0 0 0,1 1-1 0 0,0-1 1 0 0,-3 7 0 0 0,1 10 115 0 0,1 0 0 0 0,2-1 1 0 0,0 1-1 0 0,1 0 0 0 0,3 25 1 0 0,-1 1 88 0 0,2 21 171 0 0,1 37 228 0 0,-5-105-641 0 0,0 1 0 0 0,0-1 1 0 0,0 1-1 0 0,0-1 1 0 0,-2 1-1 0 0,2-1 0 0 0,-1 1 1 0 0,1-1-1 0 0,0 1 0 0 0,-1-1 1 0 0,1 0-1 0 0,-2 3 1 0 0,2-4-9 0 0,0 0 1 0 0,-1 0 0 0 0,1 1 0 0 0,0-1 0 0 0,0 0 0 0 0,-2 0-1 0 0,2 0 1 0 0,0 1 0 0 0,0-1 0 0 0,0 0 0 0 0,0 0-1 0 0,0 0 1 0 0,-1 0 0 0 0,1 0 0 0 0,0 0 0 0 0,-1 1 0 0 0,1-1-1 0 0,0 0 1 0 0,-1 0 0 0 0,1 0 0 0 0,0 0 0 0 0,0 0-1 0 0,0 0 1 0 0,0 0 0 0 0,0-1 0 0 0,-1 1 0 0 0,0 0 5 0 0,0-1 0 0 0,0 1 1 0 0,0-1-1 0 0,0 0 0 0 0,1 1 1 0 0,0-1-1 0 0,-1 1 0 0 0,0 0 1 0 0,1-1-1 0 0,-1 0 0 0 0,0 0 1 0 0,0 0-1 0 0,-16-32-122 0 0,-29-63 1 0 0,23 42-178 0 0,-116-207-1303 0 0,132 249 1516 0 0,6 9 15 0 0,4 9-20 0 0,60 90 626 0 0,-30-49-254 0 0,51 81 406 0 0,67 98 627 0 0,-112-172-878 0 0,3-2 0 0 0,53 49 1 0 0,-93-99-429 0 0,18 17 166 0 0,24 17-1 0 0,-39-32-134 0 0,1 0-1 0 0,-1 0 0 0 0,1 0 1 0 0,1-1-1 0 0,-1 0 1 0 0,1 0-1 0 0,0-2 1 0 0,0 2-1 0 0,10 1 0 0 0,-14-4-33 0 0,0 0-1 0 0,0 0 0 0 0,1 0 0 0 0,-2 0 1 0 0,2-1-1 0 0,-2 1 0 0 0,2 0 0 0 0,-2-1 1 0 0,2 0-1 0 0,-2 0 0 0 0,2-1 0 0 0,-1 1 1 0 0,-1 0-1 0 0,1-1 0 0 0,0 1 0 0 0,-1-2 1 0 0,0 2-1 0 0,1-1 0 0 0,0 0 0 0 0,-1 0 1 0 0,-1 0-1 0 0,5-5 0 0 0,2-5-89 0 0,-1 0 0 0 0,0 1 0 0 0,10-25 0 0 0,-6 13-182 0 0,-3 8 81 0 0,0 0 0 0 0,1 1 0 0 0,22-26 0 0 0,-24 32 188 0 0,-1 1 1 0 0,2 0-1 0 0,-1 0 0 0 0,3 1 0 0 0,-2 0 0 0 0,0 1 0 0 0,1 0 0 0 0,10-5 0 0 0,4 1 58 0 0,-6 2 1 0 0,-1 0 1 0 0,0-1 0 0 0,1-1 0 0 0,-2-1 0 0 0,14-11 0 0 0,-26 20-63 0 0,-2-1 1 0 0,0 1-1 0 0,0 0 1 0 0,2 0-1 0 0,-2 0 1 0 0,1 0-1 0 0,-1 0 1 0 0,2 0-1 0 0,-2 0 1 0 0,1 0-1 0 0,-1 1 1 0 0,2-1-1 0 0,-1 1 1 0 0,-1 0-1 0 0,1 0 1 0 0,1-1-1 0 0,-2 1 1 0 0,4 0-1 0 0,-2 0 6 0 0,1 0 0 0 0,-1-1 0 0 0,0 0 0 0 0,-1 1 0 0 0,6-3 0 0 0,-5 2-2 0 0,0-1 0 0 0,0 2 0 0 0,0 0 0 0 0,0-1 0 0 0,6 0 0 0 0,-6 0-12 0 0,0 1-1 0 0,-1 0 1 0 0,1 0 0 0 0,-1-1-1 0 0,1 0 1 0 0,0 1-1 0 0,-1-1 1 0 0,-1 1-1 0 0,2-1 1 0 0,0-1 0 0 0,0 2-1 0 0,-2-3 1 0 0,1 3-1 0 0,0-2 1 0 0,0 1-1 0 0,3-4 1 0 0,0 0-3 0 0,0-1-1 0 0,1-1 1 0 0,6-12-1 0 0,10-13-3 0 0,-21 29 8 0 0,2 2-1 0 0,-1-2 0 0 0,0 1 1 0 0,0 0-1 0 0,1 0 0 0 0,-1 1 1 0 0,1-1-1 0 0,-1 0 0 0 0,0 1 1 0 0,5-2-1 0 0,-5 3 7 0 0,0-1 0 0 0,-1 1-1 0 0,1 0 1 0 0,0 0 0 0 0,0 0 0 0 0,-1 0-1 0 0,1 0 1 0 0,0 0 0 0 0,0 0 0 0 0,-1 0 0 0 0,1 1-1 0 0,1-1 1 0 0,-2 1 0 0 0,0 0 0 0 0,1-1 0 0 0,1 1-1 0 0,28 19 93 0 0,-7-5 24 0 0,-15-13-103 0 0,-1 1 1 0 0,0-2-1 0 0,0 1 1 0 0,0-1-1 0 0,1 0 1 0 0,13 0-1 0 0,18 1 111 0 0,-37-1-118 0 0,1-1-1 0 0,1 0 1 0 0,-2 0 0 0 0,1 0 0 0 0,1 0 0 0 0,5-1 0 0 0,-8 1-6 0 0,0-1 0 0 0,-1 0 0 0 0,1 1 1 0 0,0 0-1 0 0,-1-1 0 0 0,0 0 0 0 0,1 0 0 0 0,-1 1 0 0 0,1-2 0 0 0,-1 1 1 0 0,0 0-1 0 0,0 0 0 0 0,0 0 0 0 0,1 0 0 0 0,-1-1 0 0 0,0 1 1 0 0,1-3-1 0 0,-1 1-23 0 0,1 1 0 0 0,-1-1 0 0 0,0 1 1 0 0,0-2-1 0 0,-1 2 0 0 0,0-2 0 0 0,0 2 1 0 0,1-1-1 0 0,-1 0 0 0 0,0 1 0 0 0,-1-1 0 0 0,1 0 1 0 0,0 0-1 0 0,0 0 0 0 0,-3-6 0 0 0,-1-4-133 0 0,-2 0 0 0 0,-7-15 0 0 0,-2-2-120 0 0,1-1-37 0 0,10 25 266 0 0,1 0 0 0 0,-1-1 0 0 0,2 2 1 0 0,-1-2-1 0 0,0-6 0 0 0,-1 4-42 0 0,1-1 0 0 0,0 1 0 0 0,-1 0 1 0 0,-1 0-1 0 0,0 1 0 0 0,-6-10 0 0 0,-7-10-121 0 0,-30-45-299 0 0,10 19 443 0 0,20 32-34 0 0,0-1 137 0 0,15 20-21 0 0,2 1 0 0 0,-1-1-1 0 0,-2 0 1 0 0,2 1 0 0 0,-3-4 0 0 0,-12-11 53 0 0,12 11-30 0 0,0 0 1 0 0,0 1 0 0 0,0 0-1 0 0,0-1 1 0 0,-1 2-1 0 0,-6-4 1 0 0,-10-10 53 0 0,-7-7 101 0 0,0 1-129 0 0,21 17-86 0 0,-1 2-1 0 0,-12-8 1 0 0,13 8 13 0 0,-1 0 1 0 0,-10-10 0 0 0,-41-28 263 0 0,54 38-244 0 0,-8-7-182 0 0,0-1 1 0 0,-17-21 0 0 0,70 69 429 0 0,-24-17-133 0 0,-1 2 1 0 0,13 22 0 0 0,-2-2 16 0 0,8 5 63 0 0,-17-24-87 0 0,0 2-1 0 0,-2 0 0 0 0,14 31 1 0 0,-7-12 38 0 0,-12-26-69 0 0,7 18 0 0 0,-16-18-32 0 0,0-15-62 0 0,0 0-1 0 0,0 0 1 0 0,0-1-1 0 0,0 0 1 0 0,0 1-1 0 0,-1-1 1 0 0,1 1-1 0 0,0 0 1 0 0,0 0-1 0 0,0-1 1 0 0,0 1-1 0 0,-1-1 1 0 0,1 1-1 0 0,0-1 1 0 0,-1 0-1 0 0,1 1 1 0 0,-1-1-1 0 0,1 1 1 0 0,-1-1-1 0 0,0 1 1 0 0,1-1-1 0 0,-1 0 1 0 0,1 0-1 0 0,0 0 1 0 0,-1 2-1 0 0,1-2 1 0 0,-1 0-1 0 0,0 1 1 0 0,1-1-1 0 0,-1 0 1 0 0,0 0-1 0 0,0 0 1 0 0,1 0-1 0 0,-1 0 1 0 0,1 0-1 0 0,-1 0 1 0 0,1 0-1 0 0,-1 0 1 0 0,0 0-1 0 0,0 0 1 0 0,1 0-1 0 0,-2-1 0 0 0,0 1 5 0 0,-1-2 0 0 0,1 2 0 0 0,0 0 0 0 0,-1-1 0 0 0,0 0-1 0 0,2 0 1 0 0,-2 0 0 0 0,0-1 0 0 0,2 1 0 0 0,-4-2 0 0 0,-26-27 73 0 0,-32-41 1 0 0,37 40-44 0 0,-6-4-492 0 0,-2 1-1 0 0,-72-56 0 0 0,-79-27 1112 0 0,104 69-970 0 0,62 36 244 0 0,0 1 136 0 0,-1-1-1 0 0,0 1 1 0 0,0 1 0 0 0,-27-9-1 0 0,-20 0 139 0 0,23 4-20 0 0,0 2 0 0 0,-81-11 0 0 0,84 20-40 0 0,1 1 0 0 0,-53 5 0 0 0,78 0-93 0 0,1 0 0 0 0,0 2 0 0 0,-14 4 0 0 0,17-5-19 0 0,1 1-1 0 0,0-2 0 0 0,-1 0 0 0 0,0 0 0 0 0,0 0 0 0 0,1-1 0 0 0,-14-1 1 0 0,-31-1 121 0 0,37 2-77 0 0,-24-3 0 0 0,36 1-55 0 0,0 0 0 0 0,0-1 0 0 0,0 2 1 0 0,0-2-1 0 0,0-1 0 0 0,0 2 0 0 0,-10-8 0 0 0,-4-3 8 0 0,0-1 0 0 0,1-2 0 0 0,1 0-1 0 0,1-1 1 0 0,-1 0 0 0 0,3-1 0 0 0,-18-22 0 0 0,13 14 31 0 0,14 19-62 0 0,4 6 3 0 0,-10 0 25 0 0,10-1-22 0 0,2 0 0 0 0,-3 0 0 0 0,3 0 0 0 0,-2 0 0 0 0,1 0 0 0 0,0 1-1 0 0,-1-1 1 0 0,2-1 0 0 0,-2 1 0 0 0,1-1 0 0 0,1 1 0 0 0,-2-1 0 0 0,0 1 7 0 0,-40-48 97 0 0,16 24-45 0 0,15 17-42 0 0,11 7-15 0 0,-8-2 12 0 0,6 3-17 0 0,0 1-1 0 0,0 0 1 0 0,-7 0 26 0 0,-16-8 0 0 0,19 4-21 0 0,3 2 2 0 0,0 0 1 0 0,0-1-1 0 0,1 1 0 0 0,-2 0 0 0 0,1 1 1 0 0,-1-1-1 0 0,1 0 0 0 0,0 1 1 0 0,-5-1-1 0 0,8 1-7 0 0,-1 0 1 0 0,1 0 0 0 0,-1 0-1 0 0,1 0 1 0 0,-1 0-1 0 0,1 0 1 0 0,0 0 0 0 0,-1 0-1 0 0,1 0 1 0 0,-1 0-1 0 0,1 0 1 0 0,0 0 0 0 0,0 0-1 0 0,-1 0 1 0 0,1-1 0 0 0,0 1-1 0 0,-1 0 1 0 0,1-1-1 0 0,-1 1 1 0 0,1-2 0 0 0,-16-7 12 0 0,14 8-9 0 0,2 0-3 0 0,0 0 1 0 0,0 1-1 0 0,-1 0 1 0 0,1-1-1 0 0,0-1 1 0 0,0 2-1 0 0,-1-1 0 0 0,1 0 1 0 0,0 0-1 0 0,0 1 1 0 0,0-1-1 0 0,0 0 1 0 0,0 0-1 0 0,0-1 0 0 0,1 1-1 0 0,0 1 4 0 0,1 0-1 0 0,-1-1 0 0 0,2 1 0 0 0,-1 0 1 0 0,-1 0-1 0 0,2 0 0 0 0,1 1 0 0 0,68-3 75 0 0,-60 3-55 0 0,0 0 1 0 0,19 5-1 0 0,0-1 14 0 0,43 11 84 0 0,-50-11-86 0 0,-21-3-27 0 0,2-1 1 0 0,0 1-1 0 0,-1-2 1 0 0,0 1-1 0 0,7 0 1 0 0,-8-1-2 0 0,3 1-1 0 0,-2-1 1 0 0,1 2 0 0 0,-1-1-1 0 0,8 3 1 0 0,7 2 30 0 0,36 2 50 0 0,-21-4-49 0 0,-14-1-24 0 0,3 0 55 0 0,34 10-1 0 0,-44-10-47 0 0,0 0 1 0 0,-1-1-1 0 0,2-1 1 0 0,23 1 0 0 0,-32-1-10 0 0,0 0 0 0 0,1 1 0 0 0,-1-1 1 0 0,1 1-1 0 0,-2-1 0 0 0,2 1 0 0 0,-1 1 1 0 0,0-1-1 0 0,0 2 0 0 0,-1-2 0 0 0,1 1 1 0 0,6 7-1 0 0,7 2 9 0 0,3 2 5 0 0,-21-14-26 0 0,-11 5 30 0 0,-98-8 122 0 0,-81 3 69 0 0,155 3-131 0 0,-46 8 0 0 0,71-9-71 0 0,-2 1 0 0 0,1 0 0 0 0,1 0 1 0 0,-1 1-1 0 0,0 2 0 0 0,1-2 0 0 0,0 2 0 0 0,-10 6 1 0 0,13-7-8 0 0,1 0 1 0 0,-1 1 0 0 0,3-1 0 0 0,-2 1 0 0 0,1 1 0 0 0,-7 7 0 0 0,10-9-6 0 0,0-1 0 0 0,-1 1 0 0 0,1-1 0 0 0,1 2 0 0 0,-2-2 0 0 0,2 1 0 0 0,0 1 0 0 0,0-2 0 0 0,1 2 0 0 0,-1-2 0 0 0,1 7 0 0 0,1 2-7 0 0,-1 0 0 0 0,2 1 0 0 0,1-2 0 0 0,4 18 0 0 0,21 50 0 0 0,-7-22 0 0 0,-7-21 0 0 0,3-2 0 0 0,27 47 0 0 0,3 5 0 0 0,24 42 0 0 0,-20-36 0 0 0,17 38 0 0 0,-19-21 0 0 0,30 62 0 0 0,-9-30 0 0 0,-31-71 0 0 0,82 111 0 0 0,-67-114 0 0 0,94 91 0 0 0,-145-157 0 0 0,19 20 0 0 0,0-3 0 0 0,39 27 0 0 0,74 47 0 0 0,-66-45 0 0 0,50 32 0 0 0,-94-65 0 0 0,27 26 0 0 0,21 11 0 0 0,-37-31 0 0 0,28 18 0 0 0,-55-33 0 0 0,-6-6 0 0 0,-1 1 0 0 0,0 1 0 0 0,1-2 0 0 0,-2 1 0 0 0,1 1 0 0 0,1-1 0 0 0,0 2 0 0 0,2 3 0 0 0,0-1 0 0 0,-1 1 0 0 0,1 0 0 0 0,4 8 0 0 0,13 17 0 0 0,3-6 0 0 0,-21-23 0 0 0,-2 0 0 0 0,2 0 0 0 0,1 0 0 0 0,-2-1 0 0 0,0 1 0 0 0,1-1 0 0 0,0 1 0 0 0,-1-1 0 0 0,8 0 0 0 0,-1 1 0 0 0,1-1 0 0 0,14 1 0 0 0,-22-3 0 0 0,1 1 0 0 0,-1-1 0 0 0,0 0 0 0 0,0 1 0 0 0,0-1 0 0 0,1-1 0 0 0,-1 2 0 0 0,0-3 0 0 0,0 2 0 0 0,4-3 0 0 0,3-1 0 0 0,-9 4 0 0 0,-3 1 0 0 0,-16-8 0 0 0,0 2 0 0 0,-30-5 0 0 0,30 7 0 0 0,-26-9-113 0 0,1 0 0 0 0,1-2 0 0 0,-54-29 0 0 0,-30-27-308 0 0,46 19 226 0 0,-17-18-1616 0 0,-124-117 0 0 0,128 104 767 0 0,-79-77-1014 0 0,131 111 910 0 0,-55-90 0 0 0,10 13-173 0 0,-47-55-717 0 0,102 130 906 0 0,-48-98 0 0 0,37 50 206 0 0,-8-20-354 0 0,-1 23 1765 0 0,50 94-469 0 0,0 0 1 0 0,-1-1 0 0 0,0 1 0 0 0,1-1-1 0 0,-1 2 1 0 0,0-2 0 0 0,0 1 0 0 0,1 1-1 0 0,-5-5 1 0 0,6 6-15 0 0,0 0 1 0 0,-1 0-1 0 0,1 0 1 0 0,0 1-1 0 0,0-1 0 0 0,0 0 1 0 0,0 0-1 0 0,-1 0 0 0 0,1 0 1 0 0,0 0-1 0 0,0 0 0 0 0,0 1 1 0 0,0-1-1 0 0,-1 0 0 0 0,1 0 1 0 0,0 0-1 0 0,0 1 1 0 0,0-1-1 0 0,0 0 0 0 0,0 0 1 0 0,0 0-1 0 0,0 1 0 0 0,0-1 1 0 0,0 0-1 0 0,0 0 0 0 0,0 0 1 0 0,0 1-1 0 0,0-1 0 0 0,0 0 1 0 0,0 0-1 0 0,0 1 1 0 0,0-1-1 0 0,0 0 0 0 0,0 0 1 0 0,0 0-1 0 0,0 0 0 0 0,0 9 86 0 0,3 9 139 0 0,3 0 1 0 0,-1-1 0 0 0,15 29-1 0 0,30 48 983 0 0,-41-78-1135 0 0,24 41 439 0 0,43 76 840 0 0,67 80 979 0 0,-142-211-2301 0 0,1 1-3 0 0,-1-1 0 0 0,1 1-1 0 0,0 0 1 0 0,0-1 0 0 0,3 3 0 0 0,-12-26 146 0 0,0 7-92 0 0,-8-21 0 0 0,3 4-255 0 0,-61-151-588 0 0,54 138 396 0 0,-22-77-1 0 0,41 117 352 0 0,-6-22-113 0 0,5 24 119 0 0,1 0 0 0 0,-1 1 0 0 0,1-1 0 0 0,0 1-1 0 0,0-1 1 0 0,0 0 0 0 0,0 1 0 0 0,1-2 0 0 0,-1 1-1 0 0,0 0 1 0 0,1-1 0 0 0,-1 3 7 0 0,0 0 0 0 0,0 0 1 0 0,0 0-1 0 0,0 0 0 0 0,0 0 0 0 0,0-2 0 0 0,0 2 1 0 0,0 0-1 0 0,1 0 0 0 0,-1 0 0 0 0,0-1 0 0 0,0 1 0 0 0,0 0 1 0 0,1 0-1 0 0,-1 0 0 0 0,0 0 0 0 0,0 0 0 0 0,0 0 1 0 0,1 0-1 0 0,-1 0 0 0 0,0 0 0 0 0,0 0 0 0 0,0 0 0 0 0,0 0 1 0 0,0 0-1 0 0,0 0 0 0 0,2 0 0 0 0,-2 0 0 0 0,0 0 1 0 0,0 0-1 0 0,1 0 0 0 0,-1 0 0 0 0,0 0 0 0 0,0 0 1 0 0,6 6 13 0 0,1 10 7 0 0,-1 21 221 0 0,-6-35-242 0 0,1-1 0 0 0,1 2 0 0 0,-1-1 0 0 0,-1-1 0 0 0,5 2 34 0 0,-2 0 1 0 0,1-1-1 0 0,1 0 1 0 0,5 4-1 0 0,-4-3 10 0 0,50 27 370 0 0,-18-7-160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2T16:41:07.442"/>
    </inkml:context>
    <inkml:brush xml:id="br0">
      <inkml:brushProperty name="width" value="0.35" units="cm"/>
      <inkml:brushProperty name="height" value="0.35" units="cm"/>
      <inkml:brushProperty name="color" value="#10B981"/>
    </inkml:brush>
  </inkml:definitions>
  <inkml:trace contextRef="#ctx0" brushRef="#br0">149 2636 4915 0 0,'3'3'44'0'0,"0"0"0"0"0,0-1-1 0 0,0 1 1 0 0,0-2 0 0 0,0 2 0 0 0,4 1-1 0 0,-2-2 11 0 0,-1 2-25 0 0,-4-4-20 0 0,1 0 1 0 0,0 2-1 0 0,0-1 1 0 0,-1-1-1 0 0,1 0 1 0 0,0 0-1 0 0,0 1 1 0 0,-1 0-1 0 0,2-1 1 0 0,-1 0-1 0 0,-1 1 1 0 0,1-1-1 0 0,0 0 1 0 0,0 0-1 0 0,2 0 1 0 0,-3-1-10 0 0,2 0 0 0 0,-1 0 18 0 0,0 1 1 0 0,2 0-1 0 0,-2 0 0 0 0,0 0 1 0 0,0-1-1 0 0,2 1 1 0 0,-2 0-1 0 0,0 0 0 0 0,0 0 1 0 0,1 0-1 0 0,2 1 1 0 0,11-1 120 0 0,-13 0-137 0 0,7-3 168 0 0,0 1-1 0 0,18-7 1 0 0,5 0 175 0 0,-27 8-278 0 0,1-1 1 0 0,-1 1 0 0 0,0-1-1 0 0,0 0 1 0 0,7-3 0 0 0,-3-1 51 0 0,-7 6-98 0 0,0-1 0 0 0,-1 0 0 0 0,0 1 0 0 0,1 0 0 0 0,-1-1 0 0 0,1 0 0 0 0,-1 0 0 0 0,0 0 1 0 0,0-1-1 0 0,0 2 0 0 0,0-1 0 0 0,1-1 0 0 0,-2 2 0 0 0,1-2 0 0 0,0 1 0 0 0,0-1 0 0 0,-1 1 0 0 0,1 0 0 0 0,1-2 0 0 0,1-9 89 0 0,1 3 0 0 0,11-20 0 0 0,19-45-71 0 0,-24 49 11 0 0,22-37-1 0 0,38-59 408 0 0,-64 111-452 0 0,0-1 1 0 0,-1 0-1 0 0,-1-1 1 0 0,4-11-1 0 0,-5 14-37 0 0,1-1 0 0 0,7-14-1 0 0,-7 16 7 0 0,-1-1 0 0 0,2 1-1 0 0,1-13 1 0 0,-2 7-46 0 0,11-26 1 0 0,-5 14 28 0 0,-26 52 225 0 0,-7 25 488 0 0,-16 57-1 0 0,-29 90 883 0 0,43-128-919 0 0,21-60-486 0 0,-1 0-1 0 0,1 0 0 0 0,-2-1 0 0 0,-12 15 1 0 0,0-4 35 0 0,17-19-182 0 0,1 1 0 0 0,0 3 57 0 0,-1-2 0 0 0,1 2 0 0 0,-1-1 1 0 0,0 0-1 0 0,-1-1 0 0 0,-1 7 0 0 0,1-3-14 0 0,-15 13 252 0 0,12-12-267 0 0,4-5 5 0 0,-1 0 1 0 0,1 0-1 0 0,-1-1 1 0 0,0 1-1 0 0,0-1 0 0 0,0 1 1 0 0,-5 3-1 0 0,4-2 54 0 0,-1 1-1 0 0,1-1 1 0 0,-1 0 0 0 0,0 8 0 0 0,1-11-78 0 0,28-9 310 0 0,-6-1-205 0 0,-12 6-11 0 0,0 1 0 0 0,0-1 1 0 0,-1-1-1 0 0,1 1 0 0 0,-1 0 0 0 0,9-9 0 0 0,-12 11-69 0 0,0-2-1 0 0,1 2 1 0 0,-1-1-1 0 0,0 2 1 0 0,0-1-1 0 0,1 0 1 0 0,-1 0-1 0 0,1 0 1 0 0,-1 0-1 0 0,7 1 1 0 0,10-2 65 0 0,119-27 1106 0 0,-52 7-500 0 0,-61 13-427 0 0,-13 5-136 0 0,0-1-1 0 0,-1 0 0 0 0,0-1 1 0 0,0-1-1 0 0,19-14 0 0 0,-22 17-26 0 0,0-1 0 0 0,1-1-1 0 0,-1 2 1 0 0,2 0-1 0 0,14-4 1 0 0,-12 5 48 0 0,-2-1 0 0 0,1 0 0 0 0,17-10 0 0 0,29-17 335 0 0,-34 20-152 0 0,-2-2 1 0 0,26-17-1 0 0,-32 20-7 0 0,28-15 0 0 0,-12 8-46 0 0,-31 15-293 0 0,16-8 76 0 0,28-12 0 0 0,-35 18-76 0 0,1-2 0 0 0,-1 0 0 0 0,11-7 0 0 0,18-12 0 0 0,-33 22 0 0 0,0 0 0 0 0,0-2 0 0 0,0 1 0 0 0,0 0 0 0 0,0-1 0 0 0,-2 1 0 0 0,1-1 0 0 0,1 0 0 0 0,-2-1 0 0 0,5-7 0 0 0,2-3-41 0 0,-9 12 21 0 0,0 0 0 0 0,2 0 1 0 0,-2 0-1 0 0,-1 0 1 0 0,2-1-1 0 0,0-7 0 0 0,11-46-515 0 0,-13 53 475 0 0,0 0 0 0 0,-1 0 0 0 0,0-1 0 0 0,0-8-1 0 0,1-15-173 0 0,13-26-450 0 0,-11 44 517 0 0,0 1 0 0 0,1-1 0 0 0,9-14 0 0 0,2-4-10 0 0,9-20-124 0 0,-3 10 74 0 0,8-18-193 0 0,-22 41 296 0 0,2-1-1 0 0,10-15 1 0 0,-7 6-30 0 0,-9 17 94 0 0,6-13-217 0 0,20-32 0 0 0,-20 37 141 0 0,16-35-245 0 0,-10 15 71 0 0,-7 24 137 0 0,-1 0 0 0 0,14-19-1 0 0,8-5 232 0 0,4-9-41 0 0,-26 35-82 0 0,-1 0 0 0 0,0-2 1 0 0,0 2-1 0 0,-2-2 0 0 0,1 0 0 0 0,-1 1 1 0 0,3-16-1 0 0,4-16-221 0 0,-7 25 234 0 0,8-15-226 0 0,-7 20 128 0 0,-1 0 0 0 0,0-1 0 0 0,3-27 0 0 0,21-107-739 0 0,-21 119 623 0 0,-3 19 175 0 0,-1-2 0 0 0,0 0 0 0 0,-2 2 1 0 0,1-16-1 0 0,-1-5-128 0 0,0 9-12 0 0,-5-34 1 0 0,-5-60-510 0 0,5 11 120 0 0,7 62 300 0 0,-3 38 270 0 0,1 0 0 0 0,-1-1 0 0 0,1 1 0 0 0,1 0 0 0 0,-2 1 0 0 0,2-2 0 0 0,0 1 0 0 0,0 1 0 0 0,4-7 0 0 0,25-48-459 0 0,-22 48 481 0 0,-8 10 21 0 0,-1 1 1 0 0,1 0-1 0 0,0 0 1 0 0,0 1-1 0 0,-1-2 0 0 0,1 1 1 0 0,0 0-1 0 0,0-1 1 0 0,-1 2-1 0 0,0-2 0 0 0,0 1 1 0 0,0 0-1 0 0,1 0 0 0 0,-1-1 1 0 0,0 1-1 0 0,0-2 1 0 0,-7-66-454 0 0,11 58 432 0 0,-3 9 22 0 0,0 1 1 0 0,-1 1-1 0 0,0-1 0 0 0,0 0 0 0 0,1 0 0 0 0,-1 0 0 0 0,1 0 0 0 0,-1 0 0 0 0,1-1 0 0 0,-1 1 0 0 0,0 1 0 0 0,0-2 0 0 0,0 1 1 0 0,0 1-1 0 0,0-3 0 0 0,0 3 0 0 0,0-1 0 0 0,0-1 0 0 0,-1 0 0 0 0,0-3 43 0 0,0 2 0 0 0,1-3-1 0 0,0 2 1 0 0,0 0 0 0 0,0-1 0 0 0,0-6-1 0 0,1-5-43 0 0,-1 1-19 0 0,-1 11 10 0 0,1 0-1 0 0,0-1 1 0 0,0 2 0 0 0,0-2 0 0 0,0 1-1 0 0,1 0 1 0 0,0 0 0 0 0,0-1-1 0 0,2-3 1 0 0,5 53 309 0 0,11 71 585 0 0,6 69 364 0 0,-24-47-317 0 0,-12-16-203 0 0,9-26-69 0 0,2-85-539 0 0,0-11-107 0 0,0 1 3 0 0,0-1 0 0 0,0 1 0 0 0,0-1 0 0 0,0 1 0 0 0,0 0 0 0 0,0 0 0 0 0,0-1 1 0 0,0 1-1 0 0,0 0 0 0 0,-1-1 0 0 0,1 0 0 0 0,0 1 0 0 0,-1 0 0 0 0,0 0 0 0 0,0-19 125 0 0,2 3-162 0 0,4-25 0 0 0,-1 17-5 0 0,3-55-556 0 0,-3-96 0 0 0,-2 158 516 0 0,-2 1-55 0 0,-3-28 0 0 0,-27-88-567 0 0,29 127 677 0 0,1 1 1 0 0,-1-1-1 0 0,1 1 0 0 0,0-2 1 0 0,1-3-1 0 0,-2-16-95 0 0,0-1 14 0 0,2 22 83 0 0,-1 0 0 0 0,1 0 1 0 0,0 0-1 0 0,0 0 0 0 0,1-5 1 0 0,0 7 4 0 0,-1-1 0 0 0,-1 0 0 0 0,1 0 0 0 0,0 1 1 0 0,-1-1-1 0 0,0 1 0 0 0,1-1 0 0 0,-1 0 1 0 0,1 0-1 0 0,-1 0 0 0 0,0 0 0 0 0,0 0 0 0 0,0 0 1 0 0,0 1-1 0 0,-1-2 0 0 0,1 2 0 0 0,-1-1 0 0 0,1 0 1 0 0,0 0-1 0 0,-2-3 0 0 0,-10-16-88 0 0,11 20 91 0 0,1 1 1 0 0,0 0-1 0 0,-2 0 1 0 0,2 0-1 0 0,-1 0 1 0 0,1 0-1 0 0,-1 0 1 0 0,1-1-1 0 0,-1 1 1 0 0,0 0-1 0 0,1 0 1 0 0,0 0-1 0 0,-1 0 1 0 0,-1 1-1 0 0,-3-1 40 0 0,0 0 0 0 0,-1 1 1 0 0,1 0-1 0 0,0 0 0 0 0,0 2 0 0 0,1-2 0 0 0,-5 3 1 0 0,-23 7 112 0 0,7-5 195 0 0,-41 16 0 0 0,40-12-59 0 0,-33 8-1 0 0,-41 9 448 0 0,-16 4 37 0 0,103-28-653 0 0,0 0 1 0 0,1 1-1 0 0,-1 0 0 0 0,1 1 0 0 0,1 1 0 0 0,-1 0 1 0 0,1 1-1 0 0,0-1 0 0 0,1 2 0 0 0,-17 15 1 0 0,-17 14 199 0 0,-51 50 705 0 0,72-66-769 0 0,14-14-134 0 0,1 0 0 0 0,-8 10 0 0 0,6-6 33 0 0,0-1 0 0 0,-1 0 0 0 0,-20 13 0 0 0,25-18-136 0 0,-76 62 812 0 0,62-50-587 0 0,17-14-194 0 0,-1 0 0 0 0,0 1-1 0 0,0-2 1 0 0,0 0 0 0 0,0 2 0 0 0,-9 2-1 0 0,-3 1 118 0 0,0-2 0 0 0,-23 4-1 0 0,35-7-112 0 0,-1-1 0 0 0,1 2 0 0 0,-1-2-1 0 0,0 2 1 0 0,1-1 0 0 0,-7 6 0 0 0,-1-1 85 0 0,8-5-95 0 0,1 0 0 0 0,0 1 0 0 0,0 0 0 0 0,0-1 0 0 0,-1 2 0 0 0,2-2 0 0 0,-1 2 0 0 0,0-1 0 0 0,-3 6 0 0 0,4-5 4 0 0,0 0 0 0 0,-2 0 0 0 0,2-1 0 0 0,-6 5 0 0 0,-18 17 198 0 0,15-13-4 0 0,-21 14 0 0 0,-16 9 11 0 0,-54 42 496 0 0,62-36-742 0 0,18-21 0 0 0,16-15 0 0 0,2 1 0 0 0,-2-1 0 0 0,0 1 0 0 0,-6 10 0 0 0,-8 16 0 0 0,-7 13 0 0 0,21-35 0 0 0,-1 2 0 0 0,-13 14 0 0 0,-6 9 0 0 0,6-4 0 0 0,12-19 0 0 0,-1 1 0 0 0,-11 24 0 0 0,15-26 0 0 0,0-2 0 0 0,-1 0 0 0 0,0 0 0 0 0,0-1 0 0 0,-14 16 0 0 0,10-11 0 0 0,-5 2 0 0 0,10-10 0 0 0,0 0 0 0 0,0 1 0 0 0,1 0 0 0 0,0 0 0 0 0,-5 7 0 0 0,-47 94 0 0 0,-52 100 0 0 0,73-123 0 0 0,24-60 0 0 0,-14 42 0 0 0,9-3 0 0 0,0 28 0 0 0,12-71 0 0 0,1-12 0 0 0,1 2 0 0 0,1 0 0 0 0,-1 9 0 0 0,-5 98 0 0 0,1-82 0 0 0,1 31 0 0 0,5-65 0 0 0,0-1 0 0 0,0 0 0 0 0,0 1 0 0 0,0-1 0 0 0,0 1 0 0 0,0-1 0 0 0,0 0 0 0 0,0 1 0 0 0,1-1 0 0 0,-1 1 0 0 0,0-1 0 0 0,0 0 0 0 0,0 1 0 0 0,1-1 0 0 0,-1 0 0 0 0,0 0 0 0 0,0 0 0 0 0,0 0 0 0 0,0 1 0 0 0,0-1 0 0 0,2 0 0 0 0,-2 0 0 0 0,0 1 0 0 0,1-1 0 0 0,-1 0 0 0 0,0 0 0 0 0,0 0 0 0 0,1 1 0 0 0,12-1 0 0 0,10-5 0 0 0,-17 0-40 0 0,0 2 1 0 0,1-2-1 0 0,-1 0 1 0 0,0 0-1 0 0,8-10 1 0 0,25-32-367 0 0,-13 13 268 0 0,35-41-679 0 0,39-45 88 0 0,-35 58 876 0 0,-56 53-133 0 0,-9 7-11 0 0,2 1 0 0 0,-1 0-1 0 0,0 0 1 0 0,0 1-1 0 0,0-2 1 0 0,0 1-1 0 0,1 1 1 0 0,-1-2 0 0 0,0 2-1 0 0,0-1 1 0 0,0 1-1 0 0,1-1 1 0 0,-1 1-1 0 0,1-1 1 0 0,-1 1-1 0 0,0-1 1 0 0,1 1 0 0 0,-1 0-1 0 0,1 0 1 0 0,-1 0-1 0 0,0 0 1 0 0,3 0-1 0 0,3-1 8 0 0,-1 1-1 0 0,2 1 0 0 0,-1-1 0 0 0,-1 1 1 0 0,1 1-1 0 0,0-2 0 0 0,0 3 0 0 0,0-1 1 0 0,-1 0-1 0 0,8 4 0 0 0,-5-2 10 0 0,0 1-1 0 0,-1 1 0 0 0,-1-2 1 0 0,3 2-1 0 0,-3 0 0 0 0,0 1 1 0 0,0 0-1 0 0,0 0 0 0 0,-1-1 1 0 0,0 2-1 0 0,9 15 0 0 0,-14-20-14 0 0,0 0-1 0 0,1 0 1 0 0,-2 0 0 0 0,1 0-1 0 0,-1 1 1 0 0,1-2-1 0 0,-1 1 1 0 0,0 1-1 0 0,0 3 1 0 0,-5 31 38 0 0,1-12-2 0 0,-10 118 142 0 0,-9 11 5 0 0,20-137-169 0 0,-2 12 58 0 0,-1 56-1 0 0,6-86-74 0 0,0 0-1 0 0,0 1 1 0 0,0-1-1 0 0,0 1 1 0 0,0 0-1 0 0,1 0 1 0 0,-1-1-1 0 0,0 1 1 0 0,0 0-1 0 0,0-1 1 0 0,1 0-1 0 0,-1 1 1 0 0,0-1-1 0 0,0 1 1 0 0,0-1-1 0 0,1 1 1 0 0,-1-1-1 0 0,0 0 1 0 0,2 0-1 0 0,-2 1 1 0 0,0-1-1 0 0,1 2 1 0 0,-1-2-1 0 0,1 0 1 0 0,0 1 1 0 0,0-1 1 0 0,1 1-1 0 0,-1-1 1 0 0,1 1 0 0 0,-2-1-1 0 0,2 0 1 0 0,-1 0-1 0 0,1 0 1 0 0,-1 0-1 0 0,3 0 1 0 0,0-1 5 0 0,1 0-1 0 0,1 0 1 0 0,-3 1 0 0 0,2-3 0 0 0,4 0 0 0 0,-3 0 10 0 0,-1 0 1 0 0,1 0-1 0 0,8-9 0 0 0,6-2 6 0 0,-7 4 30 0 0,1-1 0 0 0,20-20-1 0 0,-20 17-134 0 0,25-18-1 0 0,47-35-50 0 0,-21 16-118 0 0,-26 23 137 0 0,-23 18 139 0 0,0-1 1 0 0,-1-2-1 0 0,14-13 1 0 0,-7 4 1 0 0,18-21 32 0 0,-24 25-33 0 0,2 1 0 0 0,22-19 1 0 0,-21 19-161 0 0,30-31 1 0 0,-24 20 162 0 0,-15 17-62 0 0,1-1 0 0 0,0 0 0 0 0,9-19 0 0 0,-13 21-133 0 0,0-1 0 0 0,10-9 0 0 0,-9 9-31 0 0,0 1 1 0 0,7-12-1 0 0,5-4 6 0 0,-7 5 231 0 0,2-7-180 0 0,42-109-944 0 0,-35 85 754 0 0,-4 10 31 0 0,16-36-347 0 0,-32 71 596 0 0,1 1 0 0 0,7-14 0 0 0,-6 14-4 0 0,-1 1 0 0 0,0-1 0 0 0,4-11 0 0 0,-4 8-30 0 0,0-1 0 0 0,0 1 0 0 0,2 1 0 0 0,-1 0 0 0 0,8-10 0 0 0,32-38-206 0 0,-26 34 158 0 0,-16 19 78 0 0,5-6 43 0 0,-1 2 1 0 0,0-2 0 0 0,9-16 0 0 0,-4 0-75 0 0,-7 13 2 0 0,2 0-1 0 0,11-20 1 0 0,-15 29 69 0 0,0-1 1 0 0,1 0-1 0 0,-2 0 0 0 0,0 0 1 0 0,1 1-1 0 0,0-2 0 0 0,-1 1 1 0 0,-1 0-1 0 0,1-5 1 0 0,0-5-123 0 0,-2-20 0 0 0,0 8 26 0 0,2 14 23 0 0,1 0 0 0 0,0 0 0 0 0,0 1 0 0 0,0-1 0 0 0,2 0 0 0 0,5-13 0 0 0,-3 12-32 0 0,-2-1-1 0 0,0 0 1 0 0,3-25 0 0 0,-7 34 84 0 0,2-1-1 0 0,-1 0 1 0 0,-1 0 0 0 0,0 0-1 0 0,0 0 1 0 0,-3-10-1 0 0,0 3-57 0 0,2 1-1 0 0,0 0 0 0 0,1-1 1 0 0,0 1-1 0 0,3-26 0 0 0,3 6-231 0 0,0-56-1 0 0,-6 63 147 0 0,2-1 0 0 0,2 1-1 0 0,5-26 1 0 0,-6 19 8 0 0,-3 27 128 0 0,0 0 0 0 0,1 0 0 0 0,-1 0 0 0 0,1 0 0 0 0,1 0 1 0 0,1-9-1 0 0,7-21-181 0 0,-8 30 186 0 0,0-1 0 0 0,-1 0 0 0 0,0 1 0 0 0,0-1 0 0 0,-1 0 0 0 0,0 0 0 0 0,0 0 0 0 0,0 0 0 0 0,-1 0-1 0 0,0-1 1 0 0,-1-4 0 0 0,2 10 36 0 0,0 1-1 0 0,0-1 1 0 0,0 1-1 0 0,0 0 1 0 0,0-1-1 0 0,-1 1 1 0 0,1-1 0 0 0,0 1-1 0 0,0 0 1 0 0,-1 0-1 0 0,1-1 1 0 0,0 1-1 0 0,-1 0 1 0 0,1-1-1 0 0,0 1 1 0 0,-1 0-1 0 0,1-1 1 0 0,0 1-1 0 0,0 0 1 0 0,0 0-1 0 0,-1 0 1 0 0,1 0 0 0 0,-1 0-1 0 0,1 0 1 0 0,-1 0-1 0 0,1-1 1 0 0,-1 1-1 0 0,1 0 1 0 0,-1 0-1 0 0,1 0 1 0 0,-1 0-1 0 0,1 0 1 0 0,0 0-1 0 0,-16 7-57 0 0,13-6 57 0 0,-7 4 126 0 0,-2 1 1 0 0,1 0-1 0 0,-13 2 0 0 0,19-6-110 0 0,-8 2 97 0 0,1 0 0 0 0,-1 0 0 0 0,-13 0 0 0 0,17-2-22 0 0,-1 1 0 0 0,1-1 1 0 0,-18 8-1 0 0,12-4-11 0 0,-84 38 759 0 0,83-34-712 0 0,1 0 0 0 0,0 2 1 0 0,1 0-1 0 0,-13 14 0 0 0,-4 1 182 0 0,-100 95 1105 0 0,103-101-1211 0 0,19-16-122 0 0,2 1 0 0 0,0-1 0 0 0,-1 2 0 0 0,-8 10 0 0 0,16-17-78 0 0,0 0-1 0 0,0 0 0 0 0,0 0 0 0 0,0 1 1 0 0,0-1-1 0 0,-1 0 0 0 0,1 0 1 0 0,0 0-1 0 0,0 0 0 0 0,0 0 1 0 0,0 0-1 0 0,0 0 0 0 0,0 0 1 0 0,0 0-1 0 0,0 0 0 0 0,0 0 1 0 0,0 0-1 0 0,0 1 0 0 0,0-1 1 0 0,0 0-1 0 0,0 0 0 0 0,0 0 1 0 0,0 0-1 0 0,0 0 0 0 0,-1 0 1 0 0,1 0-1 0 0,0 0 0 0 0,0 1 1 0 0,0-1-1 0 0,0 0 0 0 0,0 0 1 0 0,0 0-1 0 0,1 0 0 0 0,-1 0 1 0 0,0 0-1 0 0,0 0 0 0 0,0 0 1 0 0,0 1-1 0 0,0-1 0 0 0,0 0 1 0 0,0 0-1 0 0,0 0 0 0 0,0 0 1 0 0,0 0-1 0 0,0 0 0 0 0,0 0 1 0 0,0 0-1 0 0,0 0 0 0 0,0 0 1 0 0,0 0-1 0 0,1 0 0 0 0,-1 0 0 0 0,0 0 1 0 0,0 0-1 0 0,0 0 0 0 0,0 0 1 0 0,0 0-1 0 0,0 0 0 0 0,0 0 1 0 0,0 0-1 0 0,0 0 0 0 0,0 0 1 0 0,0 0-1 0 0,10-1 52 0 0,15-9 84 0 0,-20 8-106 0 0,14-7 239 0 0,34-19 0 0 0,-33 16-2 0 0,32-15 1 0 0,-18 13-35 0 0,134-52 955 0 0,-149 60-1034 0 0,-1-1 0 0 0,-2-1 0 0 0,25-15 0 0 0,8-2 296 0 0,-34 17-255 0 0,-1 1-1 0 0,19-14 1 0 0,-29 19-161 0 0,-1-1-1 0 0,2 1 0 0 0,-2 0 1 0 0,1 0-1 0 0,-1 0 1 0 0,2 0-1 0 0,-1 1 1 0 0,-1-1-1 0 0,9-1 1 0 0,-9 3-9 0 0,0 0 1 0 0,0 0-1 0 0,0 0 0 0 0,-1 0 1 0 0,2 0-1 0 0,-2 2 1 0 0,1-1-1 0 0,0-1 0 0 0,0 1 1 0 0,0 0-1 0 0,0 0 1 0 0,0 0-1 0 0,-1 0 1 0 0,5 3-1 0 0,0 2 62 0 0,-1-1 1 0 0,10 10-1 0 0,-12-11-43 0 0,-1-1-1 0 0,1 1 1 0 0,0-1-1 0 0,-1 0 1 0 0,2 1 0 0 0,-1-2-1 0 0,0 0 1 0 0,1 1-1 0 0,-1-1 1 0 0,1 1 0 0 0,6 0-1 0 0,-11-2-36 0 0,1-1-1 0 0,-1 0 0 0 0,1 0 0 0 0,-1 0 1 0 0,0 0-1 0 0,0 0 0 0 0,1 0 0 0 0,-1 0 1 0 0,1-1-1 0 0,-1 1 0 0 0,2 0 0 0 0,-2 0 1 0 0,0 0-1 0 0,0 0 0 0 0,1 0 1 0 0,-1 0-1 0 0,1 0 0 0 0,-1-1 0 0 0,1 1 1 0 0,-1 0-1 0 0,0-1 0 0 0,0 1 0 0 0,0 0 1 0 0,1-1-1 0 0,4-12 110 0 0,-3-20-153 0 0,-2 28-45 0 0,-3-64-443 0 0,2 61 397 0 0,0-1 1 0 0,0 1-1 0 0,-1 0 1 0 0,1-1-1 0 0,-5-9 1 0 0,5 13 67 0 0,-1 0 0 0 0,-1 0 0 0 0,2 0-1 0 0,-1 0 1 0 0,-2 1 0 0 0,2-1 0 0 0,-2 1 0 0 0,1-1 0 0 0,-6-4 0 0 0,6 8 64 0 0,2-2 0 0 0,-2 3 1 0 0,1-2-1 0 0,-2 1 1 0 0,2 0-1 0 0,-1 0 1 0 0,0 0-1 0 0,1 0 1 0 0,-2 0-1 0 0,2 0 1 0 0,-1 1-1 0 0,0 0 1 0 0,1-1-1 0 0,-6 2 1 0 0,-6-1 24 0 0,-24 6 1 0 0,20-4-4 0 0,-16 2 19 0 0,5-1 15 0 0,0 1 1 0 0,-44 12 0 0 0,65-14-47 0 0,0 1-1 0 0,0 1 1 0 0,-1-1 0 0 0,2 2-1 0 0,-1-2 1 0 0,1 2 0 0 0,0 0-1 0 0,0 1 1 0 0,0-1 0 0 0,1 1-1 0 0,0-1 1 0 0,-11 15 0 0 0,14-14-7 0 0,-28 36 121 0 0,-46 49 1 0 0,53-69-64 0 0,-1 0 1 0 0,-2-1 0 0 0,-30 20 0 0 0,-94 47 181 0 0,116-68-185 0 0,-16 8 8 0 0,-8 3 65 0 0,2 3 0 0 0,-58 45 1 0 0,93-61-82 0 0,-71 60 101 0 0,76-62-109 0 0,1 0 1 0 0,1 1-1 0 0,-16 23 1 0 0,-42 51 132 0 0,72-89-179 0 0,-229 364 174 0 0,143-170-174 0 0,54-117 0 0 0,19-41 0 0 0,-18 74 0 0 0,20-52 0 0 0,11-58 0 0 0,1-1 0 0 0,0 0 0 0 0,-1 0 0 0 0,1-1 0 0 0,0 3 0 0 0,0-3 0 0 0,0 1 0 0 0,0 1 0 0 0,0-2 0 0 0,0 1 0 0 0,0 1 0 0 0,0-1 0 0 0,1 0 0 0 0,0 2 0 0 0,-1-3 0 0 0,1 0 0 0 0,-1 0 0 0 0,0 0 0 0 0,1 0 0 0 0,-1 0 0 0 0,0 0 0 0 0,1 0 0 0 0,-1 0 0 0 0,0 0 0 0 0,1 0 0 0 0,-1-1 0 0 0,0 1 0 0 0,0 0 0 0 0,0 0 0 0 0,0 0 0 0 0,1 0 0 0 0,-1-1 0 0 0,0 1 0 0 0,1 0 0 0 0,-1 0 0 0 0,0 0 0 0 0,0 0 0 0 0,1 0 0 0 0,-1 0 0 0 0,0-1 0 0 0,0 1 0 0 0,0 0 0 0 0,1 0 0 0 0,-1-1 0 0 0,8-9 0 0 0,-8 10 0 0 0,49-59-415 0 0,58-78-1133 0 0,110-212-2084 0 0,-211 339 3514 0 0,29-57-807 0 0,4 4-1 0 0,48-63 1 0 0,-61 93 596 0 0,6-9-490 0 0,75-71 0 0 0,-91 100 941 0 0,0 1 1 0 0,1 0-1 0 0,1 1 0 0 0,0 1 1 0 0,1 0-1 0 0,36-11 0 0 0,125-26 919 0 0,-98 27-636 0 0,27-7 223 0 0,-74 21-352 0 0,-23 5-205 0 0,0-2-1 0 0,-2 1 0 0 0,2-1 1 0 0,12-5-1 0 0,-2-2 132 0 0,-10 6-89 0 0,-2 0 0 0 0,20-12-1 0 0,-14 7-7 0 0,-12 6-86 0 0,-2-1 1 0 0,2 1-1 0 0,-2-2 1 0 0,0 2-1 0 0,0-1 0 0 0,1 0 1 0 0,-2 0-1 0 0,1 0 0 0 0,0-1 1 0 0,1-5-1 0 0,2-2-15 0 0,-5 6-87 0 0,-3 6 98 0 0,3 0-10 0 0,-1 1 0 0 0,0-1 1 0 0,1 1-1 0 0,-1-1 0 0 0,1 0 1 0 0,0 0-1 0 0,-1 1 1 0 0,1-1-1 0 0,-1 1 0 0 0,1-1 1 0 0,-1 1-1 0 0,1 0 0 0 0,0-1 1 0 0,-1 2-1 0 0,-18 45 192 0 0,7-20-61 0 0,-11 40 1 0 0,-1 19 287 0 0,-5-1 1 0 0,-55 115-1 0 0,-27 7 350 0 0,50-98-419 0 0,34-64-49 0 0,-49 63 1 0 0,-51 55 434 0 0,68-89-472 0 0,-38 56 257 0 0,-29 35 270 0 0,70-97-589 0 0,45-54-207 0 0,5-8 0 0 0,0 0 0 0 0,-6 11 0 0 0,12-17 0 0 0,0 1 0 0 0,0-1 0 0 0,0 0 0 0 0,-1 0 0 0 0,1 0 0 0 0,0 0 0 0 0,0 0 0 0 0,0 0 0 0 0,0 0 0 0 0,0 0 0 0 0,0 0 0 0 0,0 0 0 0 0,0 0 0 0 0,0 0 0 0 0,0 1 0 0 0,0-1 0 0 0,0 0 0 0 0,0 0 0 0 0,0 0 0 0 0,0 0 0 0 0,0 0 0 0 0,0 0 0 0 0,0 0 0 0 0,0 0 0 0 0,0 1 0 0 0,0-1 0 0 0,0 0 0 0 0,0 0 0 0 0,0 0 0 0 0,0 0 0 0 0,0 0 0 0 0,0 0 0 0 0,0 0 0 0 0,0 0 0 0 0,0 0 0 0 0,0 0 0 0 0,0 0 0 0 0,0 0 0 0 0,0 0 0 0 0,0 0 0 0 0,0 0 0 0 0,0 0 0 0 0,0 0 0 0 0,1 0 0 0 0,-1 0 0 0 0,0 0 0 0 0,0 0 0 0 0,0 0 0 0 0,0 0 0 0 0,0 0 0 0 0,0 0 0 0 0,0 0 0 0 0,0 1 0 0 0,1-1 0 0 0,5-1 0 0 0,7-5 0 0 0,-2-3-69 0 0,-1 2 0 0 0,17-17 0 0 0,-11 9-6 0 0,42-39-796 0 0,-3-3 1 0 0,52-69 0 0 0,80-136-1819 0 0,39-98-836 0 0,-175 264 2491 0 0,-23 43 460 0 0,7-6 128 0 0,5-8 122 0 0,-36 59 286 0 0,-1 1 1 0 0,0 0 0 0 0,-1 0 0 0 0,0 0 0 0 0,0-1 0 0 0,0 0-1 0 0,-2 1 1 0 0,1-1 0 0 0,0 1 0 0 0,-1-1 0 0 0,-1 1 0 0 0,-1-15 0 0 0,0-1-69 0 0,2 18 90 0 0,-1-1-1 0 0,1 2 1 0 0,-1-2 0 0 0,0 1 0 0 0,1 1 0 0 0,-5-8 0 0 0,3 8 0 0 0,2 2 15 0 0,0 1 1 0 0,0-1-1 0 0,-1 1 0 0 0,0 0 1 0 0,1 0-1 0 0,-1 0 1 0 0,0 0-1 0 0,1-1 0 0 0,-1 1 1 0 0,0 0-1 0 0,1 0 1 0 0,-1 0-1 0 0,0 0 0 0 0,-1 0 1 0 0,1 0-1 0 0,0 0 0 0 0,1 0 1 0 0,-2 1-1 0 0,1-1 1 0 0,1 1-1 0 0,-3-1 0 0 0,3 0 1 0 0,-2 1-1 0 0,1 0 1 0 0,0 0-1 0 0,-1-1 0 0 0,1 1 1 0 0,-1 0-1 0 0,1 0 1 0 0,-2-2-1 0 0,-5 4 55 0 0,1-1 0 0 0,-2-1 1 0 0,1 2-1 0 0,0-1 0 0 0,1 2 0 0 0,-1 0 1 0 0,-8 3-1 0 0,-53 29 510 0 0,55-26-424 0 0,-37 22 397 0 0,3 1 0 0 0,-52 48 0 0 0,65-55 16 0 0,-68 39 0 0 0,70-45-325 0 0,-31 13 374 0 0,46-23-431 0 0,0 0 0 0 0,2-1 0 0 0,0 2 1 0 0,-27 20-1 0 0,3 8 247 0 0,1 2 1 0 0,3 1-1 0 0,0 1 1 0 0,3 3-1 0 0,1 0 0 0 0,-32 67 1 0 0,-86 143 1566 0 0,144-249-1959 0 0,5-6-28 0 0,2-4-1 0 0,14-24-190 0 0,0 2 1 0 0,22-29-1 0 0,2-4-134 0 0,-25 39 120 0 0,183-287-2828 0 0,27 17 35 0 0,-202 264 2709 0 0,-8 8 266 0 0,0 2 0 0 0,2 1 0 0 0,-1-1 1 0 0,32-21-1 0 0,-45 36 38 0 0,1-1 0 0 0,-1 2 0 0 0,1-1 0 0 0,-1 0 0 0 0,1 0 0 0 0,0 1 1 0 0,0-2-1 0 0,0 2 0 0 0,-1-1 0 0 0,0 1 0 0 0,2 0 0 0 0,4 1 0 0 0,14-3 110 0 0,-6 0-77 0 0,-7 0 42 0 0,0 1 0 0 0,16-2 0 0 0,-1 8 108 0 0,-23-5-189 0 0,-1 0 1 0 0,1 0-1 0 0,0 0 1 0 0,0 0-1 0 0,0 0 1 0 0,1 0-1 0 0,-2 0 1 0 0,1 1-1 0 0,0-1 1 0 0,0 0-1 0 0,0 1 1 0 0,0-1-1 0 0,0 0 1 0 0,-1 1 0 0 0,1-1-1 0 0,0 0 1 0 0,0 1-1 0 0,0-1 1 0 0,-1 1-1 0 0,1 1 1 0 0,0-2-1 0 0,0 0 1 0 0,-1 1-1 0 0,0 0 1 0 0,2 0-1 0 0,-2 0 3 0 0,0 1 0 0 0,0-1 0 0 0,1 1-1 0 0,-1-2 1 0 0,0 1 0 0 0,0 1 0 0 0,-1-2 0 0 0,1 2-1 0 0,0-1 1 0 0,0 1 0 0 0,-1-1 0 0 0,1-1-1 0 0,0 2 1 0 0,-1-1 0 0 0,1-1 0 0 0,0 3 0 0 0,-1-3-1 0 0,0 1 1 0 0,-1 2 0 0 0,-9 16 188 0 0,-13 32 1 0 0,10-21-19 0 0,-139 236 1294 0 0,122-216-1210 0 0,-178 251 1515 0 0,180-266-1429 0 0,0-2-1 0 0,-49 44 1 0 0,71-71-302 0 0,5-4-27 0 0,0-1-1 0 0,0 1 1 0 0,0 0-1 0 0,0 0 1 0 0,0 0-1 0 0,0 0 1 0 0,-2 4-1 0 0,3-4-20 0 0,11-5 0 0 0,11-10 87 0 0,-1 1 183 0 0,25-12 0 0 0,-22 13-109 0 0,2-2 0 0 0,-3-1-1 0 0,31-21 1 0 0,57-58-1196 0 0,-107 89 971 0 0,27-23-490 0 0,-2-3 1 0 0,49-63-1 0 0,33-75-1112 0 0,-71 105 1038 0 0,-2 7-322 0 0,1 1 0 0 0,92-99 0 0 0,-124 148 1018 0 0,-1 0-8 0 0,0 1 0 0 0,0 1 0 0 0,0-1 0 0 0,1 0 0 0 0,10-4 1 0 0,-16 8-61 0 0,0 1 0 0 0,0 0 1 0 0,1 0-1 0 0,-1 0 0 0 0,0 0 1 0 0,0 0-1 0 0,2 0 0 0 0,-2-1 1 0 0,0 1-1 0 0,0 0 1 0 0,0 0-1 0 0,0 0 0 0 0,0 0 1 0 0,1 0-1 0 0,-1 0 0 0 0,0 0 1 0 0,1 0-1 0 0,-1 0 1 0 0,0 0-1 0 0,1 0 0 0 0,-1 1 1 0 0,0-1-1 0 0,0 0 0 0 0,0 0 1 0 0,0 0-1 0 0,0 0 1 0 0,1 0-1 0 0,-1 0 0 0 0,0 1 1 0 0,0-1-1 0 0,0 0 0 0 0,1 0 1 0 0,-1 0-1 0 0,0 0 1 0 0,2 11 61 0 0,-6 12 51 0 0,4-23-113 0 0,-6 16 103 0 0,0-1 0 0 0,1-1 0 0 0,-3 0 0 0 0,0 1 0 0 0,-10 12 0 0 0,8-12-8 0 0,-227 314 1779 0 0,102-171-883 0 0,18-22-216 0 0,-11 9 166 0 0,38-52-137 0 0,21-28-159 0 0,68-65-642 0 0,0 1 1 0 0,1 0 0 0 0,-1-1 0 0 0,1 1-1 0 0,0-1 1 0 0,-2 0 0 0 0,1 1-1 0 0,1-1 1 0 0,0 1 0 0 0,-1-1-1 0 0,0 0 1 0 0,0 0 0 0 0,1 1 0 0 0,0-1-1 0 0,-1 0 1 0 0,-1 0 0 0 0,2 0-1 0 0,0 0 1 0 0,-1 0 0 0 0,0 0-1 0 0,0 0 1 0 0,1 0 0 0 0,-1 0 0 0 0,1-1-1 0 0,-2 1 1 0 0,2 0 0 0 0,-1 0-1 0 0,1-1 1 0 0,-1 1 0 0 0,0 0-1 0 0,1-1 1 0 0,0 1 0 0 0,-1-1 0 0 0,0 1-1 0 0,1-1 1 0 0,-1 1 0 0 0,1-1-1 0 0,-1 1 1 0 0,0 0 0 0 0,1-1 0 0 0,-1 0-1 0 0,1 1 1 0 0,0-1 0 0 0,0 1-1 0 0,0 0 1 0 0,0-2 0 0 0,-1 1-1 0 0,1 1 1 0 0,0-1 0 0 0,0 0 0 0 0,-9-32 77 0 0,6 17-297 0 0,-3-1-1 0 0,-7-21 0 0 0,13 35 181 0 0,-1-1-1 0 0,0-1 1 0 0,0 1 0 0 0,1 1-1 0 0,0-1 1 0 0,0-1 0 0 0,0 2-1 0 0,1-2 1 0 0,-1 2-1 0 0,1-2 1 0 0,3-6 0 0 0,0-10-179 0 0,-1 5 51 0 0,1 0 0 0 0,1 0 0 0 0,7-15 0 0 0,-8 21 90 0 0,0-3-19 0 0,2 1-1 0 0,0 0 1 0 0,1-1 0 0 0,0 2 0 0 0,0-1 0 0 0,1 1 0 0 0,1 1 0 0 0,18-17-1 0 0,20-21-280 0 0,-26 31 241 0 0,31-39-1 0 0,-45 46 28 0 0,1 0 0 0 0,-1 0-1 0 0,-1-1 1 0 0,0 0 0 0 0,-1 0 0 0 0,6-17 0 0 0,-7 19 5 0 0,4-17-188 0 0,-8 24 281 0 0,0 0 0 0 0,1 1 0 0 0,-1 0 0 0 0,0-1 0 0 0,0 1 0 0 0,0-1 0 0 0,0 1 0 0 0,0-1 0 0 0,-1 1 0 0 0,1-1 0 0 0,0 0 0 0 0,-1 1-1 0 0,0-3 1 0 0,1 4 11 0 0,-1-1 0 0 0,1 1 0 0 0,-2-2 0 0 0,2 2-1 0 0,0 0 1 0 0,-1-1 0 0 0,1 1 0 0 0,-1-1 0 0 0,0 1-1 0 0,1-1 1 0 0,0 1 0 0 0,-1 0 0 0 0,0 0 0 0 0,1 0-1 0 0,-1 0 1 0 0,0 0 0 0 0,0-1 0 0 0,0 1 0 0 0,0 0-1 0 0,1 0 1 0 0,0 0 0 0 0,-1 0 0 0 0,-1 0-1 0 0,2 0 1 0 0,-1 0 0 0 0,1 0 0 0 0,-1 0 0 0 0,0 1-1 0 0,1-1 1 0 0,-2 0 0 0 0,-23 10 57 0 0,18-5-22 0 0,-9 2 40 0 0,0 2-1 0 0,0 0 1 0 0,0 1-1 0 0,2 0 0 0 0,-1 2 1 0 0,1 0-1 0 0,0-1 1 0 0,1 3-1 0 0,-13 17 0 0 0,11-12 27 0 0,3 0 0 0 0,-1 1 0 0 0,2 1-1 0 0,-1 0 1 0 0,3 0 0 0 0,-11 39-1 0 0,-24 89 451 0 0,38-134-474 0 0,3 1 1 0 0,-1-1-1 0 0,1 1 1 0 0,-2 29-1 0 0,5-40-60 0 0,1 0 1 0 0,-1-1-1 0 0,1 2 0 0 0,0 0 0 0 0,1-2 0 0 0,-1 1 1 0 0,0 0-1 0 0,1 0 0 0 0,1 0 0 0 0,3 9 0 0 0,-4-12-6 0 0,0-1 0 0 0,0 2 0 0 0,-1-1 0 0 0,1 0 0 0 0,-1 0 0 0 0,2-1-1 0 0,-1 1 1 0 0,0 0 0 0 0,1-1 0 0 0,-1 1 0 0 0,0 0 0 0 0,1-1 0 0 0,-1 1-1 0 0,1-2 1 0 0,0 1 0 0 0,0 0 0 0 0,0 0 0 0 0,-1-1 0 0 0,1 0 0 0 0,0 0-1 0 0,4 1 1 0 0,5-2 29 0 0,-2 1 1 0 0,1-2-1 0 0,0 1 0 0 0,-1-2 0 0 0,2-1 0 0 0,-2 1 0 0 0,0-1 0 0 0,1 0 0 0 0,-2 0 0 0 0,1-2 1 0 0,8-5-1 0 0,11-9-206 0 0,-2 1-1 0 0,30-33 1 0 0,-26 24-221 0 0,-2-1 0 0 0,0-2 0 0 0,-2-2-1 0 0,30-46 1 0 0,-35 42-105 0 0,-3 0-1 0 0,-1 0 1 0 0,24-76 0 0 0,-39 101 327 0 0,0 2 55 0 0,-1 1 1 0 0,1 0-1 0 0,1-1 1 0 0,9-14 0 0 0,-12 23 104 0 0,-1 1 0 0 0,0 0 0 0 0,1-1 0 0 0,-1 1 1 0 0,0-2-1 0 0,0 2 0 0 0,1 0 0 0 0,-1 0 1 0 0,2-1-1 0 0,-2 1 0 0 0,0 0 0 0 0,1-1 1 0 0,-1 1-1 0 0,1 0 0 0 0,0 0 0 0 0,-1-1 0 0 0,0 1 1 0 0,1 0-1 0 0,-1 0 0 0 0,2 0 0 0 0,-2 0 2 0 0,1 0-1 0 0,-1 0 0 0 0,1 0 1 0 0,-1 0-1 0 0,0 0 0 0 0,1 0 1 0 0,-1 0-1 0 0,0 0 0 0 0,0 1 1 0 0,0-1-1 0 0,0 0 0 0 0,0 0 1 0 0,1 0-1 0 0,-1 1 0 0 0,0-1 1 0 0,1 0-1 0 0,-1 0 0 0 0,0 1 1 0 0,0-1-1 0 0,0 0 0 0 0,1 0 1 0 0,-1 0-1 0 0,0 0 0 0 0,0 0 1 0 0,0 2-1 0 0,1-2 0 0 0,-1 0 1 0 0,0 1-1 0 0,0-1 0 0 0,0 0 1 0 0,0 0-1 0 0,0 0 0 0 0,0 1 1 0 0,0-1-1 0 0,0 0 0 0 0,0 1 1 0 0,-1 8 14 0 0,0 1 1 0 0,-1 0-1 0 0,0-1 1 0 0,-4 11-1 0 0,-3 11 137 0 0,-33 127 456 0 0,-20 146 641 0 0,20-97-419 0 0,37-186-718 0 0,0 0 1 0 0,-2-2 0 0 0,0 2 0 0 0,-14 27 0 0 0,12-36-24 0 0,2 1 0 0 0,-1-1-1 0 0,-1 0 1 0 0,-1-1 0 0 0,1 0-1 0 0,-1 0 1 0 0,-17 13 0 0 0,21-21-66 0 0,5 0-9 0 0,-2-1 0 0 0,2-1-1 0 0,-2 1 1 0 0,1-1 0 0 0,-1 0 0 0 0,2 1-1 0 0,-2 0 1 0 0,0-1 0 0 0,1-1-1 0 0,0 1 1 0 0,-4 1 0 0 0,6-3-12 0 0,1 0 0 0 0,-1 0 0 0 0,0 1 0 0 0,0-2 1 0 0,0 1-1 0 0,1 1 0 0 0,0-2 0 0 0,-1 1 0 0 0,1 1 0 0 0,0-1 0 0 0,0-1 0 0 0,78-104-529 0 0,-42 53-191 0 0,46-48-1 0 0,95-74-1052 0 0,-66 70 704 0 0,39-67-550 0 0,-118 133 1578 0 0,-28 32 82 0 0,1 0 0 0 0,0 1 1 0 0,1-1-1 0 0,13-9 0 0 0,-16 14 32 0 0,-5 8-30 0 0,-5 4 46 0 0,-70 97 670 0 0,11-16-158 0 0,-93 92 578 0 0,83-99-659 0 0,24-25-139 0 0,-94 103 748 0 0,111-124-727 0 0,28-35-373 0 0,6-3-26 0 0,-1 0-1 0 0,1 0 1 0 0,0 0-1 0 0,0 0 1 0 0,-1 0 0 0 0,1 0-1 0 0,-1 1 1 0 0,1-1-1 0 0,0 0 1 0 0,-1 1-1 0 0,1-1 1 0 0,0 0-1 0 0,0 1 1 0 0,0-1 0 0 0,-1 1-1 0 0,1-1 1 0 0,0 0-1 0 0,0 1 1 0 0,-2 0-1 0 0,20-5 115 0 0,-6-1-47 0 0,0 0 1 0 0,-1-1-1 0 0,23-14 0 0 0,31-27-360 0 0,-35 24 63 0 0,146-118-1287 0 0,-152 119 1223 0 0,-1-2-1 0 0,-1 0 0 0 0,-1-1 0 0 0,32-52 0 0 0,-38 51 13 0 0,-1-3 1 0 0,-1 1-1 0 0,-2-1 1 0 0,11-39-1 0 0,-16 46 95 0 0,-2-1-1 0 0,-1 1 0 0 0,-1 0 0 0 0,0-1 1 0 0,-1 1-1 0 0,-6-39 0 0 0,2 35-41 0 0,-2 1-1 0 0,-1 1 0 0 0,-2-2 1 0 0,-15-33-1 0 0,19 48 124 0 0,-1 1 1 0 0,-1 0-1 0 0,0-2 1 0 0,-1 3-1 0 0,0-1 1 0 0,-1 1-1 0 0,0 0 1 0 0,0 0-1 0 0,-1 1 1 0 0,0 0-1 0 0,-19-11 1 0 0,20 14 154 0 0,0 1-1 0 0,2 1 1 0 0,-3-1 0 0 0,2 2-1 0 0,-2-1 1 0 0,1 2 0 0 0,0-1 0 0 0,0 1-1 0 0,-10-2 1 0 0,5 3 46 0 0,0 0 0 0 0,0 1 0 0 0,1 1 0 0 0,-1 0 0 0 0,-15 4 0 0 0,-9 5 283 0 0,1 3-1 0 0,-65 34 1 0 0,90-43-320 0 0,-284 160 2028 0 0,269-147-1764 0 0,1 1-1 0 0,0 1 1 0 0,-35 39 0 0 0,59-58-314 0 0,-1 0 1 0 0,2 0-1 0 0,-1-1 0 0 0,0 1 1 0 0,0 0-1 0 0,0 0 0 0 0,-1-1 0 0 0,2 0 1 0 0,-2 1-1 0 0,-2 1 0 0 0,1-5-25 0 0,3-5 40 0 0,6-8-79 0 0,1 0-1 0 0,0 1 1 0 0,1 0 0 0 0,1 1 0 0 0,11-15 0 0 0,7-11-180 0 0,150-278-1766 0 0,-92 158 1010 0 0,-83 159 973 0 0,25-50-556 0 0,41-54 0 0 0,-62 93 514 0 0,-4 12 55 0 0,-2 0 1 0 0,0 0-1 0 0,0 0 1 0 0,0-1-1 0 0,0 1 1 0 0,0 0-1 0 0,0 0 1 0 0,0 0-1 0 0,0-1 1 0 0,0 1-1 0 0,0 0 1 0 0,0 0-1 0 0,0 0 1 0 0,0 0-1 0 0,0 0 1 0 0,0 0-1 0 0,0 0 1 0 0,0 0 0 0 0,0-1-1 0 0,0 1 1 0 0,0 0-1 0 0,0 0 1 0 0,0 0-1 0 0,0-1 1 0 0,0 1-1 0 0,0 0 1 0 0,0 0-1 0 0,0 0 1 0 0,0-1-1 0 0,0 1 1 0 0,0 0-1 0 0,0 0 1 0 0,0 0-1 0 0,0-1 1 0 0,0 1-1 0 0,0 0 1 0 0,0 0-1 0 0,0 0 1 0 0,0 0-1 0 0,0-1 1 0 0,-2 1-1 0 0,2 0 1 0 0,0 0 0 0 0,0 0-1 0 0,0 0 1 0 0,0 0-1 0 0,-1 0 1 0 0,1 0-1 0 0,0 0 1 0 0,0-1-1 0 0,0 1 1 0 0,0 0-1 0 0,0 0 1 0 0,0 0-1 0 0,0 0 1 0 0,0 0-1 0 0,-1 0 1 0 0,1 0-1 0 0,0 0 1 0 0,0 0-1 0 0,-1 0 1 0 0,1 0-1 0 0,0 0 1 0 0,0 1-1 0 0,0-1 1 0 0,-1 0-1 0 0,1 0 1 0 0,0 0-1 0 0,0 0 1 0 0,-3 2 19 0 0,-1 1 1 0 0,0-2-1 0 0,2 1 1 0 0,-2 1-1 0 0,1 0 1 0 0,0-1-1 0 0,1 2 0 0 0,-2-2 1 0 0,2 2-1 0 0,-5 5 1 0 0,-4 4 105 0 0,-83 96 1095 0 0,-81 122 1 0 0,125-157-694 0 0,-169 231 1633 0 0,19-55-250 0 0,196-244-1803 0 0,2-4-82 0 0,1 1 1 0 0,-1 0-1 0 0,0-1 0 0 0,0-1 1 0 0,0 2-1 0 0,0-1 0 0 0,-1 0 1 0 0,1-1-1 0 0,0 1 0 0 0,-4 1 1 0 0,6-3-22 0 0,0 0 0 0 0,-1 0 0 0 0,1 0 0 0 0,0 0 0 0 0,-1 0 0 0 0,1 0 0 0 0,0 0 0 0 0,0 0 0 0 0,-1 0 0 0 0,1 0 0 0 0,0 0 0 0 0,-1 0 0 0 0,1 0 0 0 0,0 0 0 0 0,0 0 1 0 0,0 0-1 0 0,0 0 0 0 0,0 0 0 0 0,0 0 0 0 0,-1-1 0 0 0,1 1 0 0 0,0 0 0 0 0,0 0 0 0 0,0 0 0 0 0,-1-1 0 0 0,1 1 0 0 0,0 0 0 0 0,0 0 0 0 0,0-1 0 0 0,0 1 0 0 0,0 0 0 0 0,0-1 0 0 0,-1 1 0 0 0,1 0 0 0 0,0-1 0 0 0,0 1 1 0 0,0 0-1 0 0,0 0 0 0 0,0-1 0 0 0,0 1 0 0 0,0 0 0 0 0,0 0 0 0 0,0 0 0 0 0,0 0 0 0 0,1-1 0 0 0,-1 1 0 0 0,2-15 73 0 0,-2 15-60 0 0,4-13-121 0 0,0 1 0 0 0,1 0 0 0 0,0-1-1 0 0,1 1 1 0 0,1 2 0 0 0,8-13 0 0 0,4-6-140 0 0,123-235-1893 0 0,49-144-1083 0 0,-182 387 3050 0 0,75-161-1235 0 0,-58 130 662 0 0,49-69 0 0 0,-38 61 194 0 0,-29 50 516 0 0,-19 34 6 0 0,-14 25 744 0 0,-41 61 1 0 0,33-60-369 0 0,-32 59 1170 0 0,-74 169 0 0 0,136-275-1496 0 0,-2 10 94 0 0,0-2 0 0 0,0 2-1 0 0,1-2 1 0 0,1 2 0 0 0,0-1 0 0 0,-2 21 0 0 0,5-33-115 0 0,-1 1 0 0 0,1-1 0 0 0,0 0 0 0 0,0 0 0 0 0,0 0 0 0 0,0 1 0 0 0,0-1 0 0 0,0 0 0 0 0,0 0 0 0 0,0 0 0 0 0,0 1 0 0 0,0-1 0 0 0,1 0 0 0 0,-1 0 0 0 0,0 0 0 0 0,0 0 0 0 0,0 0 0 0 0,0 0 0 0 0,0 0 0 0 0,0 0 0 0 0,0 0 0 0 0,0 1 0 0 0,0-1 0 0 0,1 0 0 0 0,-1 0 0 0 0,0 0 0 0 0,0 0 0 0 0,0 1 0 0 0,0-1 0 0 0,1 0 0 0 0,-1 0 0 0 0,0 0 0 0 0,0 0 0 0 0,0 0 0 0 0,0 0 0 0 0,0 0 0 0 0,0 0 0 0 0,0 0 0 0 0,0 0 0 0 0,2 0 0 0 0,-2 0 0 0 0,0 0 0 0 0,0 0 0 0 0,0 0 0 0 0,1 0 0 0 0,-1 0 0 0 0,0 0 0 0 0,10-5 109 0 0,11-14 98 0 0,-21 19-208 0 0,82-93-323 0 0,-8 9-311 0 0,-28 37 249 0 0,2 4-1 0 0,3 1 0 0 0,0 3 0 0 0,3 1 1 0 0,1 2-1 0 0,72-33 0 0 0,94-34 468 0 0,-137 60 564 0 0,-50 25-221 0 0,41-17 0 0 0,-64 32-330 0 0,-1 1 1 0 0,0-1 0 0 0,1 1 0 0 0,0 1 0 0 0,13-2 0 0 0,-2 3 138 0 0,36 4 1 0 0,-32 2 26 0 0,0-1 0 0 0,46 17 0 0 0,-36-9 69 0 0,-26-10-252 0 0,-1 1 1 0 0,12 5 0 0 0,-21-8-71 0 0,1-1 1 0 0,0 1-1 0 0,-1 0 0 0 0,1 0 0 0 0,0-1 1 0 0,-1 2-1 0 0,1-1 0 0 0,-1-1 1 0 0,0 1-1 0 0,1 0 0 0 0,-1 0 0 0 0,0-1 1 0 0,0 2-1 0 0,0-1 0 0 0,0 0 1 0 0,0 0-1 0 0,0 1 0 0 0,-1 21 70 0 0,0-18-49 0 0,-21 234 1398 0 0,19-208-1160 0 0,-4 0 0 0 0,0 0 1 0 0,-20 54-1 0 0,6-33 299 0 0,-36 63-1 0 0,29-68-160 0 0,-3-1-1 0 0,-2-2 1 0 0,-2-1 0 0 0,-2-2-1 0 0,-72 64 1 0 0,43-41 158 0 0,65-62-505 0 0,0-2-50 0 0,1 0 0 0 0,-1 1 1 0 0,1-1-1 0 0,-1 1 0 0 0,1-1 1 0 0,-1 1-1 0 0,1-1 0 0 0,-1 0 1 0 0,1 1-1 0 0,0-1 1 0 0,-1 0-1 0 0,1 0 0 0 0,-1 1 1 0 0,0-1-1 0 0,1 0 0 0 0,-1 0 1 0 0,0 0-1 0 0,0 0 0 0 0,1 0-4 0 0,-1 0 0 0 0,1-1 0 0 0,-1 1 0 0 0,0 0 0 0 0,1-1 0 0 0,0 1 0 0 0,0-1 0 0 0,0 1 0 0 0,-2-1 0 0 0,2 1 0 0 0,-1-1 0 0 0,1 1 0 0 0,0 0 0 0 0,0 0 0 0 0,0-1 0 0 0,0 0 0 0 0,-1 1 0 0 0,1-1 0 0 0,0 1 0 0 0,0 0 0 0 0,0-2 0 0 0,0 2 0 0 0,0-1 0 0 0,0 0 0 0 0,0 1 0 0 0,-1-2 10 0 0,1 1-14 0 0,1 1 0 0 0,-1 0 0 0 0,1-1 0 0 0,-1 1 0 0 0,0-2 0 0 0,0 2 0 0 0,1 0 0 0 0,-1 0 0 0 0,2-1 0 0 0,-2 1 0 0 0,0 0 0 0 0,1-1 0 0 0,0 1 0 0 0,-1 0 0 0 0,1-1 0 0 0,-1 1 0 0 0,0 0 0 0 0,1 0 0 0 0,0 0 0 0 0,1 0 0 0 0,0 0 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2T16:41:07.441"/>
    </inkml:context>
    <inkml:brush xml:id="br0">
      <inkml:brushProperty name="width" value="0.35" units="cm"/>
      <inkml:brushProperty name="height" value="0.35" units="cm"/>
      <inkml:brushProperty name="color" value="#10B981"/>
    </inkml:brush>
  </inkml:definitions>
  <inkml:trace contextRef="#ctx0" brushRef="#br0">730 1840 4915 0 0,'0'0'5'0'0,"0"0"0"0"0,0 0 0 0 0,0 0 0 0 0,0 0 0 0 0,0 0 0 0 0,0 0 0 0 0,0 0 0 0 0,0 0 1 0 0,0 0-1 0 0,0 0 0 0 0,0 0 0 0 0,0 0 0 0 0,0 0 0 0 0,0 0 0 0 0,0-1 0 0 0,0 1 0 0 0,0 0 0 0 0,0 0 0 0 0,0 0 0 0 0,0 0 0 0 0,0 0 0 0 0,0 0 0 0 0,0 0 0 0 0,0 0 0 0 0,0 0 0 0 0,0 0 1 0 0,0 0-1 0 0,0 0 0 0 0,0 0 0 0 0,0 0 0 0 0,0 0 0 0 0,0 0 0 0 0,0 0 0 0 0,0-1 0 0 0,0 1 0 0 0,0 0 0 0 0,0 0 0 0 0,0 0 0 0 0,0 0 0 0 0,0 0 0 0 0,0 0 0 0 0,0 0 0 0 0,0 0 0 0 0,0 0 1 0 0,0 0-1 0 0,0 0 0 0 0,0 0 0 0 0,0 0 0 0 0,0 0 0 0 0,0 0 0 0 0,0 0 0 0 0,0 0 0 0 0,0 0 0 0 0,0 0 0 0 0,0 0 0 0 0,0 0 0 0 0,0 0 0 0 0,0 0 0 0 0,0 0 0 0 0,0 0 0 0 0,-1 0 0 0 0,1 0 1 0 0,6-4 39 0 0,-1 0-49 0 0,0 4 51 0 0,3 4 72 0 0,-6-3-104 0 0,109 67 1258 0 0,-85-51-871 0 0,-20-13-296 0 0,0 0 1 0 0,1 0-1 0 0,-1 0 0 0 0,14 4 0 0 0,-20-10-114 0 0,-3-5 49 0 0,-6-6 138 0 0,-18-24-40 0 0,-83-113-404 0 0,74 100 147 0 0,20 26 40 0 0,-1 1 0 0 0,-21-42 0 0 0,29 50 73 0 0,26 36-33 0 0,45 82 1107 0 0,-33-60-678 0 0,-22-28-169 0 0,-7-11-63 0 0,-6-11-73 0 0,-13-19-49 0 0,2 0-1 0 0,-15-30 1 0 0,16 26-97 0 0,-64-122-381 0 0,74 143 410 0 0,5 7 19 0 0,-2-2-1 0 0,3 1 1 0 0,-2-1 0 0 0,1 2 0 0 0,-1-2 0 0 0,1 1-1 0 0,0 0 1 0 0,0-4 0 0 0,1 7 13 0 0,0 0-1 0 0,0 0 1 0 0,0 0-1 0 0,0-1 1 0 0,0 1-1 0 0,0 0 1 0 0,0 0-1 0 0,0 0 1 0 0,0 0-1 0 0,0 0 1 0 0,0 0-1 0 0,0 0 1 0 0,0 0-1 0 0,0 0 1 0 0,0 0-1 0 0,0 0 1 0 0,0 0-1 0 0,0 0 1 0 0,0 0-1 0 0,0 0 1 0 0,0 0-1 0 0,0-1 1 0 0,0 1-1 0 0,0 0 1 0 0,0 0-1 0 0,0 0 1 0 0,0 0-1 0 0,0 0 1 0 0,0 0-1 0 0,0 0 1 0 0,0 0-1 0 0,0 0 1 0 0,0 0 0 0 0,0 0-1 0 0,0 0 1 0 0,1 0-1 0 0,-1 0 1 0 0,0 0-1 0 0,0 0 1 0 0,0 0-1 0 0,0 0 1 0 0,0 0-1 0 0,0 0 1 0 0,0 0-1 0 0,0 0 1 0 0,0 0-1 0 0,0 0 1 0 0,0 0-1 0 0,0 0 1 0 0,0 0-1 0 0,0 0 1 0 0,0 0-1 0 0,1 0 1 0 0,-1 0-1 0 0,0 1 1 0 0,0-1-1 0 0,0 0 1 0 0,0 0-1 0 0,0 0 1 0 0,0 0-1 0 0,0 0 1 0 0,0 0-1 0 0,0 0 1 0 0,0 0-1 0 0,0 0 1 0 0,5 4 77 0 0,6 10 70 0 0,9 20 297 0 0,0 2 0 0 0,18 44 0 0 0,-35-74-378 0 0,-1-1 0 0 0,-1 1 0 0 0,2-1 0 0 0,-2 0 0 0 0,1 10 0 0 0,-2-15-66 0 0,0 0-1 0 0,0 0 1 0 0,0 0 0 0 0,0 0-1 0 0,0 1 1 0 0,0-1-1 0 0,0 0 1 0 0,0 0 0 0 0,0 0-1 0 0,0 1 1 0 0,0-1-1 0 0,0 0 1 0 0,0 0 0 0 0,0 0-1 0 0,0 0 1 0 0,0 0-1 0 0,0 0 1 0 0,0 0 0 0 0,0 0-1 0 0,0 0 1 0 0,0 2-1 0 0,0-2 1 0 0,0 0 0 0 0,0 0-1 0 0,0 0 1 0 0,-1 0-1 0 0,1 0 1 0 0,0 1 0 0 0,0-1-1 0 0,0 0 1 0 0,0 0-1 0 0,-1 0 1 0 0,1 0-1 0 0,0 0 1 0 0,0 0 0 0 0,0 0-1 0 0,0 0 1 0 0,-1 0-1 0 0,1 0 1 0 0,0 0 0 0 0,0 0-1 0 0,0 0 1 0 0,0 0-1 0 0,0 0 1 0 0,0 0 0 0 0,0 0-1 0 0,0 0 1 0 0,-2 0-1 0 0,2 0 1 0 0,0 0 0 0 0,0 0-1 0 0,0 0 1 0 0,0 0-1 0 0,-1 0 1 0 0,1 0 0 0 0,0-1-1 0 0,0 1 1 0 0,0 0-1 0 0,0 0 1 0 0,0 0 0 0 0,0 0-1 0 0,0 0 1 0 0,0 0-1 0 0,0-2 1 0 0,-8-4 126 0 0,-12-19-172 0 0,2 0 0 0 0,0 0-1 0 0,-14-35 1 0 0,13 25-57 0 0,-165-312-1194 0 0,181 341 1257 0 0,-1-1 0 0 0,1-1 0 0 0,-2-9 0 0 0,5 16 26 0 0,2 3-11 0 0,1 3 21 0 0,27 62 767 0 0,-2 0-1 0 0,19 78 1 0 0,-46-140-756 0 0,1 4 76 0 0,1 1 1 0 0,-1 0-1 0 0,-1 10 1 0 0,-1-19-78 0 0,0 0 1 0 0,0 0-1 0 0,0 0 1 0 0,0 0 0 0 0,0 0-1 0 0,0-1 1 0 0,0 1-1 0 0,0 0 1 0 0,0 0-1 0 0,0 0 1 0 0,0 0 0 0 0,-1 0-1 0 0,1 0 1 0 0,0-1-8 0 0,0 0 1 0 0,0 0 0 0 0,-2 0-1 0 0,2 0 1 0 0,0 0-1 0 0,0 0 1 0 0,0 0 0 0 0,0 0-1 0 0,0 0 1 0 0,0 0-1 0 0,0 0 1 0 0,0 0 0 0 0,-1 0-1 0 0,1 0 1 0 0,0 0-1 0 0,0 0 1 0 0,-1 0 0 0 0,1 0-1 0 0,0 0 1 0 0,0 0-1 0 0,0 0 1 0 0,-1 0 0 0 0,1 0-1 0 0,0 0 1 0 0,0 0-1 0 0,0 0 1 0 0,0 0 0 0 0,0 0-1 0 0,0 0 1 0 0,0 0-1 0 0,0 0 1 0 0,0-1 0 0 0,0 1-1 0 0,-1 0 1 0 0,-9-19 173 0 0,2 1-226 0 0,2 0 0 0 0,-7-38-1 0 0,4 16-104 0 0,-2-8-33 0 0,-78-350-1421 0 0,88 393 1587 0 0,0 0 0 0 0,1 0-1 0 0,-1 0 1 0 0,1-1 0 0 0,1-8-1 0 0,-1 14 25 0 0,0 0-1 0 0,0 0 1 0 0,0 0-1 0 0,0 0 1 0 0,0 1-1 0 0,0-1 1 0 0,0 0-1 0 0,0 0 1 0 0,1 0-1 0 0,-1 0 1 0 0,0 0-1 0 0,0 0 1 0 0,0 0-1 0 0,0 1 1 0 0,0-1 0 0 0,0 0-1 0 0,0 0 1 0 0,0 0-1 0 0,0 0 1 0 0,0 0-1 0 0,0 0 1 0 0,0 0-1 0 0,0 0 1 0 0,0 0-1 0 0,0 0 1 0 0,0 0-1 0 0,0 0 1 0 0,0 0-1 0 0,0 1 1 0 0,0-1-1 0 0,1 0 1 0 0,-1 0-1 0 0,0 0 1 0 0,0 0-1 0 0,0 0 1 0 0,0 0 0 0 0,0 0-1 0 0,0 0 1 0 0,1 0-1 0 0,-1 0 1 0 0,0 0-1 0 0,0-1 1 0 0,0 1-1 0 0,0 0 1 0 0,0 0-1 0 0,0 0 1 0 0,0 0-1 0 0,1 0 1 0 0,-1 0-1 0 0,0 0 1 0 0,0 0-1 0 0,0 0 1 0 0,0 0-1 0 0,0 0 1 0 0,0 0-1 0 0,0-1 1 0 0,0 1 0 0 0,0 0-1 0 0,1 0 1 0 0,-1 0-1 0 0,0 0 1 0 0,0 0-1 0 0,0 0 1 0 0,0 0-1 0 0,0-1 1 0 0,3 8-42 0 0,6 12 256 0 0,-2 2 0 0 0,7 31-1 0 0,0-6 155 0 0,37 125 888 0 0,-48-155-1124 0 0,-5-11-32 0 0,-3-11 42 0 0,-14-47-339 0 0,1 0 1 0 0,-12-56-1 0 0,9 28-114 0 0,-37-143-610 0 0,56 218 890 0 0,1 3 17 0 0,0-1 0 0 0,1 1 1 0 0,0 1-1 0 0,0-1 0 0 0,0 0 0 0 0,-2-1 0 0 0,2-3 0 0 0,3 11 24 0 0,-1-1 0 0 0,1 2-1 0 0,-1-2 1 0 0,4 9 0 0 0,0 13 266 0 0,1 1 1 0 0,3 40-1 0 0,-10-64-260 0 0,0-1-1 0 0,0 0 1 0 0,0 1 0 0 0,0-1-1 0 0,0 1 1 0 0,0-1 0 0 0,-2 2-1 0 0,2-1 1 0 0,-1-1 0 0 0,1 0-1 0 0,-3 3 1 0 0,3-4-11 0 0,0 0 0 0 0,0 1 1 0 0,0-1-1 0 0,0 0 0 0 0,0 0 0 0 0,0 1 1 0 0,0-1-1 0 0,0 0 0 0 0,-1 0 0 0 0,1 0 1 0 0,0 1-1 0 0,0-1 0 0 0,-1 0 0 0 0,1 0 1 0 0,0 0-1 0 0,0 0 0 0 0,0 0 1 0 0,0 0-1 0 0,0 0 0 0 0,0 0 0 0 0,-1 0 1 0 0,1 0-1 0 0,0 0 0 0 0,-1 0 0 0 0,1 0 1 0 0,0 0-1 0 0,0 0 0 0 0,-1 0 0 0 0,1 0 1 0 0,0 0-1 0 0,-1 0 0 0 0,0-1 0 0 0,1 0 1 0 0,-1 1-1 0 0,1-1 0 0 0,-1 1 1 0 0,1 0-1 0 0,-1-1 0 0 0,1 0 0 0 0,-1 1 1 0 0,1-1-1 0 0,0 1 0 0 0,0-1 1 0 0,0 0-1 0 0,-1 0 0 0 0,-6-24-95 0 0,0 0-1 0 0,2 0 1 0 0,-5-39-1 0 0,9 21-173 0 0,2-55-1 0 0,3 62 122 0 0,0-17-48 0 0,-4 51 182 0 0,-1 0 1 0 0,1 0-1 0 0,0 1 1 0 0,0 0-1 0 0,-1-1 0 0 0,1 1 1 0 0,-1-1-1 0 0,0 1 1 0 0,0-2-1 0 0,-5-9-55 0 0,-10-46-201 0 0,15 52 234 0 0,1 1 0 0 0,-1 0-1 0 0,1-1 1 0 0,0 1 0 0 0,0-1-1 0 0,2-5 1 0 0,-2 10 31 0 0,0 1-1 0 0,0 0 1 0 0,0 0-1 0 0,0-1 0 0 0,0 1 1 0 0,0 0-1 0 0,0 0 1 0 0,0-1-1 0 0,0 1 1 0 0,0 0-1 0 0,0 0 1 0 0,0-1-1 0 0,0 1 1 0 0,0 0-1 0 0,0 0 0 0 0,0 0 1 0 0,0-1-1 0 0,0 1 1 0 0,0 0-1 0 0,0 0 1 0 0,0 0-1 0 0,0-1 1 0 0,1 1-1 0 0,-1 0 0 0 0,0 0 1 0 0,0 0-1 0 0,1 0 1 0 0,-1 0-1 0 0,0 0 1 0 0,0 0-1 0 0,1 0 1 0 0,-1 0-1 0 0,0 0 1 0 0,0 0-1 0 0,1 0 0 0 0,-1 0 1 0 0,0 0-1 0 0,0 0 1 0 0,1 0-1 0 0,-1 0 1 0 0,0 0-1 0 0,0 0 1 0 0,0 0-1 0 0,0 0 0 0 0,0 0 1 0 0,0 0-1 0 0,1 0 1 0 0,-1 0-1 0 0,0 0 1 0 0,0 0-1 0 0,1 0 1 0 0,-1 1-1 0 0,0-1 1 0 0,0 0-1 0 0,0 0 0 0 0,1 0 1 0 0,-1 0-1 0 0,0 1 1 0 0,0-1-1 0 0,0 0 1 0 0,0 0-1 0 0,0 1 1 0 0,0-1-1 0 0,0 0 0 0 0,7 12 126 0 0,-6-10-118 0 0,12 27 453 0 0,17 54 0 0 0,2 32 418 0 0,-26-94-733 0 0,-1 0 69 0 0,-2 1 0 0 0,1-1-1 0 0,-1 38 1 0 0,-5-53-206 0 0,-1-9 17 0 0,-2-9 73 0 0,0-8-105 0 0,0-1-1 0 0,0-38 0 0 0,3-44-454 0 0,3 62 304 0 0,-1 36 135 0 0,0 1-1 0 0,0 0 1 0 0,1-2 0 0 0,-1 4-1 0 0,1-4 1 0 0,-1 1 0 0 0,2 2-1 0 0,0-1 1 0 0,1-5 0 0 0,-3 8 20 0 0,0 1 0 0 0,0 0 0 0 0,0 0 0 0 0,0 0 0 0 0,0-1 1 0 0,0 1-1 0 0,0 0 0 0 0,2 0 0 0 0,-2 0 0 0 0,0 0 0 0 0,1-2 1 0 0,-1 2-1 0 0,0 0 0 0 0,0 0 0 0 0,0-1 0 0 0,0 1 1 0 0,1 0-1 0 0,-1 0 0 0 0,0 0 0 0 0,1 0 0 0 0,-1 0 0 0 0,1 0 1 0 0,-1 0-1 0 0,0 0 0 0 0,1 0 0 0 0,-1 0 0 0 0,0 0 0 0 0,0 0 1 0 0,0 0-1 0 0,1 0 0 0 0,0 0 0 0 0,-1 0 9 0 0,0 0-1 0 0,1 0 1 0 0,0 1 0 0 0,0-1-1 0 0,-1 2 1 0 0,0-2 0 0 0,2 0-1 0 0,-1 1 1 0 0,-1-1 0 0 0,0 0-1 0 0,0 1 1 0 0,1-1 0 0 0,0 2-1 0 0,8 20 223 0 0,-2 4-133 0 0,-1 2 210 0 0,5 43 0 0 0,-7 84 566 0 0,-4-153-860 0 0,-1 1-15 0 0,-1-6 17 0 0,-2-11 70 0 0,3-26-258 0 0,2 1 0 0 0,1-2 1 0 0,9-48-1 0 0,-9 80 128 0 0,-2 3 4 0 0,2 0 0 0 0,-1 0 0 0 0,0 0 0 0 0,0-1 0 0 0,5-8 0 0 0,-6 15 43 0 0,0 0 0 0 0,0 0 0 0 0,0 0 0 0 0,0 0 1 0 0,0 0-1 0 0,0 0 0 0 0,0 0 0 0 0,0 0 0 0 0,1 0 0 0 0,-1 0 0 0 0,0 0 0 0 0,0-1 0 0 0,0 1 0 0 0,0 0 1 0 0,0 0-1 0 0,1 0 0 0 0,-1 0 0 0 0,0 0 0 0 0,0 0 0 0 0,0 0 0 0 0,0 0 0 0 0,0 0 0 0 0,1 0 0 0 0,-1 0 1 0 0,0 0-1 0 0,0 0 0 0 0,0 0 0 0 0,0 0 0 0 0,1 0 0 0 0,-1 0 0 0 0,0 0 0 0 0,0 1 0 0 0,0-1 0 0 0,0 0 1 0 0,0 0-1 0 0,1 0 0 0 0,-1 0 0 0 0,0 0 0 0 0,0 0 0 0 0,0 0 0 0 0,0 0 0 0 0,0 0 0 0 0,0 0 0 0 0,0 0 1 0 0,0 0-1 0 0,1 0 0 0 0,-1 0 0 0 0,0 0 0 0 0,0 1 0 0 0,0-1 0 0 0,0 0 0 0 0,0 0 0 0 0,0 0 0 0 0,3 8-26 0 0,32 158 746 0 0,-27-116-456 0 0,8 54 334 0 0,-14-84-428 0 0,-1 1 0 0 0,-5 42 0 0 0,3-55-128 0 0,-3-14 52 0 0,1-17 41 0 0,1-13-410 0 0,2-1 0 0 0,9-51-1 0 0,20-71-590 0 0,-27 154 834 0 0,-1 0-4 0 0,0-1 1 0 0,1 2-1 0 0,0-2 0 0 0,0 1 0 0 0,-1 2 1 0 0,2-3-1 0 0,-2 1 0 0 0,5-3 0 0 0,-6 8 36 0 0,0-1 0 0 0,0 1 0 0 0,0 0-1 0 0,1 0 1 0 0,-1 0 0 0 0,0 0 0 0 0,0 0-1 0 0,0 0 1 0 0,0-1 0 0 0,0 1 0 0 0,0 0 0 0 0,0 0-1 0 0,1 0 1 0 0,-1 0 0 0 0,0 0 0 0 0,0 0-1 0 0,0 0 1 0 0,0 0 0 0 0,1 0 0 0 0,-1 0-1 0 0,0 0 1 0 0,0 0 0 0 0,0 0 0 0 0,0 0-1 0 0,0 0 1 0 0,1 0 0 0 0,-1 0 0 0 0,0 0 0 0 0,0 0-1 0 0,0 0 1 0 0,0 0 0 0 0,0 0 0 0 0,0 0-1 0 0,0 0 1 0 0,0 0 0 0 0,0 0 0 0 0,0 0-1 0 0,2 0 1 0 0,-2 0 0 0 0,0 0 0 0 0,0 0 0 0 0,0 0-1 0 0,0 0 1 0 0,0 0 0 0 0,1 1 0 0 0,0 6-24 0 0,0 11-12 0 0,-2 52 737 0 0,-24 137-1 0 0,21-187-605 0 0,3-7-11 0 0,0-2 1 0 0,-3 2-1 0 0,1-1 0 0 0,-7 15 1 0 0,10-27-85 0 0,0 0 1 0 0,0 0 0 0 0,0 0-1 0 0,0 0 1 0 0,0 0-1 0 0,0 1 1 0 0,0-1 0 0 0,0 0-1 0 0,0 0 1 0 0,0 1 0 0 0,0-1-1 0 0,0 0 1 0 0,0 0-1 0 0,0 0 1 0 0,-1 0 0 0 0,1 0-1 0 0,0 0 1 0 0,0 0-1 0 0,-1 0 1 0 0,1 1 0 0 0,0-1-1 0 0,0 0 1 0 0,-1 0-1 0 0,1 0 1 0 0,0 0 0 0 0,0 0-1 0 0,0 0 1 0 0,0 0-1 0 0,0 0 1 0 0,-1 1 0 0 0,1-1-1 0 0,-1 0 1 0 0,-4-6 48 0 0,0-14 71 0 0,5 19-112 0 0,-6-30-188 0 0,2 0 1 0 0,1-1-1 0 0,2 0 1 0 0,1 0 0 0 0,5-43-1 0 0,9-10-271 0 0,-12 73 362 0 0,2 1 0 0 0,-1-1 0 0 0,1 0 0 0 0,1 2 1 0 0,6-14-1 0 0,-10 24 88 0 0,0-3 1 0 0,-1 3-1 0 0,1-1 0 0 0,0 0 1 0 0,-1 0-1 0 0,0 0 1 0 0,1 0-1 0 0,0 0 1 0 0,0 0-1 0 0,0 0 1 0 0,1 0-1 0 0,-2 0 1 0 0,1 1-1 0 0,0 0 1 0 0,0-1-1 0 0,1 1 1 0 0,-2 0-1 0 0,0-1 1 0 0,2 1-1 0 0,-1 0 0 0 0,1 0 1 0 0,-1 0-1 0 0,-1 0 1 0 0,2-2-1 0 0,0 2 1 0 0,1 2 9 0 0,-3-2 0 0 0,1 0 0 0 0,0 1 0 0 0,1-1-1 0 0,-1 0 1 0 0,-1 1 0 0 0,2-1 0 0 0,-1 1 0 0 0,-1 0 0 0 0,1 0 0 0 0,1 0 0 0 0,-2 0 0 0 0,1 0 0 0 0,0 0 0 0 0,0 0 0 0 0,-1 0 0 0 0,1 0-1 0 0,0 0 1 0 0,-1 1 0 0 0,0-1 0 0 0,1-1 0 0 0,0 3 0 0 0,3 12 100 0 0,0 0 1 0 0,0 0-1 0 0,1 22 1 0 0,-1 48 346 0 0,-3-40-225 0 0,1 69 298 0 0,-4-94-376 0 0,0 0 0 0 0,-1 1 1 0 0,-9 29-1 0 0,12-49-148 0 0,0-1 0 0 0,0 0 0 0 0,0 1 0 0 0,0 0 0 0 0,-1 0 0 0 0,1-1 0 0 0,0 0 0 0 0,-1 2 0 0 0,1-1 0 0 0,0-1 0 0 0,-1 0 0 0 0,1 1 0 0 0,-1-1 0 0 0,1 1 0 0 0,0 0 0 0 0,-1-1 0 0 0,0 0-2 0 0,1 0 0 0 0,0 0-1 0 0,-1 0 1 0 0,1 0 0 0 0,0 0 0 0 0,0-1-1 0 0,0 1 1 0 0,0 0 0 0 0,0 0 0 0 0,0-1-1 0 0,0 1 1 0 0,-1 0 0 0 0,1-1-1 0 0,0 1 1 0 0,0 0 0 0 0,0 0 0 0 0,0 0-1 0 0,0 0 1 0 0,0-1 0 0 0,0 1-1 0 0,-1 0 1 0 0,1-2 0 0 0,0 2 0 0 0,-1-23 90 0 0,1 8-200 0 0,1-1 0 0 0,1 1 0 0 0,7-24-1 0 0,16-43-420 0 0,-19 65 458 0 0,0-1-90 0 0,1 3-1 0 0,2-2 1 0 0,16-24-1 0 0,-25 39 150 0 0,1 0 0 0 0,-1 1 0 0 0,1 1 0 0 0,1-2 0 0 0,-2 1 0 0 0,1-1 0 0 0,0 1 0 0 0,1 1 0 0 0,-1-1 0 0 0,0 0 0 0 0,0 0 0 0 0,0 1 0 0 0,1-1 0 0 0,-1 1 0 0 0,-1-1 0 0 0,5 0 0 0 0,-4 1 16 0 0,-1 0-1 0 0,1 0 0 0 0,-1 0 0 0 0,1 0 0 0 0,0 0 0 0 0,0 1 1 0 0,0-1-1 0 0,-1 0 0 0 0,1 1 0 0 0,0-1 0 0 0,-1 0 0 0 0,0 0 1 0 0,1 0-1 0 0,0 1 0 0 0,-1-1 0 0 0,0 0 0 0 0,0 1 0 0 0,0-1 1 0 0,2 1-1 0 0,-2-1 0 0 0,1 1 0 0 0,-1-1 0 0 0,0 1 0 0 0,0-1 1 0 0,0 2-1 0 0,1-2 0 0 0,-1 1 0 0 0,0 0 0 0 0,0-1 0 0 0,1 1 1 0 0,-1-1-1 0 0,0 1 0 0 0,0 0 0 0 0,0 1 0 0 0,6 32 316 0 0,0 62 0 0 0,-3-38-29 0 0,1-13-80 0 0,1-12-13 0 0,-5 0 0 0 0,0 45 0 0 0,-4-56-81 0 0,4-20-109 0 0,0-2 0 0 0,0 3 1 0 0,-1-3-1 0 0,1 2 1 0 0,0-1-1 0 0,0-1 0 0 0,-1 2 1 0 0,1-2-1 0 0,-1 0 1 0 0,0 2-1 0 0,0-1 0 0 0,0 0 1 0 0,0 0-1 0 0,0 0 1 0 0,1-1-1 0 0,-1 1 0 0 0,-1 1 1 0 0,2-2-4 0 0,0 0 0 0 0,-1 0 1 0 0,1 0-1 0 0,-1 0 0 0 0,1 0 0 0 0,0 0 1 0 0,-1 0-1 0 0,1 0 0 0 0,-1 0 0 0 0,1 0 0 0 0,-1-1 1 0 0,1 1-1 0 0,0 0 0 0 0,0 0 0 0 0,0-1 1 0 0,-2 1-1 0 0,2 0 0 0 0,-1-1 0 0 0,1 1 1 0 0,0 0-1 0 0,0 0 0 0 0,0 0 0 0 0,-1 0 0 0 0,1-1 1 0 0,0 1-1 0 0,0-1 0 0 0,-1 1 0 0 0,1-1 1 0 0,0 1-1 0 0,0 0 0 0 0,-1 0 0 0 0,1-1 1 0 0,0 1-1 0 0,0-2 0 0 0,-4-14 34 0 0,3 13-27 0 0,-1-10-120 0 0,-1-1 0 0 0,1-1-1 0 0,2 1 1 0 0,0-1 0 0 0,0 1 0 0 0,5-22 0 0 0,2-1-260 0 0,14-45 1 0 0,-16 64 190 0 0,3 2 0 0 0,11-21 0 0 0,-3 6 28 0 0,-14 26 80 0 0,2-1 0 0 0,0-1 0 0 0,0 1 1 0 0,0 0-1 0 0,1 1 0 0 0,5-7 0 0 0,-10 13 79 0 0,0 0 0 0 0,0 1-1 0 0,0-1 1 0 0,0 1 0 0 0,0-1-1 0 0,0 1 1 0 0,0-1 0 0 0,0 1 0 0 0,0-1-1 0 0,0 2 1 0 0,-8 44 169 0 0,1-6 202 0 0,-14 56 0 0 0,20-96-366 0 0,1 0 0 0 0,-1 2 0 0 0,1-2 0 0 0,-1 1 1 0 0,0 0-1 0 0,0 0 0 0 0,-1-1 0 0 0,1 1 1 0 0,0-1-1 0 0,0 0 0 0 0,0 0 0 0 0,-1 2 1 0 0,1-3-12 0 0,1 1 0 0 0,-1-1 0 0 0,1 0 0 0 0,-1 0 0 0 0,1 0 0 0 0,0 1 0 0 0,0-1 0 0 0,-1 0 0 0 0,1 0 0 0 0,-2 0 0 0 0,2 0 0 0 0,0 0 0 0 0,0 0 0 0 0,-1 0 0 0 0,1 0 0 0 0,-1 0 0 0 0,1 0 1 0 0,-1 0-1 0 0,1 0 0 0 0,-1 0 0 0 0,1 0 0 0 0,0-1 0 0 0,-3 0 2 0 0,3 1 0 0 0,0-1 1 0 0,-1 1-1 0 0,0-1 0 0 0,1 0 1 0 0,-1 0-1 0 0,0 1 0 0 0,1-1 1 0 0,-1 0-1 0 0,0 1 0 0 0,0-2 1 0 0,0 0-1 0 0,-3-7-25 0 0,2 2 1 0 0,-1-2 0 0 0,1 1-1 0 0,-1 0 1 0 0,1-1-1 0 0,0 1 1 0 0,1-10-1 0 0,1-63-464 0 0,1 66 424 0 0,-1-14-96 0 0,5-174-937 0 0,-4 200 1082 0 0,-1 2-1 0 0,0-1 1 0 0,-1 0 0 0 0,1 0 0 0 0,0 0 0 0 0,0 1-1 0 0,-1 0 1 0 0,0 0 0 0 0,1-1 0 0 0,-1 0-1 0 0,0 0 1 0 0,0-2 0 0 0,1 4 7 0 0,-1 0 0 0 0,1 0-1 0 0,0-1 1 0 0,-1 1 0 0 0,1 0 0 0 0,0-1-1 0 0,-1 1 1 0 0,1 0 0 0 0,0 0 0 0 0,0 0-1 0 0,0 0 1 0 0,-1 0 0 0 0,1 0 0 0 0,0 0-1 0 0,-1 0 1 0 0,1 0 0 0 0,0 0 0 0 0,0 0-1 0 0,0 0 1 0 0,-1 0 0 0 0,1 0 0 0 0,-1 0 0 0 0,0 0-1 0 0,1 0 5 0 0,-2 0 0 0 0,1 0 0 0 0,0 1-1 0 0,0 0 1 0 0,0-1 0 0 0,0 1 0 0 0,-1 0 0 0 0,2 0 0 0 0,0 0-1 0 0,-2 0 1 0 0,-8 8 120 0 0,1 2 0 0 0,-8 9 1 0 0,-13 15 226 0 0,24-29-323 0 0,-1 1 87 0 0,0 0 0 0 0,-15 9-1 0 0,19-14-88 0 0,0 1 0 0 0,0-2 0 0 0,1 1 0 0 0,-2-1 0 0 0,1 0 0 0 0,0 1 0 0 0,1-2 0 0 0,-3 1 0 0 0,2-1 0 0 0,-1 1 0 0 0,-6-1 0 0 0,9 1-18 0 0,0-1 0 0 0,1 0 0 0 0,0 1 0 0 0,-1-1 0 0 0,0 0 0 0 0,0 0 0 0 0,0 0 1 0 0,1 2-1 0 0,-1-2 0 0 0,1 1 0 0 0,0-1 0 0 0,-1 0 0 0 0,0 1 0 0 0,0 0 0 0 0,1 0 0 0 0,-1-1 0 0 0,1 1 0 0 0,-1-1 0 0 0,1 1 0 0 0,-1 0 0 0 0,1 0 0 0 0,-1 0 0 0 0,1-1 0 0 0,0 1 0 0 0,0-1 0 0 0,0 0 0 0 0,0 1 0 0 0,0 0 0 0 0,0 0 0 0 0,0-1 0 0 0,0 3 0 0 0,0 26 148 0 0,2-5 24 0 0,4 16 183 0 0,-3 0 0 0 0,-3 77 0 0 0,-4-76 67 0 0,-23 84 0 0 0,21-100-240 0 0,-4-1 0 0 0,0 0 1 0 0,0 1-1 0 0,-21 30 1 0 0,24-43-114 0 0,-1 0 67 0 0,1 0-1 0 0,-10 10 1 0 0,17-22-142 0 0,0 0 1 0 0,0 1 0 0 0,-1-1-1 0 0,1 0 1 0 0,0 0 0 0 0,0 1-1 0 0,0-1 1 0 0,0 0 0 0 0,0 0 0 0 0,0 0-1 0 0,0 1 1 0 0,0-1 0 0 0,0 0-1 0 0,-2 0 1 0 0,2 0 0 0 0,0 0-1 0 0,0 0 1 0 0,-1 1 0 0 0,1-1-1 0 0,0 0 1 0 0,-1 0 0 0 0,1 0-1 0 0,0 0 1 0 0,0 0 0 0 0,0 0-1 0 0,0 0 1 0 0,0 0 0 0 0,-1 0-1 0 0,1 0 1 0 0,0 0 0 0 0,0 0 0 0 0,-1 0-1 0 0,1 0 1 0 0,-1 0 0 0 0,-2-9 100 0 0,4-7 67 0 0,-1 13-165 0 0,1 1-1 0 0,-1 0 1 0 0,1-1 0 0 0,0 2 0 0 0,0-1 0 0 0,0 0 0 0 0,-1 1 0 0 0,2-1 0 0 0,0 0 0 0 0,-1 0-1 0 0,0 0 1 0 0,0 1 0 0 0,0-1 0 0 0,1 0 0 0 0,1 0 0 0 0,-2 1-2 0 0,0 1 0 0 0,1 0 0 0 0,-1-1 1 0 0,-1 0-1 0 0,1 0 0 0 0,0 1 0 0 0,0-1 0 0 0,0 1 1 0 0,0-1-1 0 0,0 1 0 0 0,0 0 0 0 0,0-1 0 0 0,0 1 0 0 0,1 0 1 0 0,-2 0-1 0 0,2 0 0 0 0,-1 0 0 0 0,0 0 0 0 0,1 0 0 0 0,-1 0 1 0 0,0 1-1 0 0,-1-1 0 0 0,1 1 0 0 0,0-1 0 0 0,1 0 1 0 0,-2 1-1 0 0,1 0 0 0 0,1-1 0 0 0,-2 1 0 0 0,2 0 0 0 0,2 2 12 0 0,-1 0-1 0 0,1 1 1 0 0,0 0-1 0 0,-2-1 1 0 0,1 1 0 0 0,0 0-1 0 0,2 5 1 0 0,15 33 134 0 0,-15-30-122 0 0,82 209 539 0 0,-69-176-458 0 0,-15-34-69 0 0,5 6 26 0 0,-1 2 0 0 0,-2-2 0 0 0,4 22 1 0 0,-10-34-50 0 0,-3-8 18 0 0,-1-10 22 0 0,-22-76-1074 0 0,-13-99 1 0 0,34 155 735 0 0,1 10 29 0 0,1-1 0 0 0,-1-29-1 0 0,7 44 184 0 0,-2 9 70 0 0,0 0 0 0 0,1 0 0 0 0,-1 0-1 0 0,0 0 1 0 0,0 0 0 0 0,0 0-1 0 0,0 0 1 0 0,0 0 0 0 0,0 0-1 0 0,1 0 1 0 0,-1 0 0 0 0,0 0-1 0 0,0 0 1 0 0,0 0 0 0 0,0 0-1 0 0,0 0 1 0 0,0 0 0 0 0,0 0-1 0 0,0 0 1 0 0,0 0 0 0 0,0 0-1 0 0,0 0 1 0 0,0 0 0 0 0,0 0-1 0 0,0 0 1 0 0,1 0 0 0 0,-1 1-1 0 0,0-1 1 0 0,0 0 0 0 0,0 0-1 0 0,0 0 1 0 0,0 0 0 0 0,0 0-1 0 0,0 0 1 0 0,0 0 0 0 0,0 0-1 0 0,0 1 1 0 0,1-1 0 0 0,-1 0 0 0 0,0 0-1 0 0,0 0 1 0 0,8 17-94 0 0,36 144 703 0 0,-5-14-83 0 0,100 224 841 0 0,-200-536-2277 0 0,58 156 801 0 0,1 3 63 0 0,-1 2 1 0 0,1-2-1 0 0,1 0 0 0 0,-2 0 1 0 0,3 0-1 0 0,-2-5 0 0 0,2 11 48 0 0,0 0 0 0 0,0-1-1 0 0,0 1 1 0 0,0 0-1 0 0,0-1 1 0 0,0 1 0 0 0,0 0-1 0 0,0-1 1 0 0,0 1-1 0 0,0 0 1 0 0,0-1 0 0 0,0 1-1 0 0,0 0 1 0 0,0-1-1 0 0,0 1 1 0 0,0 0-1 0 0,0-1 1 0 0,0 1 0 0 0,0 0-1 0 0,0 0 1 0 0,0 0-1 0 0,0 0 1 0 0,0-1 0 0 0,1 1-1 0 0,-1 0 1 0 0,0 0-1 0 0,0 0 1 0 0,1 0 0 0 0,-1 0-1 0 0,0 0 1 0 0,0 0-1 0 0,0-1 1 0 0,0 1 0 0 0,0 0-1 0 0,0 0 1 0 0,0 0-1 0 0,0 0 1 0 0,0-1 0 0 0,2 1-1 0 0,-2 0 1 0 0,0 0-1 0 0,1 0 1 0 0,-1 0 0 0 0,0 0-1 0 0,0 0 1 0 0,0 0-1 0 0,0 0 1 0 0,1 0 0 0 0,-1 0-1 0 0,0 0 1 0 0,1 0-1 0 0,-1 0 1 0 0,0 0 0 0 0,1 1-1 0 0,-1-1 1 0 0,0 0-1 0 0,0 0 1 0 0,0 0 0 0 0,0 0-1 0 0,1 1 1 0 0,-1-1-1 0 0,0 0 1 0 0,2 0 0 0 0,13 14-63 0 0,11 19 254 0 0,-1 3-1 0 0,31 53 0 0 0,-27-40-31 0 0,-14-25-75 0 0,43 79 290 0 0,-57-103-372 0 0,1 4 15 0 0,1 0 1 0 0,-2 1-1 0 0,1-1 0 0 0,1-1 0 0 0,-3 3 0 0 0,3 6 0 0 0,-3-12-15 0 0,0 0-1 0 0,0 0 1 0 0,0 0-1 0 0,0 1 1 0 0,0-1-1 0 0,0 0 0 0 0,0 0 1 0 0,0 0-1 0 0,0 0 1 0 0,0 0-1 0 0,0 0 1 0 0,0 1-1 0 0,0-1 1 0 0,0 0-1 0 0,0 0 1 0 0,0 0-1 0 0,0 0 1 0 0,0 0-1 0 0,0 0 1 0 0,0 0-1 0 0,0 0 1 0 0,0 0-1 0 0,0 0 1 0 0,0 0-1 0 0,0 0 1 0 0,0 0-1 0 0,0 0 1 0 0,-1 0-1 0 0,1 0 1 0 0,0 0-1 0 0,0 0 1 0 0,0 0-1 0 0,0 0 1 0 0,0 0-1 0 0,0 0 1 0 0,0 1-1 0 0,-1-1 1 0 0,1 0-1 0 0,0 0 1 0 0,0 0-1 0 0,0 0 1 0 0,0 0-1 0 0,0 0 1 0 0,0 0-1 0 0,-1 0 1 0 0,1-1-1 0 0,-6-2 36 0 0,-9-8 22 0 0,14 10-55 0 0,-27-29-58 0 0,35 39 124 0 0,-1 1 0 0 0,9 15-1 0 0,-9-16-29 0 0,31 52 249 0 0,67 82 0 0 0,-102-140-276 0 0,10 12 50 0 0,-10-14-32 0 0,-7-9-9 0 0,-106-145-1375 0 0,91 128 1130 0 0,12 9 66 0 0,8 12 157 0 0,8 9-34 0 0,22 25 141 0 0,48 60 0 0 0,-23-25 151 0 0,-27-32-138 0 0,-6-8 40 0 0,29 28 0 0 0,-81-82-74 0 0,14 12-19 0 0,-20-17 1 0 0,9 14-434 0 0,-30-31-1 0 0,54 44 235 0 0,8 8 138 0 0,9 8 76 0 0,196 139 608 0 0,-138-111-503 0 0,-67-36-148 0 0,-7-4-10 0 0,-5-6 0 0 0,-41-36 204 0 0,-13-13 49 0 0,57 53-218 0 0,9 5-36 0 0,6 7-11 0 0,92 51 335 0 0,-99-57-260 0 0,-10-5-43 0 0,-9-4-29 0 0,11 7 18 0 0,4 0-35 0 0,-1 1 0 0 0,1-1 0 0 0,-1 1 0 0 0,0-1 0 0 0,0 1 0 0 0,0 0 0 0 0,0 0 0 0 0,0 0 0 0 0,1 0 0 0 0,-1-1 0 0 0,0 1 0 0 0,0 0 0 0 0,0 0 0 0 0,0 0 0 0 0,0 0 0 0 0,1 0 0 0 0,-1 0 0 0 0,0 0 0 0 0,1 1 0 0 0,-3-1 0 0 0,16 15 61 0 0,-6-10-3 0 0,-6-5-58 0 0,1 0 0 0 0,-2 1 0 0 0,1 0 0 0 0,0 0 0 0 0,1-1 0 0 0,-1 1 0 0 0,0 0 0 0 0,-1 0-1 0 0,1 1 1 0 0,0-1 0 0 0,0-1 0 0 0,-1 1 0 0 0,2 1 0 0 0,-2-1 2 0 0,0 0-1 0 0,0-1 1 0 0,0 1 0 0 0,0-1 0 0 0,0 0-1 0 0,0 1 1 0 0,0-1 0 0 0,1 1 0 0 0,-1-1-1 0 0,1 1 1 0 0,-1-1 0 0 0,0 0 0 0 0,1 0-1 0 0,-1 1 1 0 0,0-1 0 0 0,0 1 0 0 0,2-1-1 0 0,-2 0 1 0 0,1 1 0 0 0,6 5 15 0 0,15 13 76 0 0,-19-17-90 0 0,-2-1-3 0 0,-1 0-1 0 0,1-1 1 0 0,-1 1 0 0 0,1-1 0 0 0,0 1 0 0 0,-1-1 0 0 0,1 1 0 0 0,-1-1 0 0 0,1 0 0 0 0,-1 0 0 0 0,0 0 0 0 0,1 0 0 0 0,0 1 0 0 0,-1-1 0 0 0,1 0 0 0 0,-1 0 0 0 0,2 0 0 0 0,-1 0 0 0 0,-1 0-1 0 0,0 0 1 0 0,2 0 0 0 0,3 1 17 0 0,0 0 0 0 0,1 0 0 0 0,-2 0 0 0 0,0 1 0 0 0,2 0 0 0 0,-1 0 0 0 0,-2 1 0 0 0,2-1 0 0 0,0 1 0 0 0,4 4 0 0 0,5 1 9 0 0,0 2 64 0 0,-2-2-1 0 0,22 21 1 0 0,-19-17-63 0 0,-6-2-11 0 0,-4-6 8 0 0,0 1 0 0 0,-1-1-1 0 0,3 0 1 0 0,-2 0 0 0 0,8 4 0 0 0,3-1 18 0 0,-11-6-30 0 0,-1 1 0 0 0,-1-1 0 0 0,0 2 1 0 0,1-1-1 0 0,0-1 0 0 0,-1 1 0 0 0,3 4 1 0 0,6 2 49 0 0,-2-2 0 0 0,0 2 0 0 0,16 6 0 0 0,-1 0 3 0 0,30 17 170 0 0,-50-28-222 0 0,-1 0 1 0 0,0-1 0 0 0,1 0 0 0 0,-1 0-1 0 0,2 0 1 0 0,-2-1 0 0 0,1 1 0 0 0,1-1 0 0 0,-1-1-1 0 0,-1 1 1 0 0,9 0 0 0 0,-7 0 2 0 0,0 0 0 0 0,-3 0 0 0 0,4 1 0 0 0,-2 0 0 0 0,-1-1 0 0 0,1 0 0 0 0,0 2 0 0 0,-1 0 0 0 0,9 5 0 0 0,13 6 58 0 0,-14-9-15 0 0,0 0-1 0 0,18 4 1 0 0,-27-9-60 0 0,0 1 0 0 0,-1-1 0 0 0,3 0 0 0 0,-1 0 0 0 0,-1-1 0 0 0,0 1 0 0 0,-1 0 0 0 0,1-2 0 0 0,1 1 0 0 0,-1 1 0 0 0,-1-1 0 0 0,2 0 0 0 0,3-3 0 0 0,0 0 0 0 0,1-1 0 0 0,-1 1-1 0 0,13-11 1 0 0,-16 10-42 0 0,0 0 1 0 0,0 2-1 0 0,-1-2 0 0 0,0-1 1 0 0,0 3-1 0 0,0-3 0 0 0,0 0 1 0 0,0 2-1 0 0,2-10 0 0 0,-1 1-71 0 0,-1 0-1 0 0,0 0 0 0 0,0-14 1 0 0,6-70-955 0 0,-7 31 514 0 0,-10-52-580 0 0,1 41 374 0 0,2 37 417 0 0,-4-28-367 0 0,6 51 407 0 0,-6-26 1 0 0,3 26-16 0 0,-1-23 0 0 0,5 23 93 0 0,-2 0-1 0 0,-1 2 0 0 0,-6-19 0 0 0,0-1-185 0 0,-4 2 27 0 0,-1-11-431 0 0,-2 1-1 0 0,-44-76 1 0 0,32 58 553 0 0,18 36 127 0 0,-17-29 0 0 0,-48-64-166 0 0,-38-30 494 0 0,97 126-347 0 0,-29-27 87 0 0,8 11 502 0 0,22 20-272 0 0,-28-20 0 0 0,11 10-379 0 0,-119-93 1312 0 0,103 84-638 0 0,34 25-369 0 0,10 9-19 0 0,1-1 1 0 0,-1-1-1 0 0,-6-6 0 0 0,8 8-22 0 0,1 0 1 0 0,-1 0-1 0 0,1 1 0 0 0,-1 0 1 0 0,0 0-1 0 0,-6-3 0 0 0,5 2 6 0 0,1 1-1 0 0,-1-1 0 0 0,-9-7 1 0 0,-5-7 47 0 0,-1 1 1 0 0,-3 0-1 0 0,3 2 0 0 0,-4 0 1 0 0,1 2-1 0 0,-32-14 0 0 0,-51-22 626 0 0,4-8-92 0 0,202 110 0 0 0,-1 10-36 0 0,8 5-13 0 0,-44-31-249 0 0,27 27 315 0 0,-39-22-359 0 0,16 12 138 0 0,82 50 507 0 0,-106-76-492 0 0,48 43-1 0 0,-18-11-46 0 0,44 40 351 0 0,-104-87-751 0 0,-1 1 0 0 0,15 21 0 0 0,23 35 0 0 0,16 23 0 0 0,-51-72 0 0 0,-9-11 0 0 0,0-1 0 0 0,6 11 0 0 0,-7-7 0 0 0,-13-33-214 0 0,-11-27 1 0 0,-4-12-218 0 0,-1 9-468 0 0,-3 3 0 0 0,-62-85 0 0 0,72 106 660 0 0,-123-143-1890 0 0,35 58 664 0 0,78 84 843 0 0,-63-44 0 0 0,-93-44 856 0 0,145 90-239 0 0,-5-3-190 0 0,15 9 347 0 0,-1 2-1 0 0,-1 1 1 0 0,-43-19-1 0 0,66 32-119 0 0,0 1-1 0 0,1-2 1 0 0,-1 3-1 0 0,2-1 0 0 0,-2 1 1 0 0,1-1-1 0 0,-2 2 1 0 0,-7 0-1 0 0,13-1-18 0 0,-1 0 0 0 0,1 0 0 0 0,0 1 0 0 0,-1 1 0 0 0,1-2 0 0 0,-1 0 0 0 0,1 2 0 0 0,0-1 0 0 0,-1-1 0 0 0,1 2 0 0 0,0-1 0 0 0,-1 1 0 0 0,1-2 0 0 0,1 2 0 0 0,0 0 0 0 0,-2-1 0 0 0,1 1 0 0 0,1 1 0 0 0,-1-2 0 0 0,0 2 0 0 0,1-2 0 0 0,0 1 0 0 0,0 0 0 0 0,-2 3 0 0 0,3 0 13 0 0,0 0 0 0 0,-1 0-1 0 0,1 0 1 0 0,0 0 0 0 0,1 1-1 0 0,-1-2 1 0 0,1 2 0 0 0,0-1-1 0 0,0-1 1 0 0,0 2 0 0 0,3 5-1 0 0,5 18 174 0 0,-7-16-136 0 0,3 12 113 0 0,0 1 0 0 0,-3-1 0 0 0,-1 49 0 0 0,-2-57-82 0 0,-6 18 0 0 0,7-35-92 0 0,0 0-1 0 0,0 0 1 0 0,0 0-1 0 0,0 0 1 0 0,0 1-1 0 0,0-1 0 0 0,0 1 1 0 0,-1-1-1 0 0,1 0 1 0 0,0 1-1 0 0,0-1 1 0 0,0 0-1 0 0,0 0 1 0 0,0 0-1 0 0,0 0 0 0 0,0 1 1 0 0,0-1-1 0 0,0 0 1 0 0,-1 0-1 0 0,1 1 1 0 0,0-1-1 0 0,-2 0 0 0 0,2 0 1 0 0,0 1-1 0 0,0-1 1 0 0,0 0-1 0 0,0 0 1 0 0,-1 0-1 0 0,1 0 1 0 0,0 0-1 0 0,-1 0 0 0 0,-7-5 105 0 0,-4-13 90 0 0,-53-115-1056 0 0,28 50 124 0 0,36 81 711 0 0,-1-2 0 0 0,-1 0 0 0 0,1 0 0 0 0,0 2 0 0 0,-1-1 0 0 0,-3-4 0 0 0,4 7-65 0 0,1 5 93 0 0,1 7 74 0 0,0-8-85 0 0,-3 36 231 0 0,1 1 0 0 0,-11 53-1 0 0,-29 77 516 0 0,12-52-271 0 0,28-99-380 0 0,-2-4 18 0 0,0 2 1 0 0,-1-1-1 0 0,0 0 1 0 0,-13 24-1 0 0,18-41-102 0 0,0 1-1 0 0,-1 0 1 0 0,1 0 0 0 0,0-1 0 0 0,-1 1 0 0 0,0-1-1 0 0,1 2 1 0 0,0-2 0 0 0,0 1 0 0 0,-1-1-1 0 0,-1 1 1 0 0,2 0 0 0 0,0-1 0 0 0,0 0 0 0 0,-1 0-1 0 0,0 0 1 0 0,1 0 0 0 0,-1 1 0 0 0,1-1-1 0 0,-2 1 1 0 0,1-1 0 0 0,0 0 0 0 0,0 0 0 0 0,1 0 0 0 0,0-1 1 0 0,-1 1-1 0 0,0 0 0 0 0,1 0 0 0 0,-1-1 0 0 0,0 1 0 0 0,1 0 0 0 0,-1 0 1 0 0,1 0-1 0 0,-1 0 0 0 0,1-1 0 0 0,0 1 0 0 0,0-1 0 0 0,-1 1 0 0 0,1-1 0 0 0,0 1 1 0 0,0 0-1 0 0,0-2 0 0 0,-1 1 0 0 0,-2-5 31 0 0,1 1 1 0 0,-1-2-1 0 0,-1-10 0 0 0,3 15-26 0 0,-51-194-1439 0 0,51 190 1351 0 0,0 3 48 0 0,0 0 1 0 0,1 0-1 0 0,-1 0 0 0 0,-1 0 1 0 0,2 0-1 0 0,0 0 1 0 0,0-1-1 0 0,0 1 0 0 0,0 0 1 0 0,0-4-1 0 0,0 7 30 0 0,0-1 0 0 0,0 1-1 0 0,0 0 1 0 0,0 0 0 0 0,0 0-1 0 0,2 0 1 0 0,-2 0 0 0 0,0-1-1 0 0,0 1 1 0 0,0 0 0 0 0,0 0 0 0 0,0 0-1 0 0,0 0 1 0 0,0 0 0 0 0,1 0-1 0 0,-1 0 1 0 0,0 0 0 0 0,0 0-1 0 0,0-1 1 0 0,0 1 0 0 0,0 0-1 0 0,0 0 1 0 0,0 0 0 0 0,0 0 0 0 0,0 0-1 0 0,0 0 1 0 0,0 0 0 0 0,1 0-1 0 0,-1 0 1 0 0,0 0 0 0 0,0 0-1 0 0,0 0 1 0 0,0 0 0 0 0,1 0 0 0 0,-1 1-1 0 0,0-1 1 0 0,0 0 0 0 0,0 0-1 0 0,0 0 1 0 0,0 0 0 0 0,1 0-1 0 0,-1 0 1 0 0,0 0 0 0 0,0 0-1 0 0,0 0 1 0 0,0 1 0 0 0,0-1 0 0 0,6 6-5 0 0,-5-5 22 0 0,10 14 70 0 0,-1-1 0 0 0,-1 1 0 0 0,1-1-1 0 0,10 33 1 0 0,-6-15 52 0 0,146 281 1034 0 0,24-15 21 0 0,-182-295-1184 0 0,2 3 31 0 0,0 0-1 0 0,2 1 0 0 0,-1-1 1 0 0,0 0-1 0 0,10 7 0 0 0,-15-13-35 0 0,1 1 0 0 0,-1-1-1 0 0,0 0 1 0 0,2 1 0 0 0,-2-1-1 0 0,0 0 1 0 0,0 1 0 0 0,0-1-1 0 0,1 0 1 0 0,-1 0 0 0 0,1 0 0 0 0,-1 0-1 0 0,1 0 1 0 0,-1 0 0 0 0,0 0-1 0 0,0 0 1 0 0,1 0 0 0 0,-1 0-1 0 0,1 0 1 0 0,-1 0 0 0 0,1 0-1 0 0,-1 0 1 0 0,0 0 0 0 0,0 0 0 0 0,0 0-1 0 0,1 0 1 0 0,-1 0 0 0 0,1 0-1 0 0,-1 0 1 0 0,0 0 0 0 0,1-1 1 0 0,0 0 1 0 0,-1 0 0 0 0,1 1 0 0 0,-1-1 0 0 0,0 1-1 0 0,1-2 1 0 0,-1 1 0 0 0,0 1 0 0 0,1-1 0 0 0,-1 0-1 0 0,0 0 1 0 0,0 1 0 0 0,0 0 0 0 0,0-2 0 0 0,-3-30-79 0 0,3 30 48 0 0,-8-46-674 0 0,-27-77 1 0 0,-27-44-645 0 0,48 136 1023 0 0,-19-60-474 0 0,30 81 709 0 0,3 12 84 0 0,0 0-1 0 0,0 0 0 0 0,0 0 1 0 0,0-1-1 0 0,0 1 1 0 0,0 0-1 0 0,0 0 0 0 0,0 0 1 0 0,0 0-1 0 0,0 0 0 0 0,1 0 1 0 0,-1 0-1 0 0,0 0 0 0 0,0 0 1 0 0,0 0-1 0 0,0 0 1 0 0,0 0-1 0 0,0 0 0 0 0,0 0 1 0 0,0 0-1 0 0,0 0 0 0 0,0 0 1 0 0,0 0-1 0 0,0 0 0 0 0,0 0 1 0 0,1 0-1 0 0,-1 0 1 0 0,0 0-1 0 0,0 0 0 0 0,0 0 1 0 0,0 0-1 0 0,0 0 0 0 0,0 0 1 0 0,0 0-1 0 0,0 0 0 0 0,0 0 1 0 0,1 0-1 0 0,-1 0 1 0 0,0 0-1 0 0,0 0 0 0 0,0 0 1 0 0,0 0-1 0 0,0 0 0 0 0,0 0 1 0 0,0 0-1 0 0,0 0 0 0 0,0 0 1 0 0,0 0-1 0 0,1 0 1 0 0,-1 0-1 0 0,0 0 0 0 0,0 0 1 0 0,0 0-1 0 0,0 0 0 0 0,0 0 1 0 0,0 0-1 0 0,0 0 0 0 0,0 0 1 0 0,13 17-3 0 0,66 113 640 0 0,-48-75-408 0 0,289 436 2044 0 0,-289-453-2060 0 0,-18-23-87 0 0,-2 0 1 0 0,15 21-1 0 0,-71-85-91 0 0,21 23-304 0 0,-51-62-594 0 0,61 74 637 0 0,-1-1 1 0 0,-1 2-1 0 0,-26-18 1 0 0,38 30 236 0 0,1-1 0 0 0,-2 0 0 0 0,2 0 1 0 0,-8-3-1 0 0,10 5-8 0 0,1 0 0 0 0,-1 0 0 0 0,1 0-1 0 0,0 0 1 0 0,-1-1 0 0 0,0 1 0 0 0,1 0 0 0 0,0 0 0 0 0,-1 0 0 0 0,1 0 0 0 0,-1 0 0 0 0,0 0 0 0 0,1 0 0 0 0,0 0-1 0 0,-1 0 1 0 0,1 0 0 0 0,-2 0 0 0 0,2 1 0 0 0,0-1 0 0 0,-1 0 0 0 0,0 0 0 0 0,1 0 0 0 0,-1 0 0 0 0,1 0 0 0 0,0 1-1 0 0,0-1 1 0 0,-1 0 0 0 0,0 1 0 0 0,1-1 0 0 0,-1 2 0 0 0,1-2 0 0 0,0 0 0 0 0,-1 0 0 0 0,1 1 0 0 0,-1 0 0 0 0,1-1-1 0 0,0 1 1 0 0,0-1 0 0 0,0 0 0 0 0,0 1 0 0 0,0-1 0 0 0,0 1 0 0 0,0 0 0 0 0,0-1 0 0 0,0 1 0 0 0,0 0 0 0 0,0-1-1 0 0,0 0 1 0 0,0 1 0 0 0,0 6 31 0 0,0 0 0 0 0,1 0-1 0 0,1 0 1 0 0,0-2-1 0 0,-1 2 1 0 0,6 11 0 0 0,21 37 134 0 0,-20-39-111 0 0,13 24 147 0 0,1-2 0 0 0,31 40 0 0 0,-48-72-182 0 0,-19-36 131 0 0,-90-106-1351 0 0,67 88 746 0 0,-132-155-1311 0 0,124 151 1256 0 0,-59-67-647 0 0,91 107 1124 0 0,27 28 83 0 0,0-1-1 0 0,20 32 0 0 0,-10-15 131 0 0,-10-14-64 0 0,290 365 2389 0 0,-214-277-1800 0 0,45 50 322 0 0,-91-112-670 0 0,-38-39-304 0 0,2 1 0 0 0,-2-1 0 0 0,2 0 0 0 0,-1 0 0 0 0,8 2 0 0 0,3 2 13 0 0,-13-8-15 0 0,0 1 0 0 0,2-1-1 0 0,-3 2 1 0 0,0-1 0 0 0,2 2 0 0 0,-2-1 0 0 0,1 0-1 0 0,-1 0 1 0 0,6 7 0 0 0,2 3 152 0 0,24 20-1 0 0,-33-30-175 0 0,1 0 1 0 0,-1 1-1 0 0,2-2 0 0 0,-1 0 1 0 0,0 1-1 0 0,1-1 0 0 0,0 0 0 0 0,-1 1 1 0 0,1-2-1 0 0,0 1 0 0 0,5-1 0 0 0,-7-1-8 0 0,-2 0 0 0 0,1 0-1 0 0,0 0 1 0 0,0 0 0 0 0,1 0-1 0 0,-1 0 1 0 0,1-1 0 0 0,-1 1-1 0 0,-2 0 1 0 0,3-1 0 0 0,-1 0-1 0 0,0 0 1 0 0,0 1 0 0 0,0-3-1 0 0,0 2 1 0 0,1-2 0 0 0,0 1-21 0 0,-1 0 1 0 0,1 0-1 0 0,0-2 1 0 0,-1 1 0 0 0,0 1-1 0 0,0-1 1 0 0,0 0 0 0 0,2-6-1 0 0,1-3-132 0 0,-1 0 0 0 0,-1 1 0 0 0,1-2 0 0 0,0-16 0 0 0,8-29-348 0 0,-7 40 273 0 0,-2-2-1 0 0,0 2 1 0 0,1-24-1 0 0,-5-3-434 0 0,-11-73 0 0 0,10 99 353 0 0,2 19 287 0 0,0 0 0 0 0,0 0 0 0 0,0 0 0 0 0,0 0 0 0 0,0 0 0 0 0,0 0 0 0 0,0 0-1 0 0,0 0 1 0 0,0 0 0 0 0,0-1 0 0 0,0 1 0 0 0,0 0 0 0 0,0 0 0 0 0,0 0 0 0 0,0 0 0 0 0,0 0 0 0 0,0 0 0 0 0,0 0 0 0 0,0 0 0 0 0,0 0-1 0 0,0 0 1 0 0,0 0 0 0 0,0 0 0 0 0,0-1 0 0 0,0 1 0 0 0,0 0 0 0 0,0 0 0 0 0,0 0 0 0 0,0 0 0 0 0,0 0 0 0 0,0 0 0 0 0,0 0-1 0 0,0 0 1 0 0,0 0 0 0 0,0 0 0 0 0,0 0 0 0 0,0 0 0 0 0,0 0 0 0 0,0 0 0 0 0,0 0 0 0 0,0-1 0 0 0,0 1 0 0 0,0 0 0 0 0,0 0 0 0 0,0 0-1 0 0,0 0 1 0 0,0 0 0 0 0,0 0 0 0 0,0 0 0 0 0,0 0 0 0 0,0 0 0 0 0,0 0 0 0 0,0 0 0 0 0,0 0 0 0 0,0 0 0 0 0,0 0 0 0 0,2 0 0 0 0,-2 0-1 0 0,0 0 1 0 0,0 0 0 0 0,0 0 0 0 0,0 0 0 0 0,0 0 0 0 0,0 0 0 0 0,0 0 0 0 0,3 10-55 0 0,60 177 725 0 0,-44-128-461 0 0,29 82 340 0 0,-58-222-683 0 0,-8-24-662 0 0,-28-153-1037 0 0,26 171 1275 0 0,-23-99-776 0 0,30 140 661 0 0,-38-85-1 0 0,49 127 650 0 0,-18-34-287 0 0,18 35 283 0 0,1-1 0 0 0,-2 2 1 0 0,0 0-1 0 0,1-2 0 0 0,0 2 1 0 0,0-2-1 0 0,-2 2 1 0 0,2 0-1 0 0,-6-3 0 0 0,7 5 34 0 0,0-1 0 0 0,0 1 0 0 0,1 0 0 0 0,-2 0 0 0 0,1 0-1 0 0,1 0 1 0 0,-2 0 0 0 0,1 0 0 0 0,1 0 0 0 0,-2 1 0 0 0,1-1 0 0 0,1 0 0 0 0,-1 1-1 0 0,0-1 1 0 0,1 1 0 0 0,-1-1 0 0 0,0 1 0 0 0,0-1 0 0 0,0 1 0 0 0,1 0 0 0 0,-2-1-1 0 0,1 0 1 0 0,1 1 0 0 0,-1-1 0 0 0,1 1 0 0 0,-1-1 0 0 0,0 1 0 0 0,1 0 0 0 0,-1 1-1 0 0,-2 2 31 0 0,1 1-1 0 0,-1-3 0 0 0,1 3 0 0 0,-4 6 0 0 0,5-4 22 0 0,-1-1 1 0 0,0 0-1 0 0,1 2 0 0 0,1-2 1 0 0,0 1-1 0 0,-1-1 1 0 0,2 0-1 0 0,-1 1 0 0 0,0 0 1 0 0,5 12-1 0 0,1 5 221 0 0,15 34-1 0 0,-20-56-256 0 0,39 92 647 0 0,-32-73-466 0 0,4-1 1 0 0,18 27-1 0 0,-25-41-110 0 0,1 3-40 0 0,-4-10-41 0 0,-5-4 4 0 0,-10-28-112 0 0,-2 1 0 0 0,-26-43 0 0 0,21 41-65 0 0,-51-88-871 0 0,-88-112 1 0 0,106 168 502 0 0,0 3 1 0 0,-4 1-1 0 0,-71-58 1 0 0,127 119 527 0 0,-7-6-66 0 0,-1 0 0 0 0,0 0-1 0 0,1 0 1 0 0,-2 1 0 0 0,-1 0 0 0 0,-15-6-1 0 0,26 12 74 0 0,0 0-1 0 0,0 0 0 0 0,0 0 0 0 0,-1 0 0 0 0,1-1 0 0 0,0 1 0 0 0,-1 0 0 0 0,1 0 0 0 0,-1 0 1 0 0,1 0-1 0 0,0 0 0 0 0,0 0 0 0 0,0 0 0 0 0,-2 0 0 0 0,2 0 0 0 0,0 0 0 0 0,0 0 0 0 0,0 1 1 0 0,0-1-1 0 0,0 0 0 0 0,0 0 0 0 0,-1 0 0 0 0,1 0 0 0 0,0 1 0 0 0,-1-1 0 0 0,1 0 0 0 0,0 0 1 0 0,-1 1-1 0 0,1-1 0 0 0,0 10 76 0 0,6 11 68 0 0,8 6 240 0 0,3-3-1 0 0,35 46 1 0 0,-51-68-369 0 0,62 79 1304 0 0,108 104-1 0 0,-134-151-892 0 0,-49-54-262 0 0,-32-51-146 0 0,12 19-347 0 0,-30-47-233 0 0,60 96 530 0 0,1 2 25 0 0,0 0 0 0 0,1-1 1 0 0,-1 1-1 0 0,0-1 0 0 0,0 0 0 0 0,0 1 1 0 0,1-1-1 0 0,-1 1 0 0 0,1-1 0 0 0,-1 1 1 0 0,1-1-1 0 0,0 1 0 0 0,0-4 1 0 0,0 5 2 0 0,0 0 0 0 0,0 0 1 0 0,0-1-1 0 0,0 1 1 0 0,0 0-1 0 0,0 0 1 0 0,0 0-1 0 0,0 0 0 0 0,1 0 1 0 0,-1 0-1 0 0,0 0 1 0 0,0 0-1 0 0,0 0 1 0 0,0-1-1 0 0,0 1 0 0 0,1 0 1 0 0,-1 0-1 0 0,0 0 1 0 0,0 0-1 0 0,0 0 1 0 0,1 0-1 0 0,-1-1 0 0 0,0 1 1 0 0,0 0-1 0 0,0 0 1 0 0,1 0-1 0 0,-1 0 1 0 0,0 0-1 0 0,0 0 1 0 0,1 0-1 0 0,-1 0 0 0 0,0 0 1 0 0,1 0-1 0 0,6 2-68 0 0,10 8 48 0 0,-17-10 27 0 0,25 19 218 0 0,0 2 0 0 0,-2-2 0 0 0,25 31 0 0 0,-46-48-205 0 0,51 56 733 0 0,69 94 0 0 0,-99-119-446 0 0,-2 1 1 0 0,-3 1-1 0 0,1 0 1 0 0,23 71 0 0 0,-39-95-240 0 0,8 21 198 0 0,-1 3 0 0 0,-2-3 0 0 0,6 57 0 0 0,-14-84-227 0 0,0 0 1 0 0,0-2-1 0 0,0 2 1 0 0,0-1 0 0 0,-3 8-1 0 0,3-12-31 0 0,0 0-1 0 0,0 1 1 0 0,0 0 0 0 0,-2 0-1 0 0,2-1 1 0 0,0 0-1 0 0,-1 1 1 0 0,1-1 0 0 0,0 2-1 0 0,0-2 1 0 0,-1 0-1 0 0,1 0 1 0 0,-1 0 0 0 0,0 1-1 0 0,1-1 1 0 0,0 1-1 0 0,0-1 1 0 0,-2 0 0 0 0,2 1-4 0 0,-1-1 0 0 0,0 0 0 0 0,0 0 0 0 0,1 0 0 0 0,-1 0 0 0 0,-1-1 0 0 0,2 1 0 0 0,0 0 0 0 0,-1 0 0 0 0,0 0 1 0 0,0 0-1 0 0,1 0 0 0 0,-1-1 0 0 0,1 1 0 0 0,-1 0 0 0 0,0-1 0 0 0,1 1 0 0 0,0 0 0 0 0,-1 0 0 0 0,0 0 0 0 0,0-3 0 0 0,-11-9-34 0 0,0-1 0 0 0,3-1 0 0 0,-1 0 0 0 0,0 0 0 0 0,-10-23 0 0 0,3 7-218 0 0,-112-210-1618 0 0,1 5 49 0 0,-17 14 38 0 0,127 197 1460 0 0,-2 2 0 0 0,-25-25 0 0 0,37 40 343 0 0,-1-1 0 0 0,0 2 0 0 0,0-1 0 0 0,-1 1 0 0 0,1 0 0 0 0,-2 1 0 0 0,1 0 0 0 0,-22-6 0 0 0,29 10 8 0 0,-2 0 1 0 0,1 0-1 0 0,1 0 1 0 0,-1 1-1 0 0,1 0 1 0 0,-2 0-1 0 0,1 0 1 0 0,-6 2 0 0 0,10-2-30 0 0,-2 0 1 0 0,2 0-1 0 0,0 1 1 0 0,0-1-1 0 0,0 0 1 0 0,0 1-1 0 0,0-1 1 0 0,0 0-1 0 0,-1 0 1 0 0,1 0 0 0 0,0 0-1 0 0,0 1 1 0 0,0-1-1 0 0,-1 2 1 0 0,1-2-1 0 0,0 0 1 0 0,0 0-1 0 0,0 0 1 0 0,0 1 0 0 0,0-1-1 0 0,0 0 1 0 0,0 1-1 0 0,0-1 1 0 0,0 1-1 0 0,0-1 1 0 0,0 0-1 0 0,0 0 1 0 0,0 0-1 0 0,1 1 1 0 0,-1-1 0 0 0,0 0-1 0 0,0 1 1 0 0,0-1-1 0 0,0 0 1 0 0,1 0-1 0 0,-1 0 1 0 0,0 0-1 0 0,0 0 1 0 0,0 0 0 0 0,0 2-1 0 0,12 11 157 0 0,-11-11-112 0 0,13 12 164 0 0,1-1 0 0 0,33 24-1 0 0,-15-13 12 0 0,254 180 2067 0 0,-154-126-1311 0 0,-132-78-968 0 0,-1 1-1 0 0,1 0 1 0 0,1-1-1 0 0,-1 1 1 0 0,0-1-1 0 0,1 1 0 0 0,-2-1 1 0 0,2 1-1 0 0,-2-1 1 0 0,0 0-1 0 0,3 0 1 0 0,0 0-1 0 0,-3 0-6 0 0,0 0-1 0 0,0 0 0 0 0,0 0 0 0 0,0 0 1 0 0,0 0-1 0 0,0 0 0 0 0,0 0 0 0 0,0 0 1 0 0,0 0-1 0 0,0-1 0 0 0,1 1 1 0 0,-1 0-1 0 0,0 0 0 0 0,0 0 0 0 0,0 0 1 0 0,0 0-1 0 0,0 0 0 0 0,0-1 1 0 0,0 1-1 0 0,0 0 0 0 0,0 0 0 0 0,0 0 1 0 0,2 0-1 0 0,-2-1 0 0 0,0 1 0 0 0,0 0 1 0 0,0 0-1 0 0,0 0 0 0 0,0 0 1 0 0,0-1-1 0 0,0 1 0 0 0,0 0 0 0 0,0 0 1 0 0,0 0-1 0 0,-6-8 98 0 0,3 2-84 0 0,2 5 7 0 0,0-1 0 0 0,1 1 0 0 0,-1 0 0 0 0,0-1 0 0 0,-1 1 0 0 0,1 0 0 0 0,-1 1 0 0 0,2-1 0 0 0,-3-1 0 0 0,1 0 0 0 0,2 2-19 0 0,0 0 0 0 0,-1 0 1 0 0,1 0-1 0 0,0 0 0 0 0,0 0 0 0 0,0 0 1 0 0,0 0-1 0 0,0 0 0 0 0,0 0 0 0 0,0 0 0 0 0,0 0 1 0 0,0 0-1 0 0,0 0 0 0 0,0 0 0 0 0,0 0 0 0 0,0 0 1 0 0,0 0-1 0 0,0 0 0 0 0,0 0 0 0 0,0 0 0 0 0,0 0 1 0 0,0 0-1 0 0,0 0 0 0 0,0 0 0 0 0,0 0 1 0 0,0 0-1 0 0,0 0 0 0 0,0 0 0 0 0,0 0 0 0 0,0 0 1 0 0,0 2-1 0 0,0-2 0 0 0,0 0 0 0 0,0 0 0 0 0,0 0 1 0 0,0 0-1 0 0,0 0 0 0 0,0 0 0 0 0,0 0 1 0 0,0 0-1 0 0,0 0 0 0 0,0 0 0 0 0,0 0 0 0 0,0 0 1 0 0,0 0-1 0 0,0 0 0 0 0,0 0 0 0 0,0 0 0 0 0,0 0 1 0 0,0 0-1 0 0,0 0 0 0 0,0 0 0 0 0,0 0 0 0 0,0 0 1 0 0,0 0-1 0 0,0 0 0 0 0,0 1 0 0 0,0-1 1 0 0,0 0-1 0 0,0 0 0 0 0,0 0 0 0 0,0 0 0 0 0,0 0 1 0 0,0 0-1 0 0,0 0 0 0 0,0 0 0 0 0,0 0 0 0 0,0 0 1 0 0,2 4-23 0 0,-1-4 30 0 0,9 18 225 0 0,13 26 0 0 0,-58-106-33 0 0,34 60-229 0 0,-88-168-1279 0 0,76 150 1122 0 0,-1 0 1 0 0,-1 1-1 0 0,0 0 1 0 0,0 2-1 0 0,-2 0 0 0 0,-20-16 1 0 0,-105-62-1 0 0,-10 12 229 0 0,125 67-42 0 0,8 5 135 0 0,-2 1-1 0 0,1 0 1 0 0,1 2-1 0 0,-35-10 1 0 0,42 18-124 0 0,21 0 27 0 0,-1 1-1 0 0,-1 1 0 0 0,2 0 0 0 0,-1 0 1 0 0,1 0-1 0 0,-3 1 0 0 0,3 0 0 0 0,-1 0 1 0 0,7 5-1 0 0,64 42 459 0 0,-76-47-493 0 0,49 35 478 0 0,-2 4-1 0 0,87 93 1 0 0,67 115 988 0 0,-167-202-1223 0 0,67 94 547 0 0,-75-100-394 0 0,32 66 0 0 0,-57-102-355 0 0,-1 1 1 0 0,0 0-1 0 0,-1 1 0 0 0,1-2 1 0 0,-1 2-1 0 0,-1-2 1 0 0,1 3-1 0 0,0-3 1 0 0,-1 2-1 0 0,-1 0 0 0 0,0-1 1 0 0,0 1-1 0 0,-2 10 1 0 0,-1-2 23 0 0,3-13-56 0 0,0 1 0 0 0,0-1-1 0 0,-1 0 1 0 0,0 0 0 0 0,0 0 0 0 0,-1 0-1 0 0,1 5 1 0 0,1-8-15 0 0,0 0 0 0 0,-1 1 0 0 0,1-1 1 0 0,0 0-1 0 0,0 0 0 0 0,0 0 0 0 0,0 0 0 0 0,0 0 0 0 0,0 0 0 0 0,0 0 0 0 0,-1 0 1 0 0,1 0-1 0 0,0 0 0 0 0,0 0 0 0 0,0 0 0 0 0,0 0 0 0 0,0 0 0 0 0,0 0 0 0 0,0 0 0 0 0,0 1 1 0 0,0-1-1 0 0,0 0 0 0 0,0 0 0 0 0,-2 0 0 0 0,2 0 0 0 0,0 0 0 0 0,0 0 0 0 0,0 0 1 0 0,-1 0-1 0 0,1 0 0 0 0,0 0 0 0 0,0 0 0 0 0,0-1 0 0 0,0 1 0 0 0,0 0 0 0 0,0 0 1 0 0,0 0-1 0 0,0 0 0 0 0,0 0 0 0 0,0 0 0 0 0,0 0 0 0 0,-1 0 0 0 0,1 0 0 0 0,0 0 0 0 0,0 0 1 0 0,0 0-1 0 0,0 0 0 0 0,0 0 0 0 0,0 0 0 0 0,-1 0 0 0 0,1 0 0 0 0,0-1 0 0 0,0 1 1 0 0,0 0-1 0 0,0 0 0 0 0,0 0 0 0 0,0 0 0 0 0,0-1 0 0 0,0 1 0 0 0,0 0 0 0 0,0 0 1 0 0,0 0-1 0 0,0 0 0 0 0,0-1 0 0 0,-4-8 74 0 0,4 9-69 0 0,-33-93-542 0 0,19 60 265 0 0,-154-356-3633 0 0,154 363 3567 0 0,20 46 457 0 0,10 25 0 0 0,-2-9 10 0 0,12 33 358 0 0,65 116 0 0 0,-85-176-434 0 0,0 0 0 0 0,8 11-1 0 0,-13-20-44 0 0,-2-7 12 0 0,-2-7 31 0 0,-8-18-120 0 0,-26-76-675 0 0,32 85 453 0 0,-1 0-1 0 0,-2-43 1 0 0,7 62 247 0 0,1-1 0 0 0,1 0 1 0 0,-1 1-1 0 0,0-1 0 0 0,1-6 0 0 0,0 10 39 0 0,-1 1-1 0 0,0-1 1 0 0,0 1-1 0 0,1-1 1 0 0,-1 1-1 0 0,0-1 1 0 0,1 0-1 0 0,-1 1 1 0 0,0 0-1 0 0,1-1 0 0 0,-1 1 1 0 0,1-2-1 0 0,-1 2 1 0 0,0 0-1 0 0,1-1 1 0 0,-1 1-1 0 0,1 0 1 0 0,0-1-1 0 0,-1 1 1 0 0,2 0-1 0 0,-1 0 8 0 0,-1 0 0 0 0,1 0-1 0 0,0 0 1 0 0,-1 0 0 0 0,0 0 0 0 0,1 0-1 0 0,1 0 1 0 0,-1 0 0 0 0,-1 0 0 0 0,1 1-1 0 0,0-1 1 0 0,0 1 0 0 0,-1-1 0 0 0,2 0-1 0 0,-1 0 1 0 0,-1 2 0 0 0,0-1 0 0 0,1-1-1 0 0,0 0 1 0 0,0 2 0 0 0,13 12 132 0 0,0 0-1 0 0,18 31 1 0 0,-9-16 14 0 0,36 45 213 0 0,-67-91-385 0 0,2-1 1 0 0,-2 1-1 0 0,-3-22 1 0 0,6 26-97 0 0,-65-262-1757 0 0,69 269 1843 0 0,-1 3-1 0 0,2-2 1 0 0,-1 0-1 0 0,0 1 1 0 0,1 0 0 0 0,0-1-1 0 0,0 0 1 0 0,0 1 0 0 0,0-2-1 0 0,2-6 1 0 0,-2 12 31 0 0,0-1 1 0 0,0 1 0 0 0,0 0-1 0 0,0 0 1 0 0,0-1-1 0 0,0 1 1 0 0,0 0 0 0 0,0 0-1 0 0,0 0 1 0 0,0 0-1 0 0,2 0 1 0 0,-2 0-1 0 0,0 0 1 0 0,0 0 0 0 0,1 0-1 0 0,-1-1 1 0 0,0 1-1 0 0,0 0 1 0 0,0 0-1 0 0,0 0 1 0 0,0 0 0 0 0,1 0-1 0 0,-1 0 1 0 0,0 0-1 0 0,1 0 1 0 0,-1 0-1 0 0,0 0 1 0 0,1 0 0 0 0,-1 0-1 0 0,0 0 1 0 0,0 0-1 0 0,0 0 1 0 0,0 1 0 0 0,0-1-1 0 0,1 0 1 0 0,-1 0-1 0 0,0 0 1 0 0,0 0-1 0 0,2 0 1 0 0,-2 0 0 0 0,0 0-1 0 0,0 0 1 0 0,0 0-1 0 0,0 0 1 0 0,0 1-1 0 0,9 7 12 0 0,1 7 75 0 0,-3-1 1 0 0,2 0-1 0 0,-3 0 1 0 0,7 17 0 0 0,-3-5 61 0 0,75 196 927 0 0,-62-152-761 0 0,-14-51-205 0 0,40 134 597 0 0,-34-103-334 0 0,9 55-1 0 0,-24-90-296 0 0,1 0-1 0 0,-1 1 1 0 0,-1 0-1 0 0,-1 15 0 0 0,-3 27 190 0 0,5-40-108 0 0,-6 26 0 0 0,2-7-2 0 0,4-34-143 0 0,0-1-1 0 0,-1 0 1 0 0,1-1-1 0 0,0 1 1 0 0,0-1-1 0 0,0 0 1 0 0,-1 0-1 0 0,0 1 1 0 0,0-1-1 0 0,1 1 1 0 0,-1 0-1 0 0,0-1 1 0 0,0 0 0 0 0,0 1-1 0 0,0-1 1 0 0,0 0-1 0 0,-1-1 1 0 0,1 2-1 0 0,-2 0 1 0 0,3 0-2 0 0,-3-1 0 0 0,2-1 1 0 0,-1 0-1 0 0,2 0 1 0 0,-3 1-1 0 0,2-1 0 0 0,0 0 1 0 0,0 0-1 0 0,-1 0 0 0 0,0 0 1 0 0,1 0-1 0 0,0 0 0 0 0,-1 0 1 0 0,0-1-1 0 0,0 1 1 0 0,1 0-1 0 0,0 0 0 0 0,0-1 1 0 0,-1-1-1 0 0,2 2 0 0 0,-2-1 1 0 0,-2-1-1 0 0,-2-1 54 0 0,-3 0 0 0 0,3-2 1 0 0,-3 3-1 0 0,1 0 0 0 0,-11-3 0 0 0,-43-3 240 0 0,60 8-289 0 0,-4-1 27 0 0,0 0 0 0 0,0-1 0 0 0,0 0 0 0 0,0 0-1 0 0,0 0 1 0 0,-5-4 0 0 0,1 2 29 0 0,2 0 0 0 0,-11-3-1 0 0,17 6-57 0 0,-1 1 0 0 0,1-1 0 0 0,-1 1 0 0 0,0 0 0 0 0,1 0 0 0 0,-2 0 0 0 0,3 0 0 0 0,-2 0 0 0 0,0 0 0 0 0,0 0 0 0 0,-4 2 0 0 0,5-1 6 0 0,0 1-1 0 0,-1-2 0 0 0,1 3 1 0 0,-1-2-1 0 0,2 1 1 0 0,-1-1-1 0 0,1 1 1 0 0,-1 0-1 0 0,0-1 1 0 0,1 2-1 0 0,-1-1 1 0 0,0 0-1 0 0,1 0 1 0 0,0 1-1 0 0,1-1 1 0 0,-2 0-1 0 0,1 0 0 0 0,0 1 1 0 0,1 0-1 0 0,-1 2 1 0 0,-1 3 20 0 0,1-2 1 0 0,-1 2 0 0 0,2-1-1 0 0,-1 0 1 0 0,1 0-1 0 0,3 8 1 0 0,10 97 488 0 0,-12-106-497 0 0,-1-3-12 0 0,1 1 1 0 0,-1-2-1 0 0,0 1 1 0 0,1 0-1 0 0,-1-1 1 0 0,0 2-1 0 0,-1-1 0 0 0,0 3 1 0 0,0-8 8 0 0,-1 0 0 0 0,0 1-1 0 0,1-2 1 0 0,0 1 0 0 0,-1-1 0 0 0,1 1 0 0 0,-2-4-1 0 0,-27-68-681 0 0,-17-51-703 0 0,46 123 1339 0 0,0 0 0 0 0,0 0 1 0 0,1-1-1 0 0,0 0 1 0 0,0 0-1 0 0,0-2 1 0 0,0 5 17 0 0,0 0-1 0 0,0 0 1 0 0,0-1 0 0 0,0 1 0 0 0,0-1-1 0 0,0 1 1 0 0,0 0 0 0 0,0-1 0 0 0,0 1 0 0 0,0 0-1 0 0,0-1 1 0 0,0 1 0 0 0,1 0 0 0 0,-1 0-1 0 0,0 0 1 0 0,0 0 0 0 0,0 0 0 0 0,1-2 0 0 0,-1 2-1 0 0,0 0 1 0 0,0 0 0 0 0,1 0 0 0 0,-1-1-1 0 0,1 1 1 0 0,0 0-3 0 0,0 0-1 0 0,-1 0 1 0 0,0 0-1 0 0,1 0 1 0 0,0 0-1 0 0,-1 0 1 0 0,1 0-1 0 0,-1 1 1 0 0,0-1 0 0 0,2 0-1 0 0,-1 0 1 0 0,-1 2-1 0 0,0-2 1 0 0,1 0-1 0 0,0 0 1 0 0,-1 0-1 0 0,0 2 1 0 0,15 10 43 0 0,-1-1 0 0 0,-1 2-1 0 0,-1 1 1 0 0,19 25 0 0 0,-24-30-20 0 0,41 55 115 0 0,83 96 222 0 0,-116-147-301 0 0,-15-13-52 0 0,0 0 0 0 0,0 0-1 0 0,0 0 1 0 0,0 0-1 0 0,0 0 1 0 0,0 1-1 0 0,0-1 1 0 0,0 0-1 0 0,1 0 1 0 0,-1 0-1 0 0,0 0 1 0 0,0 0-1 0 0,0 0 1 0 0,0 0 0 0 0,0 0-1 0 0,0 0 1 0 0,0 0-1 0 0,0 0 1 0 0,0 0-1 0 0,0 0 1 0 0,0 0-1 0 0,2 0 1 0 0,-2 0-1 0 0,0 0 1 0 0,0 0-1 0 0,0 0 1 0 0,0 0 0 0 0,0 0-1 0 0,0 0 1 0 0,0 0-1 0 0,0-1 1 0 0,0 1-1 0 0,0 0 1 0 0,0 0-1 0 0,0 0 1 0 0,0 0-1 0 0,0 0 1 0 0,0 0-1 0 0,0 0 1 0 0,0 0 0 0 0,0 0-1 0 0,0 0 1 0 0,0 0-1 0 0,0 0 1 0 0,0 0-1 0 0,0 0 1 0 0,0-2-1 0 0,0 2 1 0 0,0 0-1 0 0,0 0 1 0 0,0 0-1 0 0,0 0 1 0 0,0 0 0 0 0,0 0-1 0 0,0 0 1 0 0,0 0-1 0 0,0 0 1 0 0,0 0-1 0 0,0 0 1 0 0,0 0-1 0 0,0 0 1 0 0,0 0-1 0 0,0 0 1 0 0,0 0-1 0 0,-6-11 13 0 0,-58-96-898 0 0,3 10-93 0 0,-24-43-1435 0 0,-168-210-1 0 0,76 158 358 0 0,86 98 931 0 0,83 85 1059 0 0,2 3-54 0 0,0-1 0 0 0,0 2 0 0 0,-4-9 0 0 0,62 101 1007 0 0,23 40 102 0 0,56 102 767 0 0,-122-214-1590 0 0,-9-14-156 0 0,-5-8 16 0 0,-130-212-815 0 0,-5-5-494 0 0,67 117 220 0 0,-117-136-1 0 0,147 202 912 0 0,43 41 151 0 0,0 0 1 0 0,0 0 0 0 0,0 0 0 0 0,0 0 0 0 0,0 0 0 0 0,0 0 0 0 0,0 1-1 0 0,0-1 1 0 0,0 0 0 0 0,0 0 0 0 0,0 0 0 0 0,0 0 0 0 0,0 0 0 0 0,0 0-1 0 0,0 0 1 0 0,0 0 0 0 0,0 0 0 0 0,0 0 0 0 0,0 0 0 0 0,0 0 0 0 0,0 0-1 0 0,0 0 1 0 0,0 0 0 0 0,0 0 0 0 0,0 0 0 0 0,0 0 0 0 0,0 0 0 0 0,0 0-1 0 0,0 0 1 0 0,0 0 0 0 0,0 0 0 0 0,0 0 0 0 0,0 0 0 0 0,0 0 0 0 0,0 0 0 0 0,0 0-1 0 0,0 0 1 0 0,0 0 0 0 0,0 0 0 0 0,0 0 0 0 0,0 0 0 0 0,0 0 0 0 0,0 0-1 0 0,-1 0 1 0 0,1 0 0 0 0,0 0 0 0 0,0 0 0 0 0,0 0 0 0 0,0 0 0 0 0,0 0-1 0 0,0 0 1 0 0,0 0 0 0 0,0 0 0 0 0,0 0 0 0 0,0 0 0 0 0,0 0 0 0 0,0 0-1 0 0,0 0 1 0 0,0 0 0 0 0,0 0 0 0 0,0-1 0 0 0,1 8 48 0 0,5 8 159 0 0,2 0 15 0 0,6 26 0 0 0,-1-3 93 0 0,4 9 137 0 0,4-2 0 0 0,2 0 0 0 0,1-1 0 0 0,42 57 0 0 0,-64-99-405 0 0,1 2 1 0 0,-2-2 0 0 0,2 1-1 0 0,0 0 1 0 0,-1-1 0 0 0,1-1-1 0 0,0 2 1 0 0,-1 0 0 0 0,2-2-1 0 0,3 5 1 0 0,-6-6-46 0 0,-1 0 1 0 0,0 0-1 0 0,1 0 0 0 0,-1 0 1 0 0,0 0-1 0 0,1 0 0 0 0,-1 0 0 0 0,0 0 1 0 0,1 0-1 0 0,-1 0 0 0 0,0 0 1 0 0,1 0-1 0 0,-1 0 0 0 0,0 0 0 0 0,1 0 1 0 0,-1 0-1 0 0,0 0 0 0 0,0-1 1 0 0,0 1-1 0 0,0 0 0 0 0,1 0 1 0 0,-1 0-1 0 0,0-1 0 0 0,0 1 0 0 0,1 0 1 0 0,-1 0-1 0 0,0-1 0 0 0,0 0 1 0 0,4-9 73 0 0,-1-12 35 0 0,-4 2-198 0 0,1 0-77 0 0,0-1 0 0 0,6-36 0 0 0,-6 55 153 0 0,2-1-1 0 0,-1 2 0 0 0,-1-1 1 0 0,0 0-1 0 0,0 0 0 0 0,1-1 1 0 0,0 1-1 0 0,0 0 1 0 0,1 1-1 0 0,-1-1 0 0 0,1 0 1 0 0,-2 0-1 0 0,3 1 0 0 0,-2-1 1 0 0,1 1-1 0 0,1-3 0 0 0,-1 3 18 0 0,-1 1 0 0 0,1 0-1 0 0,0-1 1 0 0,0 1 0 0 0,-2-1-1 0 0,2 1 1 0 0,-1 0 0 0 0,1-1-1 0 0,-1 1 1 0 0,1 0 0 0 0,0 0-1 0 0,0 0 1 0 0,-1 1 0 0 0,1-1-1 0 0,0 0 1 0 0,-1 1 0 0 0,0-1-1 0 0,0 1 1 0 0,2-1 0 0 0,-2 0-1 0 0,0 0 1 0 0,0 1-1 0 0,3 1 1 0 0,2 3 54 0 0,1-1-1 0 0,-2 0 1 0 0,2 1 0 0 0,-1 0-1 0 0,8 10 1 0 0,21 32 334 0 0,92 152 815 0 0,-15 10 27 0 0,-112-209-1228 0 0,13 24 191 0 0,-2-1 0 0 0,0 2 1 0 0,10 36-1 0 0,-21-53-23 0 0,-4-11-84 0 0,-6-12-23 0 0,9 13-61 0 0,-79-139-829 0 0,26 41 56 0 0,-170-243-1920 0 0,163 263 1807 0 0,-5 2 0 0 0,-80-71 0 0 0,134 137 770 0 0,5 6 14 0 0,0-2 1 0 0,0 2 0 0 0,-15-9-1 0 0,29 21 206 0 0,1 2 0 0 0,-1-1 0 0 0,-1 1 0 0 0,7 8 0 0 0,6 9 126 0 0,24 19 439 0 0,52 44 0 0 0,-4-6 199 0 0,-66-55-470 0 0,1 2-1 0 0,32 54 0 0 0,-55-78-364 0 0,-1-1 0 0 0,1 1-1 0 0,-1 0 1 0 0,0-1 0 0 0,1 2-1 0 0,0 5 1 0 0,-3-11-41 0 0,0 0 0 0 0,0 0 0 0 0,0 0 0 0 0,0 0-1 0 0,0 0 1 0 0,0 1 0 0 0,0-1 0 0 0,0 0 0 0 0,0 0 0 0 0,0 0 0 0 0,0 0 0 0 0,0 0 0 0 0,0 0 0 0 0,0 1 0 0 0,0-1 0 0 0,0 0 0 0 0,0 0 0 0 0,0 0 0 0 0,0 0-1 0 0,0 0 1 0 0,0 0 0 0 0,0 1 0 0 0,0-1 0 0 0,0 0 0 0 0,0 0 0 0 0,0 0 0 0 0,0 0 0 0 0,0 0 0 0 0,0 0 0 0 0,0 0 0 0 0,0 0 0 0 0,0 0 0 0 0,0 0 0 0 0,0 0-1 0 0,0 0 1 0 0,-1 0 0 0 0,1 0 0 0 0,0 0 0 0 0,0 0 0 0 0,0 0 0 0 0,0 0 0 0 0,0 0 0 0 0,-1 0 0 0 0,-4-2 16 0 0,-3-8 101 0 0,-42-59 34 0 0,-101-133-1485 0 0,77 115 740 0 0,-62-80-539 0 0,105 127 855 0 0,-31-42-331 0 0,38 48 322 0 0,22 33 287 0 0,-1-3 0 0 0,20 19 29 0 0,-5 0 164 0 0,1 0 1 0 0,14 24-1 0 0,-6-10 38 0 0,45 64 494 0 0,211 313 2432 0 0,-267-390-3035 0 0,155 273 2012 0 0,-150-259-1950 0 0,-2-9 100 0 0,-3 2 0 0 0,18 43 0 0 0,-28-66-283 0 0,0 1 1 0 0,0-1-1 0 0,0 0 0 0 0,0 0 0 0 0,0 1 1 0 0,0-1-1 0 0,0 0 0 0 0,0 0 0 0 0,0 0 0 0 0,0 0 1 0 0,0 1-1 0 0,0-1 0 0 0,0 0 0 0 0,0 1 1 0 0,0-1-1 0 0,0 0 0 0 0,0 1 0 0 0,0-1 1 0 0,0 0-1 0 0,0 0 0 0 0,0 1 0 0 0,-2-1 1 0 0,2 0-1 0 0,0 1 0 0 0,0-1 0 0 0,0 0 1 0 0,0 0-1 0 0,0 0 0 0 0,0 0 0 0 0,0 0 0 0 0,-1 0 1 0 0,1 0-1 0 0,0 0 0 0 0,0 0 0 0 0,-1 0 1 0 0,1 0-1 0 0,0 0 0 0 0,-1 0 0 0 0,1 0 1 0 0,0 1-1 0 0,0-1 0 0 0,0 0 0 0 0,0 0 1 0 0,0 0-1 0 0,-1 0 0 0 0,1 0 0 0 0,0 0 0 0 0,-1 0 1 0 0,1 0-1 0 0,-1 0 2 0 0,0-1-1 0 0,1 1 1 0 0,-1 0-1 0 0,1 0 1 0 0,0 0-1 0 0,-1 0 1 0 0,0 0 0 0 0,1 0-1 0 0,-1 0 1 0 0,0-1-1 0 0,1 1 1 0 0,-1 0-1 0 0,0-1 1 0 0,1 0 0 0 0,0 1-1 0 0,0-1 1 0 0,-1 1-1 0 0,1-1 1 0 0,-1 1-1 0 0,1 0 1 0 0,-1-1 0 0 0,1 0-1 0 0,-1 0 1 0 0,26 53 440 0 0,-9-20-38 0 0,3 0 1 0 0,31 42 0 0 0,-17-25 36 0 0,-10-17-170 0 0,-13-17-105 0 0,0 1-1 0 0,10 16 1 0 0,-13-18-78 0 0,-4-7-15 0 0,2 1-1 0 0,-2 0 0 0 0,1-1 1 0 0,-2 1-1 0 0,0-1 1 0 0,0 2-1 0 0,0-1 1 0 0,2 15-1 0 0,-4-8-23 0 0,1-2 0 0 0,1 1 1 0 0,0 0-1 0 0,1-1 0 0 0,0 0 0 0 0,2 0 0 0 0,-1 0 0 0 0,2-1 0 0 0,0 1 1 0 0,-1 0-1 0 0,13 15 0 0 0,3 1-50 0 0,-14-16 0 0 0,2-1 0 0 0,1 1 0 0 0,-1-2 0 0 0,13 12 0 0 0,-19-21 0 0 0,3 1 0 0 0,-3 0 0 0 0,2-1 0 0 0,-1 0 0 0 0,10 2 0 0 0,10 6 0 0 0,-15-4 0 0 0,2 0 0 0 0,16 16 0 0 0,-16-12 0 0 0,21 12 0 0 0,-32-22 0 0 0,0 0 0 0 0,0 1 0 0 0,0-1 0 0 0,0 0 0 0 0,1 0 0 0 0,-1 0 1 0 0,0 0-1 0 0,0 0 0 0 0,0 0 0 0 0,1 0 0 0 0,-1 0 0 0 0,0 1 0 0 0,0-1 0 0 0,1 0 0 0 0,-1 0 0 0 0,0 0 0 0 0,0 0 1 0 0,0 0-1 0 0,0 0 0 0 0,0-1 0 0 0,0 1 0 0 0,1 0 0 0 0,-1 0 0 0 0,0 0 0 0 0,0 0 0 0 0,1 0 0 0 0,-1 0 0 0 0,0 0 1 0 0,0 0-1 0 0,0-1 0 0 0,1 1 0 0 0,-1 0 0 0 0,0 0 0 0 0,0 0 0 0 0,0 0 0 0 0,0 0 0 0 0,0 0 0 0 0,0 0 0 0 0,0 0 0 0 0,0 0 1 0 0,0-1-1 0 0,4-11 3 0 0,-5-15-40 0 0,-8-43-654 0 0,7 58 524 0 0,1 0 0 0 0,-2 0 1 0 0,0 1-1 0 0,-1 0 0 0 0,-6-15 0 0 0,-29-55-692 0 0,32 71 705 0 0,-35-63-698 0 0,-10-20-86 0 0,-44-64-872 0 0,76 125 1472 0 0,-103-135-1675 0 0,25 37 521 0 0,16 13-131 0 0,80 115 1546 0 0,-6-9-46 0 0,7 10 121 0 0,1 1 1 0 0,0 0-1 0 0,0 0 1 0 0,-1-1-1 0 0,1 1 1 0 0,0 0-1 0 0,0 0 0 0 0,0-1 1 0 0,0 1-1 0 0,0-1 1 0 0,0 1-1 0 0,0 0 1 0 0,0 0-1 0 0,0-1 1 0 0,0 1-1 0 0,0-1 0 0 0,0 1 1 0 0,0-1-1 0 0,0 1 1 0 0,0-1-1 0 0,0 1 1 0 0,0-1-1 0 0,0 1 1 0 0,0-1-1 0 0,1 1 0 0 0,-1 0 3 0 0,1-1-1 0 0,-1 1 0 0 0,1 0 1 0 0,-1 0-1 0 0,0 0 0 0 0,0 0 0 0 0,0 0 1 0 0,2 0-1 0 0,-2 0 0 0 0,1 0 1 0 0,-1 0-1 0 0,0 0 0 0 0,0 0 0 0 0,1 0 1 0 0,-1 0-1 0 0,0 0 0 0 0,1 0 1 0 0,-1 1-1 0 0,1-1 0 0 0,-1 0 1 0 0,0 0-1 0 0,0 0 0 0 0,0 0 0 0 0,1 0 1 0 0,-1 0-1 0 0,0 1 0 0 0,1-1 1 0 0,-1 0-1 0 0,0 1 0 0 0,0-1 0 0 0,0 0 1 0 0,0 1-1 0 0,0 0 0 0 0,13 12 147 0 0,-11-10-108 0 0,112 119 1150 0 0,-97-101-918 0 0,-2-1 1 0 0,19 34-1 0 0,18 49 487 0 0,-16-25-175 0 0,43 83 636 0 0,-74-154-1099 0 0,-4-12-41 0 0,-5-14 68 0 0,-22-57-1008 0 0,-60-123 0 0 0,55 131 448 0 0,-56-116-809 0 0,48 97 679 0 0,-18-43-407 0 0,48 114 839 0 0,13 28 211 0 0,-1-9-61 0 0,-1 0 0 0 0,-1 1-1 0 0,1 1 1 0 0,-1-2 0 0 0,1 1-1 0 0,-1 4 1 0 0,4 9 68 0 0,30 64 879 0 0,58 102 0 0 0,-37-79-243 0 0,106 175 1233 0 0,-116-208-1418 0 0,25 37 317 0 0,-76-150-658 0 0,-2-61-910 0 0,-3-40-332 0 0,-32-87-597 0 0,28 172 809 0 0,-44-106 0 0 0,18 77-470 0 0,-85-135 0 0 0,116 210 1332 0 0,-1-1 1 0 0,1 2-1 0 0,-2 1 0 0 0,-21-18 1 0 0,11 10-48 0 0,6 7 52 0 0,1 1 0 0 0,-1 0-1 0 0,-1 2 1 0 0,1-1 0 0 0,-21-7-1 0 0,29 14-6 0 0,1 0 0 0 0,-1 0 0 0 0,2 0-1 0 0,-2 1 1 0 0,0 0 0 0 0,0 0 0 0 0,0 1 0 0 0,0-1-1 0 0,0 2 1 0 0,1-1 0 0 0,-1 1 0 0 0,0 0 0 0 0,1 0-1 0 0,0 1 1 0 0,-1 1 0 0 0,-7 1 0 0 0,8-2 1 0 0,2 1 1 0 0,-2 0 0 0 0,0 0-1 0 0,3 0 1 0 0,-3 0 0 0 0,1 0-1 0 0,2 2 1 0 0,-2-2 0 0 0,0 1-1 0 0,3 0 1 0 0,-2 1 0 0 0,0-1-1 0 0,0 1 1 0 0,2 0-1 0 0,-1 0 1 0 0,0 0 0 0 0,1 1-1 0 0,0-2 1 0 0,-3 8 0 0 0,2 8 115 0 0,0 1 0 0 0,2-2 1 0 0,0 2-1 0 0,1 0 0 0 0,3 23 1 0 0,-1 0 88 0 0,1 21 171 0 0,2 34 228 0 0,-5-98-641 0 0,0 1 0 0 0,0-1 1 0 0,0 1-1 0 0,0-1 1 0 0,-2 1-1 0 0,2-1 0 0 0,-1 0 1 0 0,1 0-1 0 0,0 1 0 0 0,-1-1 1 0 0,1 0-1 0 0,-1 3 1 0 0,1-4-9 0 0,0 0 1 0 0,-1 0 0 0 0,1 1 0 0 0,0-1 0 0 0,0 0 0 0 0,-2 0-1 0 0,2 0 1 0 0,0 1 0 0 0,0-1 0 0 0,0 0 0 0 0,0 0-1 0 0,0 0 1 0 0,-1 0 0 0 0,1 0 0 0 0,0 0 0 0 0,-1 1 0 0 0,1-1-1 0 0,0 0 1 0 0,-1 0 0 0 0,1 0 0 0 0,0 0 0 0 0,0 0-1 0 0,0 0 1 0 0,0 0 0 0 0,0-1 0 0 0,-1 1 0 0 0,0 0 5 0 0,0-1 0 0 0,0 1 1 0 0,0-1-1 0 0,0 0 0 0 0,1 1 1 0 0,0-1-1 0 0,-1 1 0 0 0,0 0 1 0 0,1-1-1 0 0,-1 0 0 0 0,1 0 1 0 0,-1 0-1 0 0,-15-30-122 0 0,-27-58 1 0 0,21 38-178 0 0,-108-193-1303 0 0,123 232 1516 0 0,7 10 15 0 0,2 7-20 0 0,57 85 626 0 0,-28-46-254 0 0,48 76 406 0 0,62 91 627 0 0,-104-160-878 0 0,2-2 0 0 0,50 45 1 0 0,-87-92-429 0 0,16 16 166 0 0,24 16-1 0 0,-38-31-134 0 0,2 1-1 0 0,-1 0 0 0 0,0-1 1 0 0,2 0-1 0 0,-2 0 1 0 0,2 0-1 0 0,-1-2 1 0 0,1 2-1 0 0,9 0 0 0 0,-13-3-33 0 0,0 0-1 0 0,-1 0 0 0 0,2 0 0 0 0,-2 0 1 0 0,2-1-1 0 0,-2 1 0 0 0,1 0 0 0 0,-1 0 1 0 0,2-1-1 0 0,-2 0 0 0 0,2-1 0 0 0,-2 1 1 0 0,0 0-1 0 0,1-1 0 0 0,0 1 0 0 0,-1-2 1 0 0,0 2-1 0 0,0-1 0 0 0,1 1 0 0 0,-1-1 1 0 0,-1 0-1 0 0,5-5 0 0 0,1-4-89 0 0,0 0 0 0 0,-1 1 0 0 0,10-24 0 0 0,-6 12-182 0 0,-2 8 81 0 0,-1 0 0 0 0,2 1 0 0 0,20-24 0 0 0,-23 29 188 0 0,0 2 1 0 0,2-1-1 0 0,-2 1 0 0 0,3 0 0 0 0,-1 0 0 0 0,-1 2 0 0 0,2-1 0 0 0,9-4 0 0 0,3 0 58 0 0,-5 3 1 0 0,-1-1 1 0 0,0 0 0 0 0,1-2 0 0 0,-2 0 0 0 0,13-11 0 0 0,-24 19-63 0 0,-2-1 1 0 0,0 1-1 0 0,0 1 1 0 0,2-1-1 0 0,-3 0 1 0 0,2 0-1 0 0,-1 0 1 0 0,2 0-1 0 0,-2 0 1 0 0,1 0-1 0 0,-1 1 1 0 0,2-1-1 0 0,-2 1 1 0 0,0 0-1 0 0,1 0 1 0 0,1-1-1 0 0,-2 1 1 0 0,4 0-1 0 0,-2 0 6 0 0,0 0 0 0 0,0-1 0 0 0,0 0 0 0 0,-1 1 0 0 0,5-3 0 0 0,-4 2-2 0 0,0 0 0 0 0,0 1 0 0 0,-1 0 0 0 0,1-1 0 0 0,6 0 0 0 0,-6 0-12 0 0,-1 1-1 0 0,0 0 1 0 0,1 0 0 0 0,-1-1-1 0 0,1 0 1 0 0,-1 1-1 0 0,0-1 1 0 0,-1 1-1 0 0,2-1 1 0 0,0-1 0 0 0,0 2-1 0 0,-2-3 1 0 0,1 3-1 0 0,-1-2 1 0 0,1 2-1 0 0,3-5 1 0 0,0 0-3 0 0,-1 0-1 0 0,2-2 1 0 0,5-11-1 0 0,10-12-3 0 0,-20 27 8 0 0,1 3-1 0 0,0-3 0 0 0,0 1 1 0 0,0 0-1 0 0,1 0 0 0 0,-1 1 1 0 0,1-1-1 0 0,-2 0 0 0 0,1 2 1 0 0,5-3-1 0 0,-5 3 7 0 0,0-1 0 0 0,-1 1-1 0 0,0 0 1 0 0,1 0 0 0 0,0 0 0 0 0,-1 0-1 0 0,1 0 1 0 0,0 0 0 0 0,0 0 0 0 0,-1 0 0 0 0,1 1-1 0 0,0-1 1 0 0,-1 1 0 0 0,0 0 0 0 0,1-1 0 0 0,1 1-1 0 0,26 17 93 0 0,-7-4 24 0 0,-13-12-103 0 0,-2 1 1 0 0,1-2-1 0 0,-1 1 1 0 0,1-1-1 0 0,0 0 1 0 0,13 0-1 0 0,16 0 111 0 0,-34 0-118 0 0,1-1-1 0 0,0 0 1 0 0,-1 0 0 0 0,1 0 0 0 0,1 0 0 0 0,4-1 0 0 0,-7 1-6 0 0,0 0 0 0 0,-1-1 0 0 0,1 1 1 0 0,-1 0-1 0 0,0-1 0 0 0,0 0 0 0 0,1 0 0 0 0,-1 1 0 0 0,1-2 0 0 0,-1 1 1 0 0,0 0-1 0 0,0 0 0 0 0,0 0 0 0 0,1 0 0 0 0,-1-1 0 0 0,-1 1 1 0 0,2-2-1 0 0,-1 0-23 0 0,1 1 0 0 0,-1-1 0 0 0,0 1 1 0 0,0-1-1 0 0,-1 1 0 0 0,0-2 0 0 0,0 2 1 0 0,1-1-1 0 0,-1 0 0 0 0,0 2 0 0 0,-1-2 0 0 0,1 0 1 0 0,0 0-1 0 0,0 0 0 0 0,-3-5 0 0 0,-1-4-133 0 0,-1 0 0 0 0,-7-15 0 0 0,-2-1-120 0 0,0-1-37 0 0,11 24 266 0 0,0-1 0 0 0,-1 0 0 0 0,2 1 1 0 0,0-2-1 0 0,-1-5 0 0 0,-1 4-42 0 0,1-2 0 0 0,0 2 0 0 0,0-1 1 0 0,-2 1-1 0 0,0 1 0 0 0,-5-10 0 0 0,-7-9-121 0 0,-28-43-299 0 0,10 19 443 0 0,18 29-34 0 0,0 0 137 0 0,14 18-21 0 0,2 1 0 0 0,-1-1-1 0 0,-1 0 1 0 0,1 1 0 0 0,-3-3 0 0 0,-11-11 53 0 0,11 10-30 0 0,1 1 1 0 0,-1 0 0 0 0,0 0-1 0 0,1 0 1 0 0,-2 1-1 0 0,-5-4 1 0 0,-10-8 53 0 0,-6-8 101 0 0,0 2-129 0 0,19 15-86 0 0,0 2-1 0 0,-12-7 1 0 0,13 8 13 0 0,-1-1 1 0 0,-10-9 0 0 0,-38-26 263 0 0,50 35-244 0 0,-7-6-182 0 0,0-1 1 0 0,-16-20 0 0 0,65 65 429 0 0,-22-17-133 0 0,-1 3 1 0 0,13 20 0 0 0,-3-1 16 0 0,8 4 63 0 0,-16-22-87 0 0,0 1-1 0 0,-2 1 0 0 0,13 28 1 0 0,-6-10 38 0 0,-12-26-69 0 0,7 18 0 0 0,-15-17-32 0 0,0-14-62 0 0,0 0-1 0 0,0 0 1 0 0,0-1-1 0 0,0 0 1 0 0,0 1-1 0 0,-1-1 1 0 0,1 1-1 0 0,0 0 1 0 0,0 0-1 0 0,0-1 1 0 0,0 1-1 0 0,-1-1 1 0 0,1 1-1 0 0,0-1 1 0 0,-1 0-1 0 0,1 1 1 0 0,-1-1-1 0 0,1 1 1 0 0,0-1-1 0 0,-1 1 1 0 0,1-1-1 0 0,-1 0 1 0 0,1 0-1 0 0,0 0 1 0 0,-1 1-1 0 0,1-1 1 0 0,-1 0-1 0 0,0 1 1 0 0,1-1-1 0 0,-1 0 1 0 0,0 0-1 0 0,0 0 1 0 0,1 0-1 0 0,-1 0 1 0 0,1 0-1 0 0,-1 0 1 0 0,1 0-1 0 0,-1 0 1 0 0,0 0-1 0 0,0 0 1 0 0,1 0-1 0 0,-1-1 0 0 0,-1 1 5 0 0,-1-1 0 0 0,1 1 0 0 0,0 0 0 0 0,-1-1 0 0 0,0 0-1 0 0,3 0 1 0 0,-3 0 0 0 0,0-1 0 0 0,2 1 0 0 0,-4-2 0 0 0,-24-25 73 0 0,-30-38 1 0 0,35 37-44 0 0,-6-4-492 0 0,-2 1-1 0 0,-67-52 0 0 0,-74-26 1112 0 0,97 65-970 0 0,58 34 244 0 0,1 1 136 0 0,-2-1-1 0 0,0 0 1 0 0,0 2 0 0 0,-25-9-1 0 0,-18 0 139 0 0,20 4-20 0 0,1 2 0 0 0,-76-10 0 0 0,79 18-40 0 0,1 1 0 0 0,-51 5 0 0 0,74 0-93 0 0,1 0 0 0 0,0 2 0 0 0,-13 3 0 0 0,16-4-19 0 0,0 1-1 0 0,1-3 0 0 0,-1 1 0 0 0,-1 0 0 0 0,1 0 0 0 0,1-1 0 0 0,-14-1 1 0 0,-28-1 121 0 0,34 2-77 0 0,-22-3 0 0 0,33 1-55 0 0,0 0 0 0 0,1-1 0 0 0,-1 2 1 0 0,1-1-1 0 0,-1-2 0 0 0,0 2 0 0 0,-9-8 0 0 0,-3-2 8 0 0,-1-1 0 0 0,1-2 0 0 0,1 0-1 0 0,1-1 1 0 0,0 0 0 0 0,2-1 0 0 0,-17-20 0 0 0,12 12 31 0 0,13 19-62 0 0,4 5 3 0 0,-9 0 25 0 0,9-1-22 0 0,2 0 0 0 0,-2 0 0 0 0,2 0 0 0 0,-2 0 0 0 0,1 0 0 0 0,0 1-1 0 0,-1-1 1 0 0,2-1 0 0 0,-2 1 0 0 0,1-1 0 0 0,1 1 0 0 0,-2-1 0 0 0,0 2 7 0 0,-37-46 97 0 0,15 22-45 0 0,13 17-42 0 0,11 6-15 0 0,-7-2 12 0 0,5 3-17 0 0,0 1-1 0 0,0 0 1 0 0,-6 0 26 0 0,-15-8 0 0 0,17 5-21 0 0,3 1 2 0 0,0 0 1 0 0,0-1-1 0 0,2 1 0 0 0,-3 0 0 0 0,1 1 1 0 0,-1-1-1 0 0,2 0 0 0 0,-1 1 1 0 0,-5-1-1 0 0,8 1-7 0 0,-1 0 1 0 0,1 0 0 0 0,-1 0-1 0 0,1 0 1 0 0,-1 0-1 0 0,1 0 1 0 0,0 0 0 0 0,-1 0-1 0 0,1 0 1 0 0,0 0-1 0 0,0 0 1 0 0,0 0 0 0 0,0 0-1 0 0,-1 0 1 0 0,1-1 0 0 0,0 1-1 0 0,-1 0 1 0 0,1-1-1 0 0,-1 1 1 0 0,1-2 0 0 0,-15-6 12 0 0,13 7-9 0 0,2 0-3 0 0,0 0 1 0 0,0 1-1 0 0,-1 0 1 0 0,1-1-1 0 0,0-1 1 0 0,0 2-1 0 0,-1-1 0 0 0,1 0 1 0 0,0 0-1 0 0,0 1 1 0 0,0 0-1 0 0,0-1 1 0 0,0 0-1 0 0,0-1 0 0 0,1 1-1 0 0,0 1 4 0 0,1 0-1 0 0,-1-1 0 0 0,1 1 0 0 0,0 0 1 0 0,-1 0-1 0 0,2 0 0 0 0,1 1 0 0 0,63-3 75 0 0,-56 3-55 0 0,1 0 1 0 0,17 4-1 0 0,0 0 14 0 0,40 10 84 0 0,-47-10-86 0 0,-19-3-27 0 0,2-1 1 0 0,0 1-1 0 0,-2-2 1 0 0,1 0-1 0 0,6 1 1 0 0,-7-1-2 0 0,3 1-1 0 0,-2-1 1 0 0,0 2 0 0 0,0-1-1 0 0,7 3 1 0 0,7 1 30 0 0,33 3 50 0 0,-19-4-49 0 0,-13-1-24 0 0,3-1 55 0 0,31 10-1 0 0,-41-9-47 0 0,0 0 1 0 0,-1-1-1 0 0,3-1 1 0 0,20 1 0 0 0,-29-1-10 0 0,0 0 0 0 0,0 1 0 0 0,0-2 1 0 0,0 2-1 0 0,-1-1 0 0 0,2 1 0 0 0,-2 1 1 0 0,1-1-1 0 0,0 2 0 0 0,-1-3 0 0 0,0 2 1 0 0,7 7-1 0 0,5 1 9 0 0,4 2 5 0 0,-20-13-26 0 0,-10 5 30 0 0,-92-8 122 0 0,-76 3 69 0 0,145 3-131 0 0,-43 7 0 0 0,67-8-71 0 0,-2 1 0 0 0,0-1 0 0 0,2 1 1 0 0,-1 1-1 0 0,0 2 0 0 0,0-3 0 0 0,1 3 0 0 0,-10 5 1 0 0,13-6-8 0 0,0 0 1 0 0,-1 0 0 0 0,4 0 0 0 0,-3 0 0 0 0,1 2 0 0 0,-6 6 0 0 0,9-8-6 0 0,0-1 0 0 0,0 0 0 0 0,0 0 0 0 0,1 2 0 0 0,-2-3 0 0 0,2 2 0 0 0,0 1 0 0 0,0-3 0 0 0,1 3 0 0 0,-1-2 0 0 0,1 6 0 0 0,1 2-7 0 0,-1 0 0 0 0,2 1 0 0 0,1-1 0 0 0,3 16 0 0 0,21 47 0 0 0,-8-21 0 0 0,-6-19 0 0 0,3-3 0 0 0,25 45 0 0 0,3 4 0 0 0,23 40 0 0 0,-19-34 0 0 0,15 36 0 0 0,-17-20 0 0 0,28 58 0 0 0,-8-28 0 0 0,-30-67 0 0 0,77 104 0 0 0,-62-106 0 0 0,87 85 0 0 0,-135-147 0 0 0,18 18 0 0 0,-1-2 0 0 0,37 25 0 0 0,70 44 0 0 0,-63-42 0 0 0,48 30 0 0 0,-89-61 0 0 0,26 24 0 0 0,19 11 0 0 0,-34-29 0 0 0,26 16 0 0 0,-52-30 0 0 0,-5-6 0 0 0,-1 1 0 0 0,0 1 0 0 0,0-2 0 0 0,-1 1 0 0 0,1 0 0 0 0,1 0 0 0 0,0 2 0 0 0,2 3 0 0 0,-1-2 0 0 0,0 2 0 0 0,1 0 0 0 0,3 7 0 0 0,13 16 0 0 0,2-6 0 0 0,-19-21 0 0 0,-2 0 0 0 0,1 0 0 0 0,2 0 0 0 0,-2-1 0 0 0,0 1 0 0 0,0-2 0 0 0,1 2 0 0 0,-1-1 0 0 0,7 0 0 0 0,0 1 0 0 0,0-1 0 0 0,13 1 0 0 0,-20-3 0 0 0,1 1 0 0 0,-1-1 0 0 0,0 0 0 0 0,-1 1 0 0 0,1-1 0 0 0,1-1 0 0 0,-1 2 0 0 0,0-3 0 0 0,-1 3 0 0 0,5-4 0 0 0,2-1 0 0 0,-8 4 0 0 0,-3 1 0 0 0,-15-7 0 0 0,1 1 0 0 0,-29-4 0 0 0,28 6 0 0 0,-24-8-113 0 0,0 0 0 0 0,2-2 0 0 0,-51-28 0 0 0,-28-24-308 0 0,43 17 226 0 0,-15-16-1616 0 0,-117-110 0 0 0,120 97 767 0 0,-74-72-1014 0 0,122 105 910 0 0,-50-86 0 0 0,8 14-173 0 0,-43-53-717 0 0,95 122 906 0 0,-45-91 0 0 0,34 46 206 0 0,-6-18-354 0 0,-2 21 1765 0 0,47 88-469 0 0,0 0 1 0 0,-1 0 0 0 0,0 0 0 0 0,1-1-1 0 0,-1 2 1 0 0,1-2 0 0 0,-1 1 0 0 0,1 1-1 0 0,-5-4 1 0 0,6 5-15 0 0,0 0 1 0 0,-1 0-1 0 0,1 0 1 0 0,0 1-1 0 0,0-1 0 0 0,0 0 1 0 0,0 0-1 0 0,-1 0 0 0 0,1 0 1 0 0,0 0-1 0 0,0 0 0 0 0,0 1 1 0 0,0-1-1 0 0,-1 0 0 0 0,1 0 1 0 0,0 0-1 0 0,0 0 1 0 0,0 0-1 0 0,0 0 0 0 0,0 0 1 0 0,0 0-1 0 0,0 1 0 0 0,0-1 1 0 0,0 0-1 0 0,0 0 0 0 0,0 0 1 0 0,0 1-1 0 0,0-1 0 0 0,0 0 1 0 0,0 0-1 0 0,0 1 1 0 0,0-1-1 0 0,0 0 0 0 0,0 0 1 0 0,0 0-1 0 0,0 0 0 0 0,0 9 86 0 0,3 8 139 0 0,3-1 1 0 0,-2 0 0 0 0,15 27-1 0 0,28 45 983 0 0,-39-73-1135 0 0,23 39 439 0 0,40 70 840 0 0,63 75 979 0 0,-133-197-2301 0 0,1 1-3 0 0,-1-1 0 0 0,1 1-1 0 0,0 0 1 0 0,0-1 0 0 0,2 2 0 0 0,-10-23 146 0 0,-1 5-92 0 0,-7-18 0 0 0,3 3-255 0 0,-57-142-588 0 0,50 130 396 0 0,-21-72-1 0 0,39 109 352 0 0,-5-20-113 0 0,4 22 119 0 0,1 0 0 0 0,-1 1 0 0 0,1-1 0 0 0,0 1-1 0 0,0-1 1 0 0,0 1 0 0 0,0 0 0 0 0,1-2 0 0 0,-1 1-1 0 0,0 0 1 0 0,1-1 0 0 0,-1 3 7 0 0,0 0 0 0 0,0 0 1 0 0,0 0-1 0 0,0 0 0 0 0,0 0 0 0 0,0-2 0 0 0,0 2 1 0 0,0 0-1 0 0,1 0 0 0 0,-1 0 0 0 0,0 0 0 0 0,0 0 0 0 0,0 0 1 0 0,1 0-1 0 0,-1 0 0 0 0,0 0 0 0 0,0 0 0 0 0,0 0 1 0 0,1 0-1 0 0,-1 0 0 0 0,0 0 0 0 0,0 0 0 0 0,0 0 0 0 0,0 0 1 0 0,0 0-1 0 0,0 0 0 0 0,1 0 0 0 0,-1 0 0 0 0,0 0 1 0 0,0 0-1 0 0,1 0 0 0 0,-1 0 0 0 0,0 0 0 0 0,0 0 1 0 0,6 5 13 0 0,1 10 7 0 0,-2 20 221 0 0,-5-33-242 0 0,1-1 0 0 0,1 1 0 0 0,-1 0 0 0 0,-1-1 0 0 0,5 2 34 0 0,-3 0 1 0 0,2-1-1 0 0,1 0 1 0 0,4 3-1 0 0,-3-2 10 0 0,46 25 370 0 0,-16-6-160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2T16:41:07.442"/>
    </inkml:context>
    <inkml:brush xml:id="br0">
      <inkml:brushProperty name="width" value="0.35" units="cm"/>
      <inkml:brushProperty name="height" value="0.35" units="cm"/>
      <inkml:brushProperty name="color" value="#10B981"/>
    </inkml:brush>
  </inkml:definitions>
  <inkml:trace contextRef="#ctx0" brushRef="#br0">140 2467 4915 0 0,'2'3'44'0'0,"1"0"0"0"0,0-1-1 0 0,0 0 1 0 0,0-1 0 0 0,-1 2 0 0 0,5 1-1 0 0,-2-2 11 0 0,-2 1-25 0 0,-3-3-20 0 0,1 0 1 0 0,0 2-1 0 0,0-1 1 0 0,-1-1-1 0 0,1 0 1 0 0,0 0-1 0 0,0 1 1 0 0,-1 0-1 0 0,2-1 1 0 0,-1 0-1 0 0,-1 1 1 0 0,1-1-1 0 0,0 0 1 0 0,0 0-1 0 0,1 0 1 0 0,-2-1-10 0 0,2 0 0 0 0,-1 0 18 0 0,0 1 1 0 0,2 0-1 0 0,-2 0 0 0 0,0 0 1 0 0,0-1-1 0 0,2 1 1 0 0,-3 0-1 0 0,1 0 0 0 0,0 0 1 0 0,1 0-1 0 0,2 1 1 0 0,10-1 120 0 0,-12 0-137 0 0,6-3 168 0 0,1 2-1 0 0,16-8 1 0 0,5 1 175 0 0,-25 7-278 0 0,0-1 1 0 0,0 1 0 0 0,0-1-1 0 0,-1 0 1 0 0,8-2 0 0 0,-4-2 51 0 0,-6 6-98 0 0,0-1 0 0 0,-1 0 0 0 0,0 1 0 0 0,0 0 0 0 0,0-1 0 0 0,1 0 0 0 0,-1 0 0 0 0,0 0 1 0 0,0-1-1 0 0,0 2 0 0 0,0 0 0 0 0,1-2 0 0 0,-2 2 0 0 0,1-2 0 0 0,0 1 0 0 0,0-1 0 0 0,-1 1 0 0 0,1 0 0 0 0,0-2 0 0 0,2-8 89 0 0,1 3 0 0 0,10-20 0 0 0,18-41-71 0 0,-23 46 11 0 0,21-35-1 0 0,36-55 408 0 0,-61 103-452 0 0,1 0 1 0 0,-1 0-1 0 0,-2-2 1 0 0,5-9-1 0 0,-5 12-37 0 0,0 0 0 0 0,8-13-1 0 0,-8 14 7 0 0,0 0 0 0 0,2 0-1 0 0,0-11 1 0 0,-1 5-46 0 0,10-23 1 0 0,-4 13 28 0 0,-25 48 225 0 0,-7 24 488 0 0,-14 53-1 0 0,-28 84 883 0 0,41-119-919 0 0,19-57-486 0 0,-1 0-1 0 0,1 1 0 0 0,-1-2 0 0 0,-12 15 1 0 0,0-5 35 0 0,16-17-182 0 0,1 1 0 0 0,0 3 57 0 0,-1-2 0 0 0,1 1 0 0 0,-1 0 1 0 0,0 0-1 0 0,-1-1 0 0 0,0 6 0 0 0,0-2-14 0 0,-14 11 252 0 0,11-10-267 0 0,4-5 5 0 0,-1-1 1 0 0,1 1-1 0 0,0-1 1 0 0,-1 1-1 0 0,0-1 0 0 0,0 1 1 0 0,-5 2-1 0 0,5-1 54 0 0,-2 1-1 0 0,1-2 1 0 0,-1 1 0 0 0,1 7 0 0 0,0-10-78 0 0,26-8 310 0 0,-5-2-205 0 0,-12 6-11 0 0,1 2 0 0 0,0-2 1 0 0,-2-1-1 0 0,2 1 0 0 0,-2 0 0 0 0,9-8 0 0 0,-11 10-69 0 0,0-2-1 0 0,1 3 1 0 0,-1-2-1 0 0,-1 2 1 0 0,1-1-1 0 0,1 0 1 0 0,-1 0-1 0 0,0 0 1 0 0,0 0-1 0 0,7 1 1 0 0,8-2 65 0 0,112-25 1106 0 0,-48 6-500 0 0,-58 13-427 0 0,-12 4-136 0 0,1 0-1 0 0,-2-1 0 0 0,0-1 1 0 0,0 0-1 0 0,18-14 0 0 0,-20 16-26 0 0,-1 0 0 0 0,1-2-1 0 0,0 2 1 0 0,1 1-1 0 0,14-5 1 0 0,-12 5 48 0 0,-2-1 0 0 0,1 1 0 0 0,16-10 0 0 0,28-16 335 0 0,-33 18-152 0 0,-1-1 1 0 0,24-16-1 0 0,-30 19-7 0 0,26-15 0 0 0,-11 8-46 0 0,-29 15-293 0 0,15-9 76 0 0,26-10 0 0 0,-33 16-76 0 0,1-2 0 0 0,0 1 0 0 0,9-8 0 0 0,18-10 0 0 0,-31 20 0 0 0,-1 0 0 0 0,1-1 0 0 0,-1 0 0 0 0,1 0 0 0 0,0 0 0 0 0,-3 0 0 0 0,2-1 0 0 0,1 0 0 0 0,-3 0 0 0 0,6-7 0 0 0,1-3-41 0 0,-8 11 21 0 0,0 0 0 0 0,2 0 1 0 0,-3 1-1 0 0,0-1 1 0 0,2-1-1 0 0,0-6 0 0 0,10-43-515 0 0,-12 49 475 0 0,0 0 0 0 0,-1 1 0 0 0,0-2 0 0 0,0-7-1 0 0,1-14-173 0 0,12-25-450 0 0,-10 42 517 0 0,0 1 0 0 0,0-2 0 0 0,10-12 0 0 0,1-4-10 0 0,8-19-124 0 0,-2 10 74 0 0,7-18-193 0 0,-21 39 296 0 0,3-1-1 0 0,9-14 1 0 0,-7 6-30 0 0,-8 16 94 0 0,5-13-217 0 0,19-29 0 0 0,-18 34 141 0 0,14-33-245 0 0,-9 14 71 0 0,-6 23 137 0 0,-2 0 0 0 0,14-18-1 0 0,7-5 232 0 0,4-8-41 0 0,-25 33-82 0 0,0 0 0 0 0,0-2 1 0 0,-1 1-1 0 0,-1-1 0 0 0,1 0 0 0 0,-2 1 1 0 0,4-15-1 0 0,3-16-221 0 0,-6 25 234 0 0,7-15-226 0 0,-6 19 128 0 0,-1 0 0 0 0,-1-1 0 0 0,4-26 0 0 0,19-99-739 0 0,-19 111 623 0 0,-4 17 175 0 0,0-1 0 0 0,0 0 0 0 0,-2 2 1 0 0,1-16-1 0 0,-1-3-128 0 0,0 7-12 0 0,-5-31 1 0 0,-4-57-510 0 0,4 11 120 0 0,7 58 300 0 0,-3 35 270 0 0,1 1 0 0 0,-1-2 0 0 0,0 1 0 0 0,2 1 0 0 0,-2 0 0 0 0,2-1 0 0 0,0 0 0 0 0,0 1 0 0 0,4-6 0 0 0,23-45-459 0 0,-21 45 481 0 0,-7 9 21 0 0,-1 1 1 0 0,1 0-1 0 0,0 0 1 0 0,0 1-1 0 0,-1-2 0 0 0,1 1 1 0 0,0 0-1 0 0,0-1 1 0 0,-1 2-1 0 0,0-2 0 0 0,0 2 1 0 0,0-1-1 0 0,0 0 0 0 0,0-1 1 0 0,0 1-1 0 0,0-2 1 0 0,-6-62-454 0 0,10 55 432 0 0,-3 8 22 0 0,0 1 1 0 0,-1 1-1 0 0,0-1 0 0 0,0 0 0 0 0,0 1 0 0 0,0-1 0 0 0,1 0 0 0 0,-1 0 0 0 0,1-1 0 0 0,-1 1 0 0 0,0 1 0 0 0,0-2 0 0 0,0 1 1 0 0,0 1-1 0 0,0-3 0 0 0,0 3 0 0 0,0-1 0 0 0,0 0 0 0 0,-1-1 0 0 0,0-3 43 0 0,1 2 0 0 0,0-2-1 0 0,0 1 1 0 0,0 0 0 0 0,0-1 0 0 0,0-5-1 0 0,0-5-43 0 0,0 1-19 0 0,0 10 10 0 0,0 1-1 0 0,0-2 1 0 0,0 2 0 0 0,0-2 0 0 0,0 2-1 0 0,0-1 1 0 0,1 0 0 0 0,0-1-1 0 0,2-2 1 0 0,5 49 309 0 0,9 67 585 0 0,7 64 364 0 0,-23-44-317 0 0,-12-15-203 0 0,10-24-69 0 0,1-80-539 0 0,0-10-107 0 0,0 1 3 0 0,0-1 0 0 0,0 1 0 0 0,0-1 0 0 0,0 1 0 0 0,0 0 0 0 0,0 0 0 0 0,0-1 1 0 0,0 1-1 0 0,0 0 0 0 0,-1-1 0 0 0,1 0 0 0 0,0 1 0 0 0,-1 0 0 0 0,0 0 0 0 0,0-18 125 0 0,2 3-162 0 0,3-24 0 0 0,0 17-5 0 0,3-52-556 0 0,-3-90 0 0 0,-3 148 516 0 0,-1 1-55 0 0,-2-26 0 0 0,-27-83-567 0 0,29 119 677 0 0,0 2 1 0 0,-1-2-1 0 0,1 1 0 0 0,0-2 1 0 0,1-2-1 0 0,-2-16-95 0 0,0 0 14 0 0,2 20 83 0 0,-1 0 0 0 0,1 1 1 0 0,-1-1-1 0 0,1 0 0 0 0,1-5 1 0 0,0 8 4 0 0,-1-2 0 0 0,-1 0 0 0 0,1 0 0 0 0,0 1 1 0 0,-1-1-1 0 0,0 1 0 0 0,1-1 0 0 0,-1 0 1 0 0,1 1-1 0 0,-1-1 0 0 0,0 0 0 0 0,0 0 0 0 0,0 0 1 0 0,0 1-1 0 0,-1-2 0 0 0,1 2 0 0 0,-1 0 0 0 0,1-1 1 0 0,0 0-1 0 0,-2-3 0 0 0,-9-15-88 0 0,10 19 91 0 0,1 1 1 0 0,0 0-1 0 0,-2 0 1 0 0,2 0-1 0 0,-1 0 1 0 0,1 0-1 0 0,-1 0 1 0 0,1 0-1 0 0,-1 0 1 0 0,0 0-1 0 0,1 0 1 0 0,0 0-1 0 0,-1 0 1 0 0,0 0-1 0 0,-4 0 40 0 0,0 0 0 0 0,0 1 1 0 0,0 0-1 0 0,0 0 0 0 0,0 2 0 0 0,2-2 0 0 0,-6 3 1 0 0,-21 6 112 0 0,7-4 195 0 0,-39 14 0 0 0,38-10-59 0 0,-31 6-1 0 0,-39 10 448 0 0,-14 3 37 0 0,95-26-653 0 0,1-1 1 0 0,1 2-1 0 0,-1 0 0 0 0,1 1 0 0 0,0 0 0 0 0,0 1 1 0 0,1 0-1 0 0,-1 0 0 0 0,2 1 0 0 0,-16 15 1 0 0,-16 13 199 0 0,-48 46 705 0 0,67-61-769 0 0,14-14-134 0 0,0 1 0 0 0,-7 9 0 0 0,6-6 33 0 0,0-1 0 0 0,-2 1 0 0 0,-18 11 0 0 0,24-16-136 0 0,-72 58 812 0 0,58-47-587 0 0,16-14-194 0 0,0 1 0 0 0,-1 1-1 0 0,0-2 1 0 0,0 0 0 0 0,1 1 0 0 0,-9 3-1 0 0,-3 1 118 0 0,0-3 0 0 0,-22 5-1 0 0,33-7-112 0 0,0-2 0 0 0,0 3 0 0 0,-1-2-1 0 0,1 2 1 0 0,0-1 0 0 0,-7 5 0 0 0,0 0 85 0 0,8-5-95 0 0,0 0 0 0 0,0 0 0 0 0,0 1 0 0 0,0-1 0 0 0,0 2 0 0 0,1-2 0 0 0,-1 1 0 0 0,0 0 0 0 0,-3 6 0 0 0,5-6 4 0 0,-1 1 0 0 0,-2 0 0 0 0,2-1 0 0 0,-5 4 0 0 0,-18 17 198 0 0,15-13-4 0 0,-20 13 0 0 0,-15 9 11 0 0,-50 39 496 0 0,57-34-742 0 0,18-19 0 0 0,14-14 0 0 0,2 0 0 0 0,-1 0 0 0 0,-1 1 0 0 0,-5 9 0 0 0,-8 15 0 0 0,-6 12 0 0 0,19-33 0 0 0,0 2 0 0 0,-13 14 0 0 0,-5 7 0 0 0,5-3 0 0 0,11-17 0 0 0,0 0 0 0 0,-11 22 0 0 0,15-23 0 0 0,-1-3 0 0 0,-1 1 0 0 0,1-1 0 0 0,-1 0 0 0 0,-13 14 0 0 0,10-10 0 0 0,-5 2 0 0 0,9-9 0 0 0,1 0 0 0 0,-1 0 0 0 0,1 1 0 0 0,0-1 0 0 0,-4 8 0 0 0,-44 87 0 0 0,-50 93 0 0 0,70-114 0 0 0,21-56 0 0 0,-12 38 0 0 0,8-2 0 0 0,0 26 0 0 0,11-66 0 0 0,2-11 0 0 0,0 1 0 0 0,1 0 0 0 0,-1 9 0 0 0,-5 92 0 0 0,2-78 0 0 0,0 30 0 0 0,5-61 0 0 0,0-1 0 0 0,0 0 0 0 0,0 1 0 0 0,0-1 0 0 0,0 1 0 0 0,0-1 0 0 0,0 0 0 0 0,0 1 0 0 0,1-1 0 0 0,-1 1 0 0 0,0-1 0 0 0,0 0 0 0 0,0 1 0 0 0,1-1 0 0 0,-1 0 0 0 0,0 0 0 0 0,0 0 0 0 0,0 0 0 0 0,0 1 0 0 0,0-1 0 0 0,2 0 0 0 0,-2 0 0 0 0,0 1 0 0 0,1-1 0 0 0,-1 0 0 0 0,0 0 0 0 0,0 0 0 0 0,1 1 0 0 0,11-1 0 0 0,9-5 0 0 0,-15 0-40 0 0,0 2 1 0 0,0-1-1 0 0,0-1 1 0 0,-1 0-1 0 0,8-9 1 0 0,24-30-367 0 0,-13 13 268 0 0,33-40-679 0 0,37-41 88 0 0,-33 54 876 0 0,-53 50-133 0 0,-8 6-11 0 0,2 1 0 0 0,-1 0-1 0 0,0 0 1 0 0,0 1-1 0 0,0-2 1 0 0,0 1-1 0 0,1 1 1 0 0,-1-2 0 0 0,-1 2-1 0 0,1-1 1 0 0,0 1-1 0 0,1-1 1 0 0,-1 1-1 0 0,1-1 1 0 0,-1 1-1 0 0,0-1 1 0 0,1 1 0 0 0,-1 0-1 0 0,1 0 1 0 0,-1 0-1 0 0,-1 0 1 0 0,4 0-1 0 0,3 0 8 0 0,-2 0-1 0 0,3 0 0 0 0,-2 0 0 0 0,0 1 1 0 0,1 1-1 0 0,-1-2 0 0 0,1 3 0 0 0,-1-1 1 0 0,0 0-1 0 0,7 3 0 0 0,-5-1 10 0 0,1 1-1 0 0,-2 0 0 0 0,0-1 1 0 0,2 2-1 0 0,-2-1 0 0 0,-1 2 1 0 0,1 0-1 0 0,-1-1 0 0 0,0 0 1 0 0,0 1-1 0 0,8 15 0 0 0,-13-19-14 0 0,0-1-1 0 0,0 1 1 0 0,-1 0 0 0 0,1 0-1 0 0,-1 1 1 0 0,1-3-1 0 0,-1 2 1 0 0,0 1-1 0 0,0 2 1 0 0,-4 30 38 0 0,0-12-2 0 0,-9 111 142 0 0,-9 10 5 0 0,19-128-169 0 0,-1 11 58 0 0,-2 53-1 0 0,6-81-74 0 0,0 0-1 0 0,0 1 1 0 0,0-1-1 0 0,0 1 1 0 0,0-1-1 0 0,1 1 1 0 0,-1-1-1 0 0,0 1 1 0 0,0 0-1 0 0,0-1 1 0 0,1 0-1 0 0,-1 1 1 0 0,0-1-1 0 0,0 1 1 0 0,0-1-1 0 0,1 1 1 0 0,-1-1-1 0 0,0 0 1 0 0,2 0-1 0 0,-2 1 1 0 0,0-1-1 0 0,1 2 1 0 0,-1-2-1 0 0,1 0 1 0 0,0 1 1 0 0,0-1 1 0 0,0 1-1 0 0,0-1 1 0 0,1 1 0 0 0,-2-1-1 0 0,2 0 1 0 0,-1 0-1 0 0,1 0 1 0 0,-1 0-1 0 0,3 0 1 0 0,-1-1 5 0 0,2 0-1 0 0,1 0 1 0 0,-4 1 0 0 0,3-3 0 0 0,4 0 0 0 0,-4 0 10 0 0,0 1 1 0 0,0-1-1 0 0,9-8 0 0 0,4-3 6 0 0,-6 5 30 0 0,2-1 0 0 0,17-19-1 0 0,-18 16-134 0 0,24-17-1 0 0,43-33-50 0 0,-19 15-118 0 0,-24 22 137 0 0,-22 17 139 0 0,0-2 1 0 0,-1-1-1 0 0,13-12 1 0 0,-6 3 1 0 0,16-19 32 0 0,-22 23-33 0 0,2 1 0 0 0,20-17 1 0 0,-19 17-161 0 0,28-29 1 0 0,-23 19 162 0 0,-13 15-62 0 0,0 0 0 0 0,0 0 0 0 0,9-18 0 0 0,-13 20-133 0 0,1-2 0 0 0,9-7 0 0 0,-9 7-31 0 0,1 2 1 0 0,6-12-1 0 0,5-3 6 0 0,-7 4 231 0 0,2-6-180 0 0,39-102-944 0 0,-32 79 754 0 0,-4 10 31 0 0,14-34-347 0 0,-29 66 596 0 0,1 2 0 0 0,6-14 0 0 0,-5 13-4 0 0,-1 2 0 0 0,0-2 0 0 0,3-10 0 0 0,-3 8-30 0 0,0-2 0 0 0,0 2 0 0 0,2 0 0 0 0,-2 1 0 0 0,8-10 0 0 0,31-35-206 0 0,-25 31 158 0 0,-16 18 78 0 0,6-5 43 0 0,-1 1 1 0 0,-1-1 0 0 0,9-15 0 0 0,-4-1-75 0 0,-6 13 2 0 0,2 0-1 0 0,10-19 1 0 0,-14 27 69 0 0,0-1 1 0 0,0 0-1 0 0,-1 1 0 0 0,0-1 1 0 0,1 1-1 0 0,0-2 0 0 0,-1 2 1 0 0,-1-1-1 0 0,1-4 1 0 0,0-6-123 0 0,-2-17 0 0 0,0 6 26 0 0,2 14 23 0 0,1 0 0 0 0,0 0 0 0 0,-1 0 0 0 0,1 0 0 0 0,2 0 0 0 0,4-13 0 0 0,-2 12-32 0 0,-2-1-1 0 0,0 0 1 0 0,2-23 0 0 0,-6 31 84 0 0,2-1-1 0 0,-1 1 1 0 0,-1-1 0 0 0,0 0-1 0 0,0 1 1 0 0,-3-10-1 0 0,0 3-57 0 0,2 0-1 0 0,0 1 0 0 0,1-1 1 0 0,0 1-1 0 0,3-25 0 0 0,3 6-231 0 0,-1-52-1 0 0,-5 59 147 0 0,2-2 0 0 0,2 2-1 0 0,5-25 1 0 0,-7 18 8 0 0,-2 25 128 0 0,0 1 0 0 0,1-1 0 0 0,-1 0 0 0 0,1 1 0 0 0,1-1 1 0 0,1-8-1 0 0,6-20-181 0 0,-7 29 186 0 0,0-2 0 0 0,-1 0 0 0 0,0 2 0 0 0,0-2 0 0 0,-1 0 0 0 0,0 1 0 0 0,0-1 0 0 0,0 1 0 0 0,-1-1-1 0 0,0-1 1 0 0,-1-3 0 0 0,2 9 36 0 0,0 1-1 0 0,0-1 1 0 0,0 1-1 0 0,0 0 1 0 0,0-1-1 0 0,-1 1 1 0 0,1-1 0 0 0,0 1-1 0 0,0 0 1 0 0,-1 0-1 0 0,1-1 1 0 0,0 1-1 0 0,-1 0 1 0 0,1-1-1 0 0,0 1 1 0 0,-1 0-1 0 0,1 0 1 0 0,0 0-1 0 0,0 0 1 0 0,0 0-1 0 0,-1 0 1 0 0,1 0 0 0 0,-1 0-1 0 0,1 0 1 0 0,-1 0-1 0 0,1-1 1 0 0,0 1-1 0 0,0 0 1 0 0,-1 0-1 0 0,1 0 1 0 0,-1 0-1 0 0,1 0 1 0 0,0 0-1 0 0,-15 6-57 0 0,12-5 57 0 0,-6 4 126 0 0,-3 0 1 0 0,2 1-1 0 0,-12 1 0 0 0,17-5-110 0 0,-7 2 97 0 0,0 0 0 0 0,0 0 0 0 0,-12-1 0 0 0,16-1-22 0 0,-2 1 0 0 0,2-1 1 0 0,-18 7-1 0 0,12-3-11 0 0,-78 35 759 0 0,77-32-712 0 0,1 1 0 0 0,0 1 1 0 0,1 0-1 0 0,-13 14 0 0 0,-3 0 182 0 0,-93 89 1105 0 0,96-94-1211 0 0,17-16-122 0 0,3 2 0 0 0,-1-1 0 0 0,0 1 0 0 0,-8 10 0 0 0,15-16-78 0 0,0 0-1 0 0,0 0 0 0 0,0 0 0 0 0,0 1 1 0 0,0-1-1 0 0,-1 0 0 0 0,1 0 1 0 0,0 0-1 0 0,0 0 0 0 0,0 0 1 0 0,0 0-1 0 0,0 0 0 0 0,0 0 1 0 0,0 0-1 0 0,0 0 0 0 0,0 0 1 0 0,0 0-1 0 0,0 1 0 0 0,0-1 1 0 0,0 0-1 0 0,0 0 0 0 0,0 0 1 0 0,0 0-1 0 0,0 0 0 0 0,-1 0 1 0 0,1 0-1 0 0,0 0 0 0 0,0 1 1 0 0,0-1-1 0 0,0 0 0 0 0,0 0 1 0 0,0 0-1 0 0,1 0 0 0 0,-1 0 1 0 0,0 0-1 0 0,0 0 0 0 0,0 0 1 0 0,0 1-1 0 0,0-1 0 0 0,0 0 1 0 0,0 0-1 0 0,0 0 0 0 0,0 0 1 0 0,0 0-1 0 0,0 0 0 0 0,0 0 1 0 0,0 0-1 0 0,0 0 0 0 0,0 0 1 0 0,0 0-1 0 0,1 0 0 0 0,-1 0 0 0 0,0 0 1 0 0,0 0-1 0 0,0 0 0 0 0,0 0 1 0 0,0 0-1 0 0,0 0 0 0 0,0 0 1 0 0,0 0-1 0 0,0 0 0 0 0,0 0 1 0 0,0 0-1 0 0,9-1 52 0 0,14-8 84 0 0,-18 7-106 0 0,13-7 239 0 0,31-17 0 0 0,-30 15-2 0 0,30-14 1 0 0,-17 11-35 0 0,125-47 955 0 0,-139 55-1034 0 0,-2-1 0 0 0,-1 0 0 0 0,24-15 0 0 0,7-1 296 0 0,-32 16-255 0 0,-1 0-1 0 0,18-13 1 0 0,-28 19-161 0 0,0-2-1 0 0,2 1 0 0 0,-2 0 1 0 0,0 0-1 0 0,0 0 1 0 0,2 0-1 0 0,-1 1 1 0 0,-1 0-1 0 0,8-2 1 0 0,-8 3-9 0 0,-1 0 1 0 0,1 0-1 0 0,0 0 0 0 0,-1 0 1 0 0,2 0-1 0 0,-3 2 1 0 0,2-1-1 0 0,0-1 0 0 0,0 0 1 0 0,0 1-1 0 0,-1 0 1 0 0,1 0-1 0 0,-1 0 1 0 0,5 3-1 0 0,-1 2 62 0 0,0-2 1 0 0,9 10-1 0 0,-11-10-43 0 0,-2-1-1 0 0,2 1 1 0 0,0-2-1 0 0,-1 1 1 0 0,1 1 0 0 0,0-2-1 0 0,0 0 1 0 0,1 1-1 0 0,-2-2 1 0 0,2 2 0 0 0,5 0-1 0 0,-10-2-36 0 0,1-1-1 0 0,-1 0 0 0 0,1 0 0 0 0,-1 0 1 0 0,0 0-1 0 0,0 0 0 0 0,1 0 0 0 0,-1 0 1 0 0,1-1-1 0 0,-1 1 0 0 0,2 0 0 0 0,-2 0 1 0 0,0 0-1 0 0,0 0 0 0 0,1 0 1 0 0,-1 0-1 0 0,1 0 0 0 0,-1-1 0 0 0,1 1 1 0 0,-1 0-1 0 0,0-1 0 0 0,0 1 0 0 0,0 0 1 0 0,1-1-1 0 0,3-11 110 0 0,-2-19-153 0 0,-2 26-45 0 0,-3-59-443 0 0,2 56 397 0 0,1 0 1 0 0,-1 0-1 0 0,-1 1 1 0 0,1-1-1 0 0,-5-9 1 0 0,5 12 67 0 0,-1 0 0 0 0,0 1 0 0 0,1-1-1 0 0,-1 0 1 0 0,-2 2 0 0 0,2-2 0 0 0,-2 1 0 0 0,2-1 0 0 0,-7-3 0 0 0,6 7 64 0 0,2-2 0 0 0,-1 3 1 0 0,0-2-1 0 0,-2 2 1 0 0,2-1-1 0 0,-1 0 1 0 0,0 0-1 0 0,2 0 1 0 0,-3 0-1 0 0,2 0 1 0 0,-1 1-1 0 0,0 0 1 0 0,2-1-1 0 0,-7 2 1 0 0,-5-1 24 0 0,-23 6 1 0 0,20-5-4 0 0,-16 3 19 0 0,5-1 15 0 0,-1 1 1 0 0,-40 11 0 0 0,61-13-47 0 0,-1 0-1 0 0,1 2 1 0 0,-2-1 0 0 0,3 2-1 0 0,-2-3 1 0 0,2 3 0 0 0,-1 0-1 0 0,1 0 1 0 0,-1 0 0 0 0,1 1-1 0 0,1-2 1 0 0,-11 15 0 0 0,13-13-7 0 0,-26 33 121 0 0,-43 46 1 0 0,49-64-64 0 0,0-1 1 0 0,-2 0 0 0 0,-29 18 0 0 0,-87 45 181 0 0,108-65-185 0 0,-14 9 8 0 0,-9 2 65 0 0,3 2 0 0 0,-55 43 1 0 0,88-57-82 0 0,-67 56 101 0 0,71-58-109 0 0,1 0 1 0 0,1 1-1 0 0,-15 22 1 0 0,-39 47 132 0 0,67-83-179 0 0,-215 340 174 0 0,135-158-174 0 0,50-111 0 0 0,18-37 0 0 0,-17 69 0 0 0,19-49 0 0 0,10-54 0 0 0,1-1 0 0 0,0 0 0 0 0,-1 0 0 0 0,1-1 0 0 0,0 2 0 0 0,0-2 0 0 0,0 1 0 0 0,0 1 0 0 0,0-2 0 0 0,0 1 0 0 0,0 1 0 0 0,0-1 0 0 0,1 0 0 0 0,0 2 0 0 0,-1-3 0 0 0,1 0 0 0 0,-1 0 0 0 0,0 0 0 0 0,1 0 0 0 0,-1 0 0 0 0,0 0 0 0 0,1 0 0 0 0,-1 0 0 0 0,0 0 0 0 0,1 0 0 0 0,-1-1 0 0 0,0 1 0 0 0,0 0 0 0 0,0 0 0 0 0,0 0 0 0 0,0 0 0 0 0,0-1 0 0 0,0 1 0 0 0,1 0 0 0 0,-1 0 0 0 0,0 0 0 0 0,0 0 0 0 0,1 0 0 0 0,-1 0 0 0 0,0-1 0 0 0,0 1 0 0 0,0 0 0 0 0,1 0 0 0 0,-1-1 0 0 0,8-8 0 0 0,-8 9 0 0 0,46-56-415 0 0,54-72-1133 0 0,103-198-2084 0 0,-198 316 3514 0 0,28-52-807 0 0,4 3-1 0 0,44-59 1 0 0,-57 87 596 0 0,6-9-490 0 0,71-65 0 0 0,-86 93 941 0 0,0 0 1 0 0,0 1-1 0 0,2 1 0 0 0,0 0 1 0 0,1 1-1 0 0,33-11 0 0 0,118-24 919 0 0,-92 26-636 0 0,25-8 223 0 0,-70 21-352 0 0,-20 4-205 0 0,-1-2-1 0 0,-2 1 0 0 0,2-1 1 0 0,12-4-1 0 0,-3-2 132 0 0,-8 5-89 0 0,-3 0 0 0 0,19-11-1 0 0,-13 7-7 0 0,-11 5-86 0 0,-2-1 1 0 0,1 1-1 0 0,-1-1 1 0 0,0 1-1 0 0,0-1 0 0 0,1 0 1 0 0,-2 1-1 0 0,1-1 0 0 0,0-1 1 0 0,0-4-1 0 0,3-2-15 0 0,-5 5-87 0 0,-3 6 98 0 0,3 0-10 0 0,-1 1 0 0 0,0-1 1 0 0,1 1-1 0 0,-1-1 0 0 0,1 0 1 0 0,0 0-1 0 0,-1 1 1 0 0,1-1-1 0 0,0 1 0 0 0,0-1 1 0 0,-1 1-1 0 0,1 0 0 0 0,0-1 1 0 0,-1 1-1 0 0,-17 43 192 0 0,7-18-61 0 0,-11 36 1 0 0,0 19 287 0 0,-5-2 1 0 0,-52 109-1 0 0,-25 5 350 0 0,47-91-419 0 0,32-59-49 0 0,-46 58 1 0 0,-48 51 434 0 0,63-83-472 0 0,-34 53 257 0 0,-28 32 270 0 0,65-90-589 0 0,43-51-207 0 0,4-7 0 0 0,1-1 0 0 0,-6 11 0 0 0,11-16 0 0 0,0 1 0 0 0,0-1 0 0 0,0 0 0 0 0,-1 0 0 0 0,1 0 0 0 0,0 0 0 0 0,0 0 0 0 0,0 0 0 0 0,0 0 0 0 0,0 0 0 0 0,0 0 0 0 0,0 0 0 0 0,0 0 0 0 0,0 0 0 0 0,0 1 0 0 0,0-1 0 0 0,0 0 0 0 0,0 0 0 0 0,0 0 0 0 0,0 0 0 0 0,0 0 0 0 0,0 0 0 0 0,0 0 0 0 0,0 0 0 0 0,0 1 0 0 0,0-1 0 0 0,0 0 0 0 0,0 0 0 0 0,0 0 0 0 0,0 0 0 0 0,0 0 0 0 0,0 0 0 0 0,0 0 0 0 0,0 0 0 0 0,0 0 0 0 0,0 0 0 0 0,0 0 0 0 0,0 0 0 0 0,0 0 0 0 0,0 0 0 0 0,0 0 0 0 0,0 0 0 0 0,0 0 0 0 0,1 0 0 0 0,-1 0 0 0 0,0 0 0 0 0,0 0 0 0 0,0 0 0 0 0,0 0 0 0 0,0 0 0 0 0,0 0 0 0 0,0 0 0 0 0,0 1 0 0 0,1-1 0 0 0,4-1 0 0 0,7-4 0 0 0,-1-4-69 0 0,-2 3 0 0 0,16-17 0 0 0,-10 9-6 0 0,40-36-796 0 0,-4-4 1 0 0,49-64 0 0 0,75-127-1819 0 0,37-92-836 0 0,-165 247 2491 0 0,-20 41 460 0 0,5-7 128 0 0,6-6 122 0 0,-34 54 286 0 0,-2 2 1 0 0,1-1 0 0 0,-1 1 0 0 0,0-1 0 0 0,0 0 0 0 0,0-1-1 0 0,-2 2 1 0 0,1-2 0 0 0,-1 2 0 0 0,0-2 0 0 0,0 1 0 0 0,-2-13 0 0 0,0-2-69 0 0,2 18 90 0 0,-1-2-1 0 0,1 2 1 0 0,-1-1 0 0 0,0 0 0 0 0,1 1 0 0 0,-5-7 0 0 0,3 7 0 0 0,2 2 15 0 0,0 2 1 0 0,0-2-1 0 0,0 1 0 0 0,-1 0 1 0 0,1 0-1 0 0,-1 0 1 0 0,0 0-1 0 0,1-1 0 0 0,-1 1 1 0 0,0 0-1 0 0,1 0 1 0 0,-1 0-1 0 0,0 0 0 0 0,-1 0 1 0 0,1 1-1 0 0,0-1 0 0 0,1 0 1 0 0,-2 1-1 0 0,1-1 1 0 0,1 1-1 0 0,-2-1 0 0 0,2 0 1 0 0,-2 1-1 0 0,1 0 1 0 0,0 0-1 0 0,-1-1 0 0 0,1 1 1 0 0,-1 0-1 0 0,1 0 1 0 0,-2-2-1 0 0,-4 4 55 0 0,0-1 0 0 0,-1-1 1 0 0,0 2-1 0 0,1-1 0 0 0,0 1 0 0 0,0 1 1 0 0,-8 3-1 0 0,-50 27 510 0 0,52-25-424 0 0,-34 21 397 0 0,2 1 0 0 0,-49 45 0 0 0,61-52 16 0 0,-63 37 0 0 0,65-42-325 0 0,-29 12 374 0 0,43-22-431 0 0,0 1 0 0 0,2-2 0 0 0,0 3 1 0 0,-25 18-1 0 0,3 7 247 0 0,0 3 1 0 0,4 0-1 0 0,-1 1 1 0 0,3 3-1 0 0,1 1 0 0 0,-30 61 1 0 0,-80 135 1566 0 0,134-233-1959 0 0,5-6-28 0 0,2-4-1 0 0,13-22-190 0 0,0 1 1 0 0,21-26-1 0 0,1-4-134 0 0,-22 36 120 0 0,170-268-2828 0 0,26 15 35 0 0,-190 248 2709 0 0,-7 7 266 0 0,0 2 0 0 0,2 1 0 0 0,-1-1 1 0 0,30-20-1 0 0,-42 35 38 0 0,1-2 0 0 0,-1 2 0 0 0,1-1 0 0 0,-1 0 0 0 0,0 0 0 0 0,1 1 1 0 0,0-2-1 0 0,0 2 0 0 0,-1-1 0 0 0,0 1 0 0 0,1 0 0 0 0,5 1 0 0 0,12-3 110 0 0,-5 0-77 0 0,-6 0 42 0 0,-1 1 0 0 0,16-1 0 0 0,-2 6 108 0 0,-21-4-189 0 0,-1 0 1 0 0,1 0-1 0 0,0 0 1 0 0,0 0-1 0 0,0 0 1 0 0,1 0-1 0 0,-2 0 1 0 0,1 1-1 0 0,-1-1 1 0 0,1 0-1 0 0,0 1 1 0 0,0-1-1 0 0,0 0 1 0 0,-1 1 0 0 0,1-1-1 0 0,0 0 1 0 0,0 1-1 0 0,0-1 1 0 0,-1 1-1 0 0,1 1 1 0 0,0-2-1 0 0,0 0 1 0 0,-1 1-1 0 0,0 0 1 0 0,2 0-1 0 0,-2 0 3 0 0,0 0 0 0 0,0 0 0 0 0,1 1-1 0 0,-1-2 1 0 0,0 1 0 0 0,0 1 0 0 0,-1-2 0 0 0,1 2-1 0 0,0-1 1 0 0,0 1 0 0 0,-1-1 0 0 0,1-1-1 0 0,0 2 1 0 0,-1-1 0 0 0,1-1 0 0 0,0 2 0 0 0,-1-2-1 0 0,0 1 1 0 0,-1 2 0 0 0,-8 15 188 0 0,-13 30 1 0 0,10-20-19 0 0,-130 221 1294 0 0,114-203-1210 0 0,-167 236 1515 0 0,169-249-1429 0 0,0-2-1 0 0,-46 41 1 0 0,66-67-302 0 0,6-3-27 0 0,-1-1-1 0 0,0 1 1 0 0,0 0-1 0 0,0 0 1 0 0,0 0-1 0 0,0 0 1 0 0,-1 3-1 0 0,2-3-20 0 0,10-5 0 0 0,11-9 87 0 0,-2 1 183 0 0,25-12 0 0 0,-22 13-109 0 0,2-2 0 0 0,-2-1-1 0 0,29-20 1 0 0,53-54-1196 0 0,-101 83 971 0 0,27-21-490 0 0,-3-3 1 0 0,46-59-1 0 0,31-70-1112 0 0,-67 98 1038 0 0,-1 6-322 0 0,0 2 0 0 0,87-93 0 0 0,-116 138 1018 0 0,-2 0-8 0 0,1 2 0 0 0,0 0 0 0 0,-1-1 0 0 0,2 1 0 0 0,9-5 1 0 0,-15 8-61 0 0,0 1 0 0 0,0 0 1 0 0,1 0-1 0 0,-1 0 0 0 0,0 0 1 0 0,0 0-1 0 0,2 0 0 0 0,-2-1 1 0 0,0 1-1 0 0,0 0 1 0 0,0 0-1 0 0,0 0 0 0 0,0 0 1 0 0,1 0-1 0 0,-1 0 0 0 0,0 0 1 0 0,1 0-1 0 0,-1 0 1 0 0,0 0-1 0 0,1 0 0 0 0,-1 1 1 0 0,0-1-1 0 0,0 0 0 0 0,0 0 1 0 0,0 0-1 0 0,0 0 1 0 0,1 0-1 0 0,-1 0 0 0 0,0 1 1 0 0,0-1-1 0 0,0 0 0 0 0,0 0 1 0 0,0 0-1 0 0,0 0 1 0 0,2 11 61 0 0,-5 10 51 0 0,3-21-113 0 0,-6 15 103 0 0,0-1 0 0 0,2-1 0 0 0,-4 0 0 0 0,1 1 0 0 0,-10 12 0 0 0,8-12-8 0 0,-213 294 1779 0 0,95-161-883 0 0,18-19-216 0 0,-11 7 166 0 0,36-48-137 0 0,19-26-159 0 0,64-61-642 0 0,0 1 1 0 0,1 0 0 0 0,-1-1 0 0 0,1 1-1 0 0,0-1 1 0 0,-1 0 0 0 0,0 1-1 0 0,1-1 1 0 0,0 1 0 0 0,-1-1-1 0 0,0 0 1 0 0,0 0 0 0 0,1 1 0 0 0,0-1-1 0 0,-1 0 1 0 0,-1 0 0 0 0,2 0-1 0 0,0 0 1 0 0,-1 0 0 0 0,0 0-1 0 0,0 0 1 0 0,1 0 0 0 0,-1 0 0 0 0,1-1-1 0 0,-2 1 1 0 0,2 0 0 0 0,-1 0-1 0 0,1-1 1 0 0,0 1 0 0 0,-1 0-1 0 0,1-1 1 0 0,0 1 0 0 0,-1-1 0 0 0,0 1-1 0 0,1-1 1 0 0,-1 1 0 0 0,1-1-1 0 0,-1 1 1 0 0,0 0 0 0 0,1-1 0 0 0,-1 0-1 0 0,1 1 1 0 0,0 0 0 0 0,0 0-1 0 0,0 0 1 0 0,0-2 0 0 0,-1 1-1 0 0,1 1 1 0 0,0-1 0 0 0,0 0 0 0 0,-8-30 77 0 0,5 16-297 0 0,-3-1-1 0 0,-6-20 0 0 0,12 34 181 0 0,-1-2-1 0 0,0-1 1 0 0,0 2 0 0 0,1 0-1 0 0,0-1 1 0 0,0-1 0 0 0,0 2-1 0 0,1-1 1 0 0,-1 1-1 0 0,1-2 1 0 0,3-5 0 0 0,0-10-179 0 0,-2 5 51 0 0,2 0 0 0 0,1 0 0 0 0,6-14 0 0 0,-7 20 90 0 0,0-3-19 0 0,1 1-1 0 0,1-1 1 0 0,0 0 0 0 0,1 2 0 0 0,-1-1 0 0 0,2 0 0 0 0,0 2 0 0 0,18-16-1 0 0,18-20-280 0 0,-25 29 241 0 0,30-36-1 0 0,-43 42 28 0 0,2 1 0 0 0,-1 0-1 0 0,-2-2 1 0 0,1 1 0 0 0,-2 0 0 0 0,7-17 0 0 0,-8 19 5 0 0,5-16-188 0 0,-8 22 281 0 0,0 0 0 0 0,1 1 0 0 0,-1 0 0 0 0,0-1 0 0 0,0 1 0 0 0,0-1 0 0 0,0 1 0 0 0,0 0 0 0 0,-1 0 0 0 0,1-1 0 0 0,0 0 0 0 0,-1 1-1 0 0,0-3 1 0 0,1 4 11 0 0,-1-1 0 0 0,1 1 0 0 0,-2-2 0 0 0,2 2-1 0 0,0 0 1 0 0,-1-1 0 0 0,1 1 0 0 0,-1 0 0 0 0,0 0-1 0 0,1-1 1 0 0,0 1 0 0 0,0 0 0 0 0,-1 0 0 0 0,1 0-1 0 0,-1 0 1 0 0,0 0 0 0 0,0-1 0 0 0,0 1 0 0 0,0 0-1 0 0,1 0 1 0 0,0 0 0 0 0,-1 0 0 0 0,-1 0-1 0 0,2 0 1 0 0,-1 0 0 0 0,1 0 0 0 0,-1 0 0 0 0,0 1-1 0 0,1-1 1 0 0,-2 0 0 0 0,-21 9 57 0 0,16-4-22 0 0,-7 1 40 0 0,-1 3-1 0 0,0-1 1 0 0,0 1-1 0 0,1 1 0 0 0,0 1 1 0 0,1 0-1 0 0,0-1 1 0 0,1 4-1 0 0,-12 15 0 0 0,10-12 27 0 0,2 1 0 0 0,0 1 0 0 0,2 1-1 0 0,-1-1 1 0 0,2 1 0 0 0,-9 36-1 0 0,-24 83 451 0 0,37-125-474 0 0,2 1 1 0 0,-1 0-1 0 0,1-1 1 0 0,-1 29-1 0 0,4-39-60 0 0,1 1 1 0 0,-1-1-1 0 0,1 1 0 0 0,0 1 0 0 0,0-2 0 0 0,0 0 1 0 0,0 1-1 0 0,1 0 0 0 0,1-1 0 0 0,3 9 0 0 0,-4-11-6 0 0,-1-1 0 0 0,1 2 0 0 0,-1-1 0 0 0,1 0 0 0 0,-1 0 0 0 0,2-1-1 0 0,-1 1 1 0 0,0-1 0 0 0,0 0 0 0 0,0 1 0 0 0,0 0 0 0 0,1-1 0 0 0,-1 1-1 0 0,1-2 1 0 0,-1 1 0 0 0,1 0 0 0 0,0 0 0 0 0,-1-1 0 0 0,1 0 0 0 0,0 0-1 0 0,3 1 1 0 0,5-2 29 0 0,-1 1 1 0 0,0-2-1 0 0,0 1 0 0 0,0-2 0 0 0,1-1 0 0 0,-2 2 0 0 0,1-2 0 0 0,0 0 0 0 0,-2 0 0 0 0,2-1 1 0 0,6-6-1 0 0,12-7-206 0 0,-3 0-1 0 0,28-31 1 0 0,-24 23-221 0 0,-2-1 0 0 0,1-2 0 0 0,-3-2-1 0 0,28-43 1 0 0,-32 39-105 0 0,-3 1-1 0 0,-2-1 1 0 0,24-71 0 0 0,-38 95 327 0 0,1 2 55 0 0,-1 0 1 0 0,1 1-1 0 0,1-1 1 0 0,8-14 0 0 0,-11 22 104 0 0,-1 1 0 0 0,0 0 0 0 0,1-1 0 0 0,-1 1 1 0 0,0-2-1 0 0,0 2 0 0 0,1 0 0 0 0,-1 0 1 0 0,2-1-1 0 0,-2 1 0 0 0,0 0 0 0 0,0 0 1 0 0,0 0-1 0 0,1 0 0 0 0,0 0 0 0 0,-1-1 0 0 0,0 1 1 0 0,1 0-1 0 0,-1 0 0 0 0,2 0 0 0 0,-2 0 2 0 0,1 0-1 0 0,-1 0 0 0 0,1 0 1 0 0,-1 0-1 0 0,0 0 0 0 0,1 0 1 0 0,-1 0-1 0 0,0 0 0 0 0,0 1 1 0 0,0-1-1 0 0,0 0 0 0 0,0 0 1 0 0,1 0-1 0 0,-1 0 0 0 0,0 0 1 0 0,1 0-1 0 0,-1 0 0 0 0,0 1 1 0 0,0-1-1 0 0,0 0 0 0 0,1 0 1 0 0,-1 0-1 0 0,0 0 0 0 0,0 0 1 0 0,0 2-1 0 0,1-2 0 0 0,-1 0 1 0 0,0 1-1 0 0,0-1 0 0 0,0 0 1 0 0,0 0-1 0 0,0 0 0 0 0,0 1 1 0 0,0-1-1 0 0,0 0 0 0 0,0 1 1 0 0,-1 8 14 0 0,0 0 1 0 0,-1 0-1 0 0,0 0 1 0 0,-4 9-1 0 0,-2 11 137 0 0,-31 119 456 0 0,-19 137 641 0 0,18-92-419 0 0,36-173-718 0 0,-1 0 1 0 0,-1-2 0 0 0,-1 1 0 0 0,-13 26 0 0 0,12-34-24 0 0,1 2 0 0 0,0-2-1 0 0,-2 0 1 0 0,0-1 0 0 0,1 1-1 0 0,-2-1 1 0 0,-15 12 0 0 0,19-19-66 0 0,5 0-9 0 0,-1-1 0 0 0,1-1-1 0 0,-2 1 1 0 0,1-1 0 0 0,-1 0 0 0 0,2 0-1 0 0,-2 1 1 0 0,1-1 0 0 0,0-1-1 0 0,0 1 1 0 0,-4 1 0 0 0,6-3-12 0 0,1 0 0 0 0,-1 0 0 0 0,0 1 0 0 0,0-2 1 0 0,0 1-1 0 0,1 1 0 0 0,0-1 0 0 0,-1 0 0 0 0,1 1 0 0 0,0-1 0 0 0,0-1 0 0 0,73-97-529 0 0,-40 49-191 0 0,44-45-1 0 0,89-68-1052 0 0,-62 64 704 0 0,36-62-550 0 0,-110 125 1578 0 0,-27 29 82 0 0,2 1 0 0 0,0 0 1 0 0,0 0-1 0 0,13-9 0 0 0,-15 13 32 0 0,-5 7-30 0 0,-5 5 46 0 0,-65 90 670 0 0,10-15-158 0 0,-87 86 578 0 0,78-92-659 0 0,22-24-139 0 0,-87 97 748 0 0,103-117-727 0 0,26-32-373 0 0,6-3-26 0 0,-1 0-1 0 0,1 0 1 0 0,0 0-1 0 0,0 0 1 0 0,-1 0 0 0 0,1 0-1 0 0,-1 1 1 0 0,1-1-1 0 0,0 0 1 0 0,0 1-1 0 0,0-1 1 0 0,0 0-1 0 0,0 1 1 0 0,0-1 0 0 0,-1 1-1 0 0,1-1 1 0 0,0 0-1 0 0,0 1 1 0 0,-2 0-1 0 0,19-5 115 0 0,-6-1-47 0 0,0 1 1 0 0,-1-2-1 0 0,22-13 0 0 0,29-25-360 0 0,-33 23 63 0 0,137-111-1287 0 0,-143 111 1223 0 0,0-1-1 0 0,-2-1 0 0 0,0 0 0 0 0,30-49 0 0 0,-36 48 13 0 0,-1-4 1 0 0,-1 2-1 0 0,-2-1 1 0 0,11-37-1 0 0,-16 44 95 0 0,-1-2-1 0 0,-1 2 0 0 0,-1-1 0 0 0,0 0 1 0 0,-1 0-1 0 0,-6-36 0 0 0,2 33-41 0 0,-2 0-1 0 0,0 2 0 0 0,-3-3 1 0 0,-13-30-1 0 0,17 45 124 0 0,-1 1 1 0 0,0-1-1 0 0,-1-1 1 0 0,0 3-1 0 0,-1-2 1 0 0,0 2-1 0 0,-1-1 1 0 0,1 1-1 0 0,-2 0 1 0 0,1 1-1 0 0,-18-11 1 0 0,18 13 154 0 0,1 2-1 0 0,1 0 1 0 0,-2-1 0 0 0,1 2-1 0 0,-1 0 1 0 0,0 1 0 0 0,1-1 0 0 0,-1 1-1 0 0,-9-2 1 0 0,5 3 46 0 0,0 0 0 0 0,0 1 0 0 0,1 1 0 0 0,-2 0 0 0 0,-13 3 0 0 0,-8 6 283 0 0,0 2-1 0 0,-61 32 1 0 0,85-41-320 0 0,-266 151 2028 0 0,252-138-1764 0 0,0 0-1 0 0,1 2 1 0 0,-33 36 0 0 0,55-54-314 0 0,-1 0 1 0 0,2 0-1 0 0,-1-1 0 0 0,0 1 1 0 0,0 0-1 0 0,0 0 0 0 0,-1-1 0 0 0,2 0 1 0 0,-2 1-1 0 0,-1 1 0 0 0,0-5-25 0 0,3-5 40 0 0,5-7-79 0 0,2 0-1 0 0,0 1 1 0 0,0 0 0 0 0,1 1 0 0 0,11-14 0 0 0,6-10-180 0 0,141-261-1766 0 0,-86 148 1010 0 0,-78 149 973 0 0,23-46-556 0 0,38-52 0 0 0,-57 88 514 0 0,-4 11 55 0 0,-2 0 1 0 0,0 0-1 0 0,0 0 1 0 0,0-1-1 0 0,0 1 1 0 0,0 0-1 0 0,0 0 1 0 0,0 0-1 0 0,0-1 1 0 0,0 1-1 0 0,0 0 1 0 0,0 0-1 0 0,0 0 1 0 0,0 0-1 0 0,0 0 1 0 0,0 0-1 0 0,0 0 1 0 0,0 0 0 0 0,0-1-1 0 0,0 1 1 0 0,0 0-1 0 0,0 0 1 0 0,0 0-1 0 0,0-1 1 0 0,0 1-1 0 0,0 0 1 0 0,0 0-1 0 0,0 0 1 0 0,0-1-1 0 0,0 1 1 0 0,0 0-1 0 0,0 0 1 0 0,0 0-1 0 0,0 0 1 0 0,0 0-1 0 0,0 0 1 0 0,0 0-1 0 0,0 0 1 0 0,0 0-1 0 0,0-1 1 0 0,-2 1-1 0 0,2 0 1 0 0,0 0 0 0 0,0 0-1 0 0,0 0 1 0 0,0 0-1 0 0,-1 0 1 0 0,1 0-1 0 0,0 0 1 0 0,0-1-1 0 0,0 1 1 0 0,0 0-1 0 0,0 0 1 0 0,0 0-1 0 0,0 0 1 0 0,0 0-1 0 0,-1 0 1 0 0,1 0-1 0 0,0 0 1 0 0,0 0-1 0 0,-1 0 1 0 0,1 0-1 0 0,0 0 1 0 0,0 1-1 0 0,0-1 1 0 0,-1 0-1 0 0,1 0 1 0 0,0 0-1 0 0,0 0 1 0 0,-3 1 19 0 0,0 2 1 0 0,-1-2-1 0 0,2 1 1 0 0,-2 1-1 0 0,2 0 1 0 0,-1-1-1 0 0,1 1 0 0 0,-2-1 1 0 0,2 2-1 0 0,-4 4 1 0 0,-5 5 105 0 0,-77 89 1095 0 0,-75 114 1 0 0,116-147-694 0 0,-158 216 1633 0 0,18-51-250 0 0,183-228-1803 0 0,2-4-82 0 0,1 1 1 0 0,-1-1-1 0 0,0 0 0 0 0,1-1 1 0 0,-1 2-1 0 0,0-1 0 0 0,-1 0 1 0 0,1-1-1 0 0,0 1 0 0 0,-3 0 1 0 0,5-2-22 0 0,0 0 0 0 0,-1 0 0 0 0,1 0 0 0 0,0 0 0 0 0,-1 0 0 0 0,1 0 0 0 0,0 0 0 0 0,0 0 0 0 0,-1 0 0 0 0,1 0 0 0 0,0 0 0 0 0,-1 0 0 0 0,1 0 0 0 0,0 0 0 0 0,0 0 1 0 0,0 0-1 0 0,0 0 0 0 0,0 0 0 0 0,0 0 0 0 0,-1 0 0 0 0,1 0 0 0 0,0 0 0 0 0,0 0 0 0 0,0 0 0 0 0,-1-1 0 0 0,1 1 0 0 0,0 0 0 0 0,0 0 0 0 0,0-1 0 0 0,0 1 0 0 0,0 0 0 0 0,0-1 0 0 0,-1 1 0 0 0,1 0 0 0 0,0-1 0 0 0,0 1 1 0 0,0 0-1 0 0,0 0 0 0 0,0-1 0 0 0,0 1 0 0 0,0 0 0 0 0,0 0 0 0 0,0 0 0 0 0,0 0 0 0 0,1-1 0 0 0,-1 1 0 0 0,2-14 73 0 0,-2 14-60 0 0,4-12-121 0 0,-1 0 0 0 0,2 1 0 0 0,0-1-1 0 0,0 1 1 0 0,2 1 0 0 0,7-11 0 0 0,4-6-140 0 0,115-220-1893 0 0,45-135-1083 0 0,-169 362 3050 0 0,69-150-1235 0 0,-53 121 662 0 0,45-64 0 0 0,-35 57 194 0 0,-28 46 516 0 0,-17 33 6 0 0,-14 23 744 0 0,-37 57 1 0 0,30-56-369 0 0,-30 55 1170 0 0,-69 158 0 0 0,127-257-1496 0 0,-2 9 94 0 0,1-2 0 0 0,-1 2-1 0 0,1-2 1 0 0,1 3 0 0 0,1-2 0 0 0,-3 20 0 0 0,5-31-115 0 0,-1 1 0 0 0,1-1 0 0 0,0 0 0 0 0,0 0 0 0 0,0 0 0 0 0,0 1 0 0 0,0-1 0 0 0,0 0 0 0 0,0 0 0 0 0,0 0 0 0 0,0 1 0 0 0,0-1 0 0 0,1 0 0 0 0,-1 0 0 0 0,0 0 0 0 0,0 0 0 0 0,0 0 0 0 0,0 0 0 0 0,0 0 0 0 0,0 0 0 0 0,0 0 0 0 0,0 1 0 0 0,0-1 0 0 0,1 0 0 0 0,-1 0 0 0 0,0 0 0 0 0,0 0 0 0 0,0 0 0 0 0,0 0 0 0 0,1 0 0 0 0,-1 0 0 0 0,0 0 0 0 0,0 0 0 0 0,0 0 0 0 0,0 0 0 0 0,0 0 0 0 0,0 0 0 0 0,0 0 0 0 0,0 0 0 0 0,2 0 0 0 0,-2 0 0 0 0,0 0 0 0 0,0 0 0 0 0,0 0 0 0 0,1 0 0 0 0,-1 0 0 0 0,0 0 0 0 0,9-4 109 0 0,11-14 98 0 0,-20 18-208 0 0,76-87-323 0 0,-6 8-311 0 0,-27 35 249 0 0,2 4-1 0 0,2 1 0 0 0,1 2 0 0 0,3 2 1 0 0,0 1-1 0 0,68-31 0 0 0,88-31 468 0 0,-129 56 564 0 0,-46 23-221 0 0,38-16 0 0 0,-59 30-330 0 0,-2 2 1 0 0,0-2 0 0 0,2 1 0 0 0,-1 1 0 0 0,12-2 0 0 0,-1 3 138 0 0,33 4 1 0 0,-29 1 26 0 0,-1 0 0 0 0,43 16 0 0 0,-33-9 69 0 0,-25-9-252 0 0,0 0 1 0 0,11 6 0 0 0,-20-8-71 0 0,0-1 1 0 0,1 1-1 0 0,-1 0 0 0 0,1 0 0 0 0,0-1 1 0 0,-1 1-1 0 0,1 0 0 0 0,-1-1 1 0 0,0 1-1 0 0,1 0 0 0 0,-1 0 0 0 0,0-1 1 0 0,0 2-1 0 0,0-1 0 0 0,0 0 1 0 0,0 0-1 0 0,0 1 0 0 0,-1 19 70 0 0,0-16-49 0 0,-19 219 1398 0 0,17-195-1160 0 0,-4 0 0 0 0,1 0 1 0 0,-20 50-1 0 0,7-30 299 0 0,-35 59-1 0 0,28-64-160 0 0,-3-1-1 0 0,-2-2 1 0 0,-1-1 0 0 0,-3-2-1 0 0,-67 61 1 0 0,40-39 158 0 0,61-59-505 0 0,0-1-50 0 0,1 0 0 0 0,-1 1 1 0 0,1-1-1 0 0,-1 1 0 0 0,1-1 1 0 0,0 1-1 0 0,0-1 0 0 0,-1 0 1 0 0,1 1-1 0 0,0-1 1 0 0,-1 0-1 0 0,1 0 0 0 0,-1 1 1 0 0,0-1-1 0 0,1 0 0 0 0,-1 0 1 0 0,0 0-1 0 0,0 0 0 0 0,1 0-4 0 0,-1 0 0 0 0,1-1 0 0 0,-1 1 0 0 0,0 0 0 0 0,1-1 0 0 0,0 1 0 0 0,0-1 0 0 0,0 1 0 0 0,-2-1 0 0 0,2 1 0 0 0,-1-1 0 0 0,1 1 0 0 0,0 0 0 0 0,0 0 0 0 0,0-1 0 0 0,0 1 0 0 0,-1 0 0 0 0,1-1 0 0 0,0 1 0 0 0,0 0 0 0 0,0-2 0 0 0,0 2 0 0 0,0-1 0 0 0,0 0 0 0 0,0 1 0 0 0,-1-2 10 0 0,1 1-14 0 0,1 1 0 0 0,-1 0 0 0 0,1-1 0 0 0,-1 1 0 0 0,0-2 0 0 0,0 2 0 0 0,1 0 0 0 0,-1 0 0 0 0,2-1 0 0 0,-2 1 0 0 0,0 0 0 0 0,1-1 0 0 0,0 1 0 0 0,-1 0 0 0 0,1-1 0 0 0,-1 1 0 0 0,0 0 0 0 0,1 0 0 0 0,0 0 0 0 0,1 0 0 0 0,0 0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2T16:41:07.441"/>
    </inkml:context>
    <inkml:brush xml:id="br0">
      <inkml:brushProperty name="width" value="0.35" units="cm"/>
      <inkml:brushProperty name="height" value="0.35" units="cm"/>
      <inkml:brushProperty name="color" value="#10B981"/>
    </inkml:brush>
  </inkml:definitions>
  <inkml:trace contextRef="#ctx0" brushRef="#br0">550 1386 4915 0 0,'0'0'5'0'0,"0"0"0"0"0,0 0 0 0 0,0 0 0 0 0,0 0 0 0 0,0 0 0 0 0,0 0 0 0 0,0 0 0 0 0,0 0 1 0 0,0 0-1 0 0,0 0 0 0 0,0 0 0 0 0,0 0 0 0 0,0 0 0 0 0,0 0 0 0 0,0-1 0 0 0,0 1 0 0 0,0 0 0 0 0,0 0 0 0 0,0 0 0 0 0,0 0 0 0 0,0 0 0 0 0,0 0 0 0 0,0 0 0 0 0,0 0 0 0 0,0 0 0 0 0,0 0 1 0 0,0 0-1 0 0,0 0 0 0 0,0 0 0 0 0,0 0 0 0 0,0 0 0 0 0,0 0 0 0 0,0 0 0 0 0,0 0 0 0 0,0 0 0 0 0,0 0 0 0 0,0 0 0 0 0,0 0 0 0 0,0 0 0 0 0,0 0 0 0 0,0 0 0 0 0,0 0 0 0 0,0 0 0 0 0,0 0 1 0 0,0 0-1 0 0,0 0 0 0 0,0 0 0 0 0,0 0 0 0 0,0 0 0 0 0,0 0 0 0 0,0 0 0 0 0,0 0 0 0 0,0 0 0 0 0,0 0 0 0 0,0 0 0 0 0,0 0 0 0 0,0 0 0 0 0,0 0 0 0 0,0 0 0 0 0,0 0 0 0 0,-1 0 0 0 0,1 0 1 0 0,5-3 39 0 0,-1 0-49 0 0,0 3 51 0 0,2 3 72 0 0,-5-3-104 0 0,83 52 1258 0 0,-65-40-871 0 0,-14-9-296 0 0,-1 0 1 0 0,2 0-1 0 0,-2 1 0 0 0,11 2 0 0 0,-15-8-114 0 0,-2-3 49 0 0,-5-5 138 0 0,-13-18-40 0 0,-63-85-404 0 0,56 75 147 0 0,15 20 40 0 0,-1 1 0 0 0,-16-32 0 0 0,23 38 73 0 0,18 27-33 0 0,35 61 1107 0 0,-25-44-678 0 0,-17-22-169 0 0,-5-8-63 0 0,-4-8-73 0 0,-11-15-49 0 0,3 0-1 0 0,-13-22 1 0 0,13 20-97 0 0,-48-93-381 0 0,56 108 410 0 0,3 6 19 0 0,-1-2-1 0 0,2 1 1 0 0,-2-1 0 0 0,1 1 0 0 0,0-1 0 0 0,0 1-1 0 0,0-1 1 0 0,1-2 0 0 0,0 5 13 0 0,0 0-1 0 0,0 0 1 0 0,0 0-1 0 0,0-1 1 0 0,0 1-1 0 0,0 0 1 0 0,0 0-1 0 0,0 0 1 0 0,0 0-1 0 0,0 0 1 0 0,0 0-1 0 0,0 0 1 0 0,0 0-1 0 0,0 0 1 0 0,0 0-1 0 0,0 0 1 0 0,0 0-1 0 0,0 0 1 0 0,0 0-1 0 0,0 0 1 0 0,0 0-1 0 0,0 0 1 0 0,0 0-1 0 0,0 0 1 0 0,0 0-1 0 0,0 0 1 0 0,0 0-1 0 0,0 0 1 0 0,0 0-1 0 0,0 0 1 0 0,0 0-1 0 0,0 0 1 0 0,0 0 0 0 0,0 0-1 0 0,0 0 1 0 0,0 0-1 0 0,0 0 1 0 0,0 0-1 0 0,0 0 1 0 0,0 0-1 0 0,0 0 1 0 0,0 0-1 0 0,0 0 1 0 0,0 0-1 0 0,0 0 1 0 0,0 0-1 0 0,0 0 1 0 0,0 0-1 0 0,0 0 1 0 0,0 0-1 0 0,0 0 1 0 0,0 0-1 0 0,1 0 1 0 0,-1 0-1 0 0,0 0 1 0 0,0 0-1 0 0,0 0 1 0 0,0 0-1 0 0,0 0 1 0 0,0 0-1 0 0,0 0 1 0 0,0 0-1 0 0,0 0 1 0 0,0 0-1 0 0,0 0 1 0 0,4 3 77 0 0,4 8 70 0 0,7 15 297 0 0,0 1 0 0 0,14 33 0 0 0,-27-55-378 0 0,0-2 0 0 0,-2 2 0 0 0,3-1 0 0 0,-3-1 0 0 0,2 9 0 0 0,-2-12-66 0 0,0 0-1 0 0,0 0 1 0 0,0 0 0 0 0,0 0-1 0 0,0 0 1 0 0,0 0-1 0 0,0 0 1 0 0,0 0 0 0 0,0 0-1 0 0,0 1 1 0 0,0-1-1 0 0,0 0 1 0 0,0 0 0 0 0,0 0-1 0 0,0 0 1 0 0,0 0-1 0 0,0 0 1 0 0,0 0 0 0 0,0 0-1 0 0,0 0 1 0 0,0 2-1 0 0,0-2 1 0 0,0 0 0 0 0,0 0-1 0 0,0 0 1 0 0,-1 0-1 0 0,1 0 1 0 0,0 0 0 0 0,0 0-1 0 0,0 0 1 0 0,0 0-1 0 0,-1 0 1 0 0,1 0-1 0 0,0 0 1 0 0,0 0 0 0 0,0 0-1 0 0,0 0 1 0 0,0 0-1 0 0,0 0 1 0 0,0 0 0 0 0,0 0-1 0 0,0 0 1 0 0,0 0-1 0 0,0 0 1 0 0,0 0 0 0 0,0 0-1 0 0,0 0 1 0 0,-2 0-1 0 0,2 0 1 0 0,0 0 0 0 0,0 0-1 0 0,0 0 1 0 0,0 0-1 0 0,-1 0 1 0 0,1 0 0 0 0,0 0-1 0 0,0 0 1 0 0,0 0-1 0 0,0 0 1 0 0,0 0 0 0 0,0 0-1 0 0,0 0 1 0 0,0 0-1 0 0,0-2 1 0 0,-6-2 126 0 0,-9-15-172 0 0,2 0 0 0 0,-1 0-1 0 0,-10-26 1 0 0,10 19-57 0 0,-125-236-1194 0 0,137 258 1257 0 0,-1-2 0 0 0,1 0 0 0 0,-2-6 0 0 0,4 11 26 0 0,1 2-11 0 0,2 3 21 0 0,19 47 767 0 0,-1-1-1 0 0,15 59 1 0 0,-36-105-756 0 0,2 3 76 0 0,0 0 1 0 0,0 1-1 0 0,-2 7 1 0 0,0-14-78 0 0,0-1 1 0 0,0 1-1 0 0,0 0 1 0 0,0 0 0 0 0,0-1-1 0 0,0 0 1 0 0,0 1-1 0 0,0 0 1 0 0,0 0-1 0 0,0-1 1 0 0,0 1 0 0 0,0 0-1 0 0,0 0 1 0 0,0-1-8 0 0,0 0 1 0 0,0 0 0 0 0,-2 0-1 0 0,2 0 1 0 0,0 0-1 0 0,0 0 1 0 0,0 0 0 0 0,0 0-1 0 0,0 0 1 0 0,0 0-1 0 0,0 0 1 0 0,0 0 0 0 0,-1 0-1 0 0,1 0 1 0 0,0 0-1 0 0,0 0 1 0 0,0 0 0 0 0,0 0-1 0 0,0 0 1 0 0,0 0-1 0 0,0 0 1 0 0,-1 0 0 0 0,1 0-1 0 0,0 0 1 0 0,0 0-1 0 0,0 0 1 0 0,0 0 0 0 0,0 0-1 0 0,0 0 1 0 0,0 0-1 0 0,0 0 1 0 0,0-1 0 0 0,0 1-1 0 0,-1 0 1 0 0,-6-14 173 0 0,1 0-226 0 0,1 1 0 0 0,-5-30-1 0 0,4 13-104 0 0,-3-6-33 0 0,-58-264-1421 0 0,66 296 1587 0 0,1 1 0 0 0,0-1-1 0 0,-1 0 1 0 0,1 0 0 0 0,1-7-1 0 0,-1 11 25 0 0,0 0-1 0 0,0 0 1 0 0,0 0-1 0 0,0 0 1 0 0,0 1-1 0 0,0-1 1 0 0,0 0-1 0 0,0 0 1 0 0,0 0-1 0 0,0 0 1 0 0,0 0-1 0 0,0 0 1 0 0,0 0-1 0 0,0 1 1 0 0,0-1 0 0 0,0 0-1 0 0,0 0 1 0 0,0 0-1 0 0,0 0 1 0 0,0 0-1 0 0,0 0 1 0 0,0 0-1 0 0,0 0 1 0 0,0 0-1 0 0,0 0 1 0 0,0 0-1 0 0,0 0 1 0 0,0 0-1 0 0,0 0 1 0 0,0 0-1 0 0,1 0 1 0 0,-1 0-1 0 0,0 0 1 0 0,0 0-1 0 0,0 0 1 0 0,0 0 0 0 0,0 0-1 0 0,0 0 1 0 0,1 0-1 0 0,-1 0 1 0 0,0 0-1 0 0,0 0 1 0 0,0 0-1 0 0,0 0 1 0 0,0 0-1 0 0,0 0 1 0 0,0 0-1 0 0,1 0 1 0 0,-1 0-1 0 0,0 0 1 0 0,0 0-1 0 0,0 0 1 0 0,0 0-1 0 0,0 0 1 0 0,0 0-1 0 0,0-1 1 0 0,0 1 0 0 0,0 0-1 0 0,0 0 1 0 0,0 0-1 0 0,0 0 1 0 0,0 0-1 0 0,0 0 1 0 0,0 0-1 0 0,0-1 1 0 0,3 6-42 0 0,3 10 256 0 0,0 0 0 0 0,4 25-1 0 0,1-6 155 0 0,27 95 888 0 0,-35-117-1124 0 0,-5-8-32 0 0,-2-9 42 0 0,-10-34-339 0 0,0-1 1 0 0,-8-43-1 0 0,6 22-114 0 0,-28-107-610 0 0,43 163 890 0 0,0 3 17 0 0,0-1 0 0 0,1 1 1 0 0,0 0-1 0 0,0 0 0 0 0,0 0 0 0 0,-1-1 0 0 0,1-3 0 0 0,2 9 24 0 0,0 0 0 0 0,0 0-1 0 0,-1 0 1 0 0,4 6 0 0 0,-1 10 266 0 0,2 0 1 0 0,1 31-1 0 0,-7-49-260 0 0,0 0-1 0 0,0 0 1 0 0,0 0 0 0 0,0 0-1 0 0,0 1 1 0 0,0-2 0 0 0,-1 3-1 0 0,1-2 1 0 0,-1 0 0 0 0,1 0-1 0 0,-2 2 1 0 0,2-3-11 0 0,0 0 0 0 0,0 0 1 0 0,0 0-1 0 0,0 0 0 0 0,0 0 0 0 0,0 1 1 0 0,0-1-1 0 0,0 0 0 0 0,-1 0 0 0 0,1 0 1 0 0,0 1-1 0 0,0-1 0 0 0,-1 0 0 0 0,1 0 1 0 0,0 0-1 0 0,0 0 0 0 0,0 0 1 0 0,0 0-1 0 0,0 0 0 0 0,0 0 0 0 0,-1 0 1 0 0,1 0-1 0 0,0 0 0 0 0,0 0 0 0 0,0 0 1 0 0,0 0-1 0 0,0 0 0 0 0,-1 0 0 0 0,1 0 1 0 0,0 0-1 0 0,-1 0 0 0 0,0-1 0 0 0,1 0 1 0 0,0 1-1 0 0,0 0 0 0 0,-1 0 1 0 0,1 0-1 0 0,-1-1 0 0 0,1 0 0 0 0,-1 1 1 0 0,1-1-1 0 0,0 1 0 0 0,0 0 1 0 0,0-1-1 0 0,0 0 0 0 0,-6-18-95 0 0,1 0-1 0 0,1 1 1 0 0,-3-31-1 0 0,6 17-173 0 0,2-42-1 0 0,2 47 122 0 0,0-13-48 0 0,-3 39 182 0 0,-1-1 1 0 0,1 1-1 0 0,0 0 1 0 0,0 0-1 0 0,-1 0 0 0 0,1 0 1 0 0,-1-1-1 0 0,1 2 1 0 0,-1-3-1 0 0,-4-6-55 0 0,-7-34-201 0 0,12 38 234 0 0,0 1 0 0 0,-1 1-1 0 0,1-2 1 0 0,0 1 0 0 0,0 0-1 0 0,1-5 1 0 0,-1 9 31 0 0,0 0-1 0 0,0 0 1 0 0,0 0-1 0 0,0-1 0 0 0,0 1 1 0 0,0 0-1 0 0,0 0 1 0 0,0-1-1 0 0,0 1 1 0 0,0 0-1 0 0,0 0 1 0 0,0-1-1 0 0,0 1 1 0 0,0 0-1 0 0,0 0 0 0 0,0 0 1 0 0,0 0-1 0 0,0 0 1 0 0,0 0-1 0 0,0 0 1 0 0,0 0-1 0 0,0-1 1 0 0,1 1-1 0 0,-1 0 0 0 0,0 0 1 0 0,0 0-1 0 0,1 0 1 0 0,-1 0-1 0 0,0 0 1 0 0,0 0-1 0 0,1 0 1 0 0,-1 0-1 0 0,0 0 1 0 0,0 0-1 0 0,0 0 0 0 0,0 0 1 0 0,0 0-1 0 0,0 0 1 0 0,1 0-1 0 0,-1 0 1 0 0,0 0-1 0 0,0 0 1 0 0,0 0-1 0 0,0 0 0 0 0,0 0 1 0 0,0 0-1 0 0,1 0 1 0 0,-1 0-1 0 0,0 0 1 0 0,0 0-1 0 0,1 0 1 0 0,-1 1-1 0 0,0-1 1 0 0,0 0-1 0 0,0 0 0 0 0,0 0 1 0 0,0 0-1 0 0,0 0 1 0 0,0 0-1 0 0,0 0 1 0 0,0 0-1 0 0,0 1 1 0 0,0-1-1 0 0,0 0 0 0 0,6 9 126 0 0,-6-7-118 0 0,10 20 453 0 0,13 40 0 0 0,1 25 418 0 0,-20-71-733 0 0,0-1 69 0 0,-1 2 0 0 0,0-1-1 0 0,-1 28 1 0 0,-4-39-206 0 0,0-8 17 0 0,-2-6 73 0 0,0-6-105 0 0,1 0-1 0 0,-1-30 0 0 0,2-32-454 0 0,3 46 304 0 0,-1 27 135 0 0,0 1-1 0 0,0 0 1 0 0,1-2 0 0 0,-1 4-1 0 0,1-4 1 0 0,-1 2 0 0 0,1 0-1 0 0,1 0 1 0 0,0-4 0 0 0,-2 7 20 0 0,0 0 0 0 0,0 0 0 0 0,0 0 0 0 0,0 0 0 0 0,0-1 1 0 0,0 1-1 0 0,0 0 0 0 0,1 0 0 0 0,-1 0 0 0 0,0 0 0 0 0,1-2 1 0 0,-1 2-1 0 0,0 0 0 0 0,0 0 0 0 0,0 0 0 0 0,0 0 1 0 0,1 0-1 0 0,-1 0 0 0 0,0 0 0 0 0,1 0 0 0 0,-1 0 0 0 0,0 0 1 0 0,0 0-1 0 0,0 0 0 0 0,1 0 0 0 0,-1 0 0 0 0,0 0 0 0 0,0 0 1 0 0,0 0-1 0 0,1 0 0 0 0,0 0 0 0 0,-1 0 9 0 0,0 0-1 0 0,1 0 1 0 0,-1 0 0 0 0,1 0-1 0 0,-1 2 1 0 0,0-2 0 0 0,2 0-1 0 0,-2 1 1 0 0,0-1 0 0 0,0 0-1 0 0,0 0 1 0 0,1 0 0 0 0,0 2-1 0 0,6 15 223 0 0,-2 2-133 0 0,-1 2 210 0 0,5 33 0 0 0,-6 62 566 0 0,-3-114-860 0 0,-1 0-15 0 0,-1-4 17 0 0,-1-9 70 0 0,3-19-258 0 0,0 1 0 0 0,2-2 1 0 0,6-36-1 0 0,-6 60 128 0 0,-2 3 4 0 0,1-1 0 0 0,0 1 0 0 0,0-1 0 0 0,-1 0 0 0 0,5-6 0 0 0,-5 11 43 0 0,0 0 0 0 0,0 0 0 0 0,0 0 0 0 0,0 0 1 0 0,0 0-1 0 0,0 0 0 0 0,0 0 0 0 0,0 0 0 0 0,1 0 0 0 0,-1 0 0 0 0,0 0 0 0 0,0-1 0 0 0,0 1 0 0 0,0 0 1 0 0,0 0-1 0 0,0 0 0 0 0,0 0 0 0 0,0 0 0 0 0,0 0 0 0 0,0 0 0 0 0,0 0 0 0 0,0 0 0 0 0,1 0 0 0 0,-1 0 1 0 0,0 0-1 0 0,0 0 0 0 0,0 0 0 0 0,0 0 0 0 0,1 0 0 0 0,-1 0 0 0 0,0 0 0 0 0,0 1 0 0 0,0-1 0 0 0,0 0 1 0 0,0 0-1 0 0,1 0 0 0 0,-1 0 0 0 0,0 0 0 0 0,0 0 0 0 0,0 0 0 0 0,0 0 0 0 0,0 0 0 0 0,0 0 0 0 0,0 0 1 0 0,0 0-1 0 0,0 0 0 0 0,0 0 0 0 0,0 0 0 0 0,0 0 0 0 0,0 0 0 0 0,0 0 0 0 0,0 0 0 0 0,0 0 0 0 0,3 6-26 0 0,23 119 746 0 0,-20-87-456 0 0,6 40 334 0 0,-10-63-428 0 0,-2 1 0 0 0,-3 32 0 0 0,3-42-128 0 0,-3-11 52 0 0,0-12 41 0 0,2-10-410 0 0,1-1 0 0 0,7-38-1 0 0,15-54-590 0 0,-21 116 834 0 0,0 0-4 0 0,0 0 1 0 0,0 1-1 0 0,1-2 0 0 0,-1 2 0 0 0,0 0 1 0 0,1-1-1 0 0,-1 0 0 0 0,3-2 0 0 0,-4 6 36 0 0,0-1 0 0 0,0 1 0 0 0,0 0-1 0 0,1 0 1 0 0,-1 0 0 0 0,0 0 0 0 0,0 0-1 0 0,0 0 1 0 0,0-1 0 0 0,0 1 0 0 0,0 0 0 0 0,0 0-1 0 0,1 0 1 0 0,-1 0 0 0 0,0 0 0 0 0,0 0-1 0 0,0 0 1 0 0,0 0 0 0 0,1 0 0 0 0,-1 0-1 0 0,0 0 1 0 0,0 0 0 0 0,0 0 0 0 0,0 0-1 0 0,0 0 1 0 0,0 0 0 0 0,0 0 0 0 0,0 0 0 0 0,0 0-1 0 0,0 0 1 0 0,0 0 0 0 0,0 0 0 0 0,0 0-1 0 0,0 0 1 0 0,0 0 0 0 0,0 0 0 0 0,0 0-1 0 0,2 0 1 0 0,-2 0 0 0 0,0 0 0 0 0,0 0 0 0 0,0 0-1 0 0,0 0 1 0 0,0 0 0 0 0,1 1 0 0 0,-1 4-24 0 0,1 9-12 0 0,-2 39 737 0 0,-17 103-1 0 0,15-141-605 0 0,2-5-11 0 0,0-2 1 0 0,-2 2-1 0 0,1-1 0 0 0,-6 11 1 0 0,8-20-85 0 0,0 0 1 0 0,0 0 0 0 0,0 0-1 0 0,0 0 1 0 0,0 0-1 0 0,0 1 1 0 0,0-1 0 0 0,0 0-1 0 0,0 0 1 0 0,0 1 0 0 0,0-1-1 0 0,0 0 1 0 0,0 0-1 0 0,0 0 1 0 0,-1 0 0 0 0,1 0-1 0 0,0 0 1 0 0,0 0-1 0 0,0 0 1 0 0,0 0 0 0 0,0 0-1 0 0,0 0 1 0 0,-1 0-1 0 0,1 0 1 0 0,0 0 0 0 0,0 0-1 0 0,0 0 1 0 0,0 0-1 0 0,0 0 1 0 0,-1 1 0 0 0,1-1-1 0 0,-1 0 1 0 0,-2-4 48 0 0,-1-12 71 0 0,4 16-112 0 0,-5-24-188 0 0,2 1 1 0 0,1-1-1 0 0,1 0 1 0 0,1 0 0 0 0,4-33-1 0 0,7-7-271 0 0,-10 55 362 0 0,2 1 0 0 0,-1-1 0 0 0,1 0 0 0 0,1 1 1 0 0,5-10-1 0 0,-9 18 88 0 0,1-2 1 0 0,-1 2-1 0 0,1-1 0 0 0,0 0 1 0 0,-1 1-1 0 0,0-1 1 0 0,0 0-1 0 0,1 0 1 0 0,0 1-1 0 0,0-1 1 0 0,0 0-1 0 0,-1 0 1 0 0,1 1-1 0 0,0 0 1 0 0,-1 0-1 0 0,2 0 1 0 0,-2 0-1 0 0,0-1 1 0 0,1 1-1 0 0,0 0 0 0 0,1 0 1 0 0,-2 0-1 0 0,0 0 1 0 0,2-2-1 0 0,-1 2 1 0 0,2 2 9 0 0,-3-2 0 0 0,0 0 0 0 0,1 1 0 0 0,1-1-1 0 0,-2 0 1 0 0,0 0 0 0 0,2 0 0 0 0,-1 1 0 0 0,-1 0 0 0 0,0 0 0 0 0,2-1 0 0 0,-2 1 0 0 0,1 0 0 0 0,-1 0 0 0 0,1-1 0 0 0,-1 1 0 0 0,1 0-1 0 0,0 0 1 0 0,-1 0 0 0 0,0 0 0 0 0,0-1 0 0 0,1 2 0 0 0,2 9 100 0 0,0 1 1 0 0,0-1-1 0 0,1 17 1 0 0,-1 36 346 0 0,-2-30-225 0 0,0 52 298 0 0,-2-71-376 0 0,-1 0 0 0 0,0 1 1 0 0,-7 21-1 0 0,9-36-148 0 0,0-1 0 0 0,0 0 0 0 0,0 1 0 0 0,0 0 0 0 0,-1-1 0 0 0,1 0 0 0 0,0 0 0 0 0,-1 2 0 0 0,1-1 0 0 0,0-1 0 0 0,0 0 0 0 0,0 0 0 0 0,-1 0 0 0 0,1 1 0 0 0,0 0 0 0 0,-1-1 0 0 0,0 0-2 0 0,1 0 0 0 0,0 0-1 0 0,0 0 1 0 0,0 0 0 0 0,0 0 0 0 0,0-1-1 0 0,0 1 1 0 0,0 0 0 0 0,0 0 0 0 0,0-1-1 0 0,0 1 1 0 0,-1 0 0 0 0,1 0-1 0 0,0 0 1 0 0,0 0 0 0 0,0 0 0 0 0,0 0-1 0 0,0 0 1 0 0,0-1 0 0 0,0 1-1 0 0,-1 0 1 0 0,1-2 0 0 0,0 2 0 0 0,-1-17 90 0 0,1 6-200 0 0,1-1 0 0 0,1 0 0 0 0,4-17-1 0 0,13-33-420 0 0,-14 49 458 0 0,-1 0-90 0 0,2 2-1 0 0,0-2 1 0 0,13-18-1 0 0,-19 29 150 0 0,1 1 0 0 0,-1 0 0 0 0,1 1 0 0 0,0-1 0 0 0,-1 0 0 0 0,1-1 0 0 0,0 2 0 0 0,0 0 0 0 0,0-1 0 0 0,0 0 0 0 0,0 0 0 0 0,-1 1 0 0 0,2 0 0 0 0,-1 0 0 0 0,-1-1 0 0 0,3 0 0 0 0,-2 1 16 0 0,-1 0-1 0 0,1 0 0 0 0,-1 0 0 0 0,1 0 0 0 0,-1 0 0 0 0,1 1 1 0 0,0-1-1 0 0,-1 0 0 0 0,1 1 0 0 0,-1-1 0 0 0,0 0 0 0 0,0 0 1 0 0,1 0-1 0 0,0 0 0 0 0,-1 0 0 0 0,0 0 0 0 0,0 1 0 0 0,0-1 1 0 0,1 1-1 0 0,-1-1 0 0 0,1 1 0 0 0,-1-1 0 0 0,0 0 0 0 0,0 0 1 0 0,0 2-1 0 0,1-2 0 0 0,-1 1 0 0 0,0-1 0 0 0,0 0 0 0 0,1 1 1 0 0,-1-1-1 0 0,0 1 0 0 0,0 0 0 0 0,0 0 0 0 0,4 25 316 0 0,1 46 0 0 0,-3-28-29 0 0,1-10-80 0 0,1-10-13 0 0,-4 1 0 0 0,0 34 0 0 0,-3-42-81 0 0,3-16-109 0 0,0-1 0 0 0,0 2 1 0 0,-1-2-1 0 0,1 2 1 0 0,0-1-1 0 0,0-1 0 0 0,-1 1 1 0 0,1-1-1 0 0,-1 0 1 0 0,1 2-1 0 0,-1-2 0 0 0,0 1 1 0 0,0 0-1 0 0,1 0 1 0 0,0-1-1 0 0,-1 0 0 0 0,-1 2 1 0 0,2-2-4 0 0,0 0 0 0 0,0 0 1 0 0,0 0-1 0 0,-1 0 0 0 0,1 0 0 0 0,0 0 1 0 0,-1 0-1 0 0,1 0 0 0 0,-1 0 0 0 0,1 0 0 0 0,0-1 1 0 0,0 1-1 0 0,0 0 0 0 0,0 0 0 0 0,0-1 1 0 0,-2 1-1 0 0,2 0 0 0 0,-1 0 0 0 0,1 0 1 0 0,0 0-1 0 0,0 0 0 0 0,0 0 0 0 0,0 0 0 0 0,0-1 1 0 0,0 1-1 0 0,0-1 0 0 0,-1 1 0 0 0,1-1 1 0 0,0 1-1 0 0,0 0 0 0 0,-1 0 0 0 0,1 0 1 0 0,0 0-1 0 0,0-2 0 0 0,-3-10 34 0 0,2 10-27 0 0,0-8-120 0 0,-1 0 0 0 0,0-2-1 0 0,2 2 1 0 0,0-2 0 0 0,0 2 0 0 0,4-17 0 0 0,1-1-260 0 0,11-34 1 0 0,-12 49 190 0 0,2 0 0 0 0,8-14 0 0 0,-2 3 28 0 0,-10 20 80 0 0,1 0 0 0 0,0-1 0 0 0,0 0 1 0 0,0 1-1 0 0,0 0 0 0 0,5-5 0 0 0,-8 10 79 0 0,0-1 0 0 0,0 2-1 0 0,0-1 1 0 0,0 0 0 0 0,0 0-1 0 0,0 0 1 0 0,0 0 0 0 0,0 1 0 0 0,0-2-1 0 0,0 3 1 0 0,-6 32 169 0 0,1-4 202 0 0,-11 42 0 0 0,15-72-366 0 0,1 0 0 0 0,-1 1 0 0 0,1-1 0 0 0,0 0 1 0 0,-1 1-1 0 0,0-1 0 0 0,0 0 0 0 0,0 0 1 0 0,0 0-1 0 0,0 0 0 0 0,1 0 0 0 0,-2 1 1 0 0,1-2-12 0 0,1 1 0 0 0,0-1 0 0 0,0 0 0 0 0,-1 0 0 0 0,1 0 0 0 0,0 0 0 0 0,0 0 0 0 0,-1 0 0 0 0,1 0 0 0 0,-1 0 0 0 0,1 0 0 0 0,0 0 0 0 0,0 0 0 0 0,-1 0 0 0 0,1 0 0 0 0,-1 0 0 0 0,1 0 1 0 0,-1 0-1 0 0,1 0 0 0 0,-1 0 0 0 0,1 0 0 0 0,0 0 0 0 0,-2-1 2 0 0,2 1 0 0 0,0-1 1 0 0,-1 1-1 0 0,1-1 0 0 0,0 1 1 0 0,-1-1-1 0 0,0 1 0 0 0,1-1 1 0 0,-1 0-1 0 0,1 1 0 0 0,-1-1 1 0 0,0-1-1 0 0,-2-4-25 0 0,2 0 1 0 0,-2-1 0 0 0,2 1-1 0 0,-1 0 1 0 0,0 0-1 0 0,1 0 1 0 0,0-8-1 0 0,1-47-464 0 0,1 50 424 0 0,-1-11-96 0 0,3-131-937 0 0,-2 151 1082 0 0,-1 1-1 0 0,0-1 1 0 0,-1 1 0 0 0,1-1 0 0 0,0 1 0 0 0,0 0-1 0 0,0 0 1 0 0,-1 1 0 0 0,1-2 0 0 0,-1 1-1 0 0,0-1 1 0 0,1-1 0 0 0,0 3 7 0 0,-1 0 0 0 0,1 0-1 0 0,0-1 1 0 0,-1 1 0 0 0,1 0 0 0 0,0 0-1 0 0,-1 0 1 0 0,1 0 0 0 0,0 0 0 0 0,0 0-1 0 0,0 0 1 0 0,0 0 0 0 0,0 0 0 0 0,0 0-1 0 0,-1 0 1 0 0,1 0 0 0 0,0 0 0 0 0,0 0-1 0 0,0 0 1 0 0,-1 0 0 0 0,1 0 0 0 0,-1 0 0 0 0,1 0-1 0 0,0 0 5 0 0,-2 0 0 0 0,1 0 0 0 0,1 0-1 0 0,-1 1 1 0 0,0-1 0 0 0,0 1 0 0 0,0 0 0 0 0,1-1 0 0 0,0 1-1 0 0,-2 0 1 0 0,-5 6 120 0 0,0 1 0 0 0,-6 7 1 0 0,-9 11 226 0 0,17-21-323 0 0,0 0 87 0 0,0 0 0 0 0,-12 8-1 0 0,15-12-88 0 0,-1 1 0 0 0,1-1 0 0 0,1 1 0 0 0,-2-2 0 0 0,0 1 0 0 0,1 1 0 0 0,1-2 0 0 0,-3 0 0 0 0,2 0 0 0 0,-1 1 0 0 0,-5-1 0 0 0,7 1-18 0 0,1-1 0 0 0,0 0 0 0 0,0 1 0 0 0,-1-1 0 0 0,0 0 0 0 0,0 0 0 0 0,1 0 1 0 0,0 1-1 0 0,-1-1 0 0 0,1 1 0 0 0,0-1 0 0 0,-1 0 0 0 0,0 1 0 0 0,1-1 0 0 0,0 1 0 0 0,-1-1 0 0 0,1 1 0 0 0,-1-1 0 0 0,1 1 0 0 0,-1-1 0 0 0,1 1 0 0 0,0 0 0 0 0,0-1 0 0 0,0 1 0 0 0,0-1 0 0 0,0 0 0 0 0,0 0 0 0 0,0 1 0 0 0,0 0 0 0 0,0-1 0 0 0,0 2 0 0 0,0 20 148 0 0,1-4 24 0 0,4 12 183 0 0,-3 0 0 0 0,-2 58 0 0 0,-3-57 67 0 0,-18 64 0 0 0,17-77-240 0 0,-4 0 0 0 0,1 1 1 0 0,-1-1-1 0 0,-15 24 1 0 0,18-33-114 0 0,-1 0 67 0 0,0 0-1 0 0,-6 7 1 0 0,12-16-142 0 0,0 0 1 0 0,0 1 0 0 0,-1-1-1 0 0,1 0 1 0 0,0 0 0 0 0,0 1-1 0 0,0-1 1 0 0,0 0 0 0 0,0 0 0 0 0,0 0-1 0 0,0 1 1 0 0,0-1 0 0 0,0 0-1 0 0,-2 0 1 0 0,2 0 0 0 0,0 0-1 0 0,0 0 1 0 0,0 0 0 0 0,0 0-1 0 0,0 0 1 0 0,-1 0 0 0 0,1 0-1 0 0,0 0 1 0 0,0 0 0 0 0,0 0-1 0 0,0 0 1 0 0,0 0 0 0 0,-1 0-1 0 0,1 0 1 0 0,0 0 0 0 0,0 0 0 0 0,-1 0-1 0 0,1 0 1 0 0,0 0 0 0 0,-3-6 100 0 0,4-6 67 0 0,-1 9-165 0 0,1 2-1 0 0,-1-1 1 0 0,1 0 0 0 0,-1 1 0 0 0,1 0 0 0 0,0-1 0 0 0,-1 2 0 0 0,1-2 0 0 0,1 1 0 0 0,-1-1-1 0 0,-1 1 1 0 0,1 0 0 0 0,0-1 0 0 0,0 1 0 0 0,2-1 0 0 0,-3 2-2 0 0,1 0 0 0 0,1 0 0 0 0,-2-1 1 0 0,0 0-1 0 0,1 0 0 0 0,0 1 0 0 0,0 0 0 0 0,-1 0 1 0 0,1-1-1 0 0,0 1 0 0 0,0 0 0 0 0,-1-1 0 0 0,1 1 0 0 0,1 0 1 0 0,-2 0-1 0 0,1 0 0 0 0,0 0 0 0 0,0 0 0 0 0,0 0 0 0 0,0 0 1 0 0,0 1-1 0 0,-1-1 0 0 0,0 1 0 0 0,1-1 0 0 0,1 0 1 0 0,-2 0-1 0 0,0 1 0 0 0,2-1 0 0 0,-2 1 0 0 0,1 0 0 0 0,2 1 12 0 0,0 0-1 0 0,0 1 1 0 0,0 0-1 0 0,-2-1 1 0 0,2 1 0 0 0,-1 0-1 0 0,2 4 1 0 0,11 25 134 0 0,-12-23-122 0 0,63 157 539 0 0,-52-132-458 0 0,-12-25-69 0 0,4 3 26 0 0,-1 3 0 0 0,-1-3 0 0 0,3 18 1 0 0,-8-26-50 0 0,-2-7 18 0 0,-1-6 22 0 0,-16-58-1074 0 0,-10-75 1 0 0,25 117 735 0 0,1 8 29 0 0,1-1 0 0 0,0-22-1 0 0,4 33 184 0 0,-1 7 70 0 0,0 0 0 0 0,1 0 0 0 0,-1 0-1 0 0,0 0 1 0 0,0 0 0 0 0,0 0-1 0 0,0 0 1 0 0,0 0 0 0 0,0 0-1 0 0,1 0 1 0 0,-1 0 0 0 0,0 0-1 0 0,0 0 1 0 0,0 0 0 0 0,0 0-1 0 0,0 0 1 0 0,0 0 0 0 0,0 0-1 0 0,0 0 1 0 0,0 0 0 0 0,0 0-1 0 0,0 0 1 0 0,0 0 0 0 0,0 0-1 0 0,0 0 1 0 0,0 0 0 0 0,0 1-1 0 0,0-1 1 0 0,0 0 0 0 0,0 0-1 0 0,0 0 1 0 0,0 0 0 0 0,0 0-1 0 0,0 0 1 0 0,0 0 0 0 0,0 0-1 0 0,0 0 1 0 0,1 0 0 0 0,-1 0 0 0 0,0 0-1 0 0,0 0 1 0 0,6 13-94 0 0,27 108 703 0 0,-3-10-83 0 0,74 169 841 0 0,-150-405-2277 0 0,44 119 801 0 0,1 1 63 0 0,-2 2 1 0 0,2-1-1 0 0,0-1 0 0 0,-1 1 1 0 0,2-1-1 0 0,-2-3 0 0 0,2 8 48 0 0,0 0 0 0 0,0-1-1 0 0,0 1 1 0 0,0 0-1 0 0,0-1 1 0 0,0 1 0 0 0,0 0-1 0 0,0-1 1 0 0,0 1-1 0 0,0 0 1 0 0,0 0 0 0 0,0 0-1 0 0,0 0 1 0 0,0-1-1 0 0,0 1 1 0 0,0 0-1 0 0,0-1 1 0 0,0 1 0 0 0,0 0-1 0 0,0 0 1 0 0,0 0-1 0 0,0 0 1 0 0,0-1 0 0 0,1 1-1 0 0,-1 0 1 0 0,0 0-1 0 0,0 0 1 0 0,1 0 0 0 0,-1 0-1 0 0,0 0 1 0 0,0 0-1 0 0,0 0 1 0 0,0 0 0 0 0,0 0-1 0 0,0 0 1 0 0,0 0-1 0 0,0 0 1 0 0,0-1 0 0 0,1 1-1 0 0,-1 0 1 0 0,0 0-1 0 0,1 0 1 0 0,-1 0 0 0 0,0 0-1 0 0,0 0 1 0 0,0 0-1 0 0,0 0 1 0 0,1 0 0 0 0,-1 0-1 0 0,0 0 1 0 0,1 0-1 0 0,-1 0 1 0 0,0 0 0 0 0,0 1-1 0 0,0-1 1 0 0,0 0-1 0 0,0 0 1 0 0,0 0 0 0 0,0 0-1 0 0,1 0 1 0 0,-1 0-1 0 0,0 0 1 0 0,2 0 0 0 0,9 11-63 0 0,9 14 254 0 0,-2 2-1 0 0,25 40 0 0 0,-22-30-31 0 0,-9-19-75 0 0,31 60 290 0 0,-42-78-372 0 0,1 3 15 0 0,0 0 1 0 0,-1 0-1 0 0,0 0 0 0 0,1 0 0 0 0,-2 1 0 0 0,3 5 0 0 0,-3-9-15 0 0,0 0-1 0 0,0 0 1 0 0,0 0-1 0 0,0 1 1 0 0,0-1-1 0 0,0 0 0 0 0,0 0 1 0 0,0 0-1 0 0,0 0 1 0 0,0 0-1 0 0,0 0 1 0 0,0 1-1 0 0,0-1 1 0 0,0 0-1 0 0,0 0 1 0 0,0 0-1 0 0,0 0 1 0 0,0 0-1 0 0,0 0 1 0 0,0 0-1 0 0,0 0 1 0 0,0 0-1 0 0,0 0 1 0 0,0 0-1 0 0,0 0 1 0 0,0 0-1 0 0,0 0 1 0 0,-1 0-1 0 0,1 0 1 0 0,0 0-1 0 0,0 0 1 0 0,0 0-1 0 0,0 0 1 0 0,0 0-1 0 0,0 0 1 0 0,0 1-1 0 0,-1-1 1 0 0,1 0-1 0 0,0 0 1 0 0,0 0-1 0 0,0 0 1 0 0,0 0-1 0 0,0 0 1 0 0,0 0-1 0 0,-1 0 1 0 0,1-1-1 0 0,-4-1 36 0 0,-7-7 22 0 0,10 8-55 0 0,-20-21-58 0 0,26 29 124 0 0,0 0 0 0 0,6 12-1 0 0,-7-12-29 0 0,24 39 249 0 0,51 61 0 0 0,-78-104-276 0 0,8 8 50 0 0,-7-10-32 0 0,-6-7-9 0 0,-80-109-1375 0 0,69 96 1130 0 0,9 7 66 0 0,6 9 157 0 0,6 6-34 0 0,17 20 141 0 0,36 45 0 0 0,-18-19 151 0 0,-20-24-138 0 0,-4-7 40 0 0,21 22 0 0 0,-61-61-74 0 0,11 8-19 0 0,-15-13 1 0 0,7 11-434 0 0,-23-23-1 0 0,41 32 235 0 0,6 7 138 0 0,6 6 76 0 0,148 104 608 0 0,-103-83-503 0 0,-52-27-148 0 0,-4-3-10 0 0,-5-5 0 0 0,-30-27 204 0 0,-10-10 49 0 0,43 41-218 0 0,7 3-36 0 0,4 5-11 0 0,70 39 335 0 0,-75-44-260 0 0,-7-3-43 0 0,-8-3-29 0 0,9 6 18 0 0,3-1-35 0 0,-1 1 0 0 0,1-1 0 0 0,0 1 0 0 0,-1-1 0 0 0,0 1 0 0 0,0 0 0 0 0,1 0 0 0 0,-1 0 0 0 0,1 0 0 0 0,-1 0 0 0 0,0 0 0 0 0,1 0 0 0 0,-1 0 0 0 0,0 0 0 0 0,0 0 0 0 0,1 0 0 0 0,0 0 0 0 0,-1 0 0 0 0,1 0 0 0 0,-2 0 0 0 0,11 12 61 0 0,-3-9-3 0 0,-6-3-58 0 0,2 0 0 0 0,-2 1 0 0 0,1 0 0 0 0,-1 0 0 0 0,2-1 0 0 0,-1 0 0 0 0,-1 1 0 0 0,0 0-1 0 0,1 0 1 0 0,0 0 0 0 0,0-1 0 0 0,-1 1 0 0 0,1 0 0 0 0,-1 0 2 0 0,0 0-1 0 0,0-1 1 0 0,0 1 0 0 0,0-1 0 0 0,0 0-1 0 0,0 0 1 0 0,0 0 0 0 0,1 1 0 0 0,-1-1-1 0 0,1 1 1 0 0,-1-1 0 0 0,0 0 0 0 0,1 0-1 0 0,-1 1 1 0 0,0-1 0 0 0,0 0 0 0 0,1 0-1 0 0,-1 0 1 0 0,1 1 0 0 0,4 4 15 0 0,12 9 76 0 0,-15-12-90 0 0,-1-2-3 0 0,-1 1-1 0 0,0-1 1 0 0,0 1 0 0 0,1-1 0 0 0,0 1 0 0 0,-1-1 0 0 0,1 0 0 0 0,-1 0 0 0 0,0 0 0 0 0,0 0 0 0 0,0 0 0 0 0,1 0 0 0 0,0 1 0 0 0,-1-1 0 0 0,1 0 0 0 0,-1 0 0 0 0,1 0 0 0 0,0 0 0 0 0,-1 0-1 0 0,0 0 1 0 0,1 0 0 0 0,3 1 17 0 0,0 0 0 0 0,0-1 0 0 0,-1 1 0 0 0,0 1 0 0 0,2-1 0 0 0,-1 1 0 0 0,-2 0 0 0 0,2-1 0 0 0,0 2 0 0 0,2 2 0 0 0,5 1 9 0 0,-1 1 64 0 0,-1-1-1 0 0,17 16 1 0 0,-15-13-63 0 0,-4-1-11 0 0,-3-5 8 0 0,0 1 0 0 0,-1-1-1 0 0,2 0 1 0 0,-1 0 0 0 0,6 3 0 0 0,2-1 18 0 0,-9-4-30 0 0,0 0 0 0 0,0 0 0 0 0,-1 1 1 0 0,1 0-1 0 0,0-1 0 0 0,-1 0 0 0 0,3 4 1 0 0,4 1 49 0 0,-2-2 0 0 0,1 2 0 0 0,11 5 0 0 0,0-1 3 0 0,23 14 170 0 0,-39-22-222 0 0,0 0 1 0 0,0 0 0 0 0,1-1 0 0 0,-1 1-1 0 0,2-1 1 0 0,-2 0 0 0 0,1 0 0 0 0,0 0 0 0 0,0-1-1 0 0,-1 1 1 0 0,7 0 0 0 0,-6-1 2 0 0,1 1 0 0 0,-3 0 0 0 0,3 0 0 0 0,-1 1 0 0 0,-1-1 0 0 0,1-1 0 0 0,0 3 0 0 0,-1-1 0 0 0,6 4 0 0 0,11 5 58 0 0,-11-8-15 0 0,0 1-1 0 0,14 3 1 0 0,-21-7-60 0 0,0 1 0 0 0,0-1 0 0 0,1 0 0 0 0,0 0 0 0 0,0-1 0 0 0,-1 1 0 0 0,-1 0 0 0 0,2-2 0 0 0,0 2 0 0 0,-1 0 0 0 0,0-1 0 0 0,1 0 0 0 0,2-2 0 0 0,0 0 0 0 0,1-1 0 0 0,-1 1-1 0 0,10-8 1 0 0,-12 7-42 0 0,0 0 1 0 0,0 2-1 0 0,0-2 0 0 0,-1 0 1 0 0,0 2-1 0 0,1-3 0 0 0,-1 1 1 0 0,0 1-1 0 0,2-8 0 0 0,-1 1-71 0 0,-1 0-1 0 0,0 1 0 0 0,1-12 1 0 0,3-52-955 0 0,-4 23 514 0 0,-8-38-580 0 0,1 30 374 0 0,1 27 417 0 0,-3-20-367 0 0,5 38 407 0 0,-5-19 1 0 0,2 19-16 0 0,0-17 0 0 0,4 17 93 0 0,-2 0-1 0 0,-1 2 0 0 0,-4-14 0 0 0,-1-2-185 0 0,-2 2 27 0 0,-1-8-431 0 0,-2 1-1 0 0,-32-58 1 0 0,23 44 553 0 0,14 27 127 0 0,-13-21 0 0 0,-36-49-166 0 0,-28-23 494 0 0,72 96-347 0 0,-21-21 87 0 0,5 8 502 0 0,17 16-272 0 0,-20-16 0 0 0,7 8-379 0 0,-89-70 1312 0 0,77 63-638 0 0,26 19-369 0 0,7 7-19 0 0,2-1 1 0 0,-2-1-1 0 0,-4-5 0 0 0,6 7-22 0 0,1 0 1 0 0,-1 0-1 0 0,1 0 0 0 0,-1 1 1 0 0,0-1-1 0 0,-5-2 0 0 0,4 2 6 0 0,1 1-1 0 0,-1-2 0 0 0,-6-4 1 0 0,-4-6 47 0 0,-2 1 1 0 0,-1 0-1 0 0,2 1 0 0 0,-3 1 1 0 0,1 1-1 0 0,-25-11 0 0 0,-38-16 626 0 0,4-6-92 0 0,151 83 0 0 0,-1 7-36 0 0,7 4-13 0 0,-33-24-249 0 0,19 21 315 0 0,-28-16-359 0 0,11 8 138 0 0,62 38 507 0 0,-79-57-492 0 0,35 32-1 0 0,-13-8-46 0 0,34 30 351 0 0,-80-65-751 0 0,0 0 0 0 0,12 16 0 0 0,16 27 0 0 0,13 17 0 0 0,-39-55 0 0 0,-6-7 0 0 0,-1-2 0 0 0,6 9 0 0 0,-7-6 0 0 0,-9-24-214 0 0,-8-21 1 0 0,-3-8-218 0 0,-1 6-468 0 0,-3 2 0 0 0,-46-63 0 0 0,54 79 660 0 0,-92-108-1890 0 0,26 44 664 0 0,58 64 843 0 0,-46-34 0 0 0,-71-33 856 0 0,109 68-239 0 0,-3-2-190 0 0,11 6 347 0 0,-1 2-1 0 0,-1 1 1 0 0,-32-15-1 0 0,50 25-119 0 0,0 0-1 0 0,0-1 1 0 0,0 2-1 0 0,1-1 0 0 0,-1 1 1 0 0,0-1-1 0 0,-1 2 1 0 0,-5 0-1 0 0,9-1-18 0 0,0 0 0 0 0,1 0 0 0 0,-1 0 0 0 0,0 2 0 0 0,0-2 0 0 0,0 0 0 0 0,1 1 0 0 0,-1 0 0 0 0,0-1 0 0 0,0 2 0 0 0,1-2 0 0 0,-1 2 0 0 0,0-2 0 0 0,1 1 0 0 0,1 1 0 0 0,-3-1 0 0 0,2 0 0 0 0,0 1 0 0 0,0-1 0 0 0,-1 1 0 0 0,1-1 0 0 0,1 1 0 0 0,-1-1 0 0 0,-1 3 0 0 0,2 0 13 0 0,0-1 0 0 0,-1 1-1 0 0,1 0 1 0 0,0 0 0 0 0,1 0-1 0 0,-1-1 1 0 0,0 2 0 0 0,1-1-1 0 0,0-1 1 0 0,0 1 0 0 0,2 4-1 0 0,3 14 174 0 0,-4-12-136 0 0,2 9 113 0 0,-1 0 0 0 0,-1 0 0 0 0,-1 37 0 0 0,-2-43-82 0 0,-4 13 0 0 0,5-26-92 0 0,0 0-1 0 0,0 0 1 0 0,0 0-1 0 0,0 0 1 0 0,0 1-1 0 0,0-1 0 0 0,0 1 1 0 0,-1-1-1 0 0,1 0 1 0 0,0 0-1 0 0,0 0 1 0 0,0 0-1 0 0,0 0 1 0 0,0 0-1 0 0,0 0 0 0 0,0 1 1 0 0,0-1-1 0 0,0 0 1 0 0,-1 0-1 0 0,1 1 1 0 0,0-1-1 0 0,-1 0 0 0 0,1 0 1 0 0,0 1-1 0 0,0-1 1 0 0,0 0-1 0 0,0 0 1 0 0,-1 0-1 0 0,1 0 1 0 0,0 0-1 0 0,-1 0 0 0 0,-5-4 105 0 0,-3-10 90 0 0,-40-86-1056 0 0,21 38 124 0 0,27 60 711 0 0,0-1 0 0 0,-1 0 0 0 0,0 0 0 0 0,1 2 0 0 0,-2-2 0 0 0,-1-2 0 0 0,2 5-65 0 0,2 4 93 0 0,0 5 74 0 0,0-6-85 0 0,-3 27 231 0 0,2 1 0 0 0,-9 40-1 0 0,-22 58 516 0 0,10-40-271 0 0,20-74-380 0 0,-1-3 18 0 0,0 2 1 0 0,0-1-1 0 0,-1 0 1 0 0,-10 17-1 0 0,14-30-102 0 0,0 1-1 0 0,-1 0 1 0 0,1 0 0 0 0,0-1 0 0 0,0 0 0 0 0,-1 0-1 0 0,1 2 1 0 0,0-2 0 0 0,0 1 0 0 0,-1-1-1 0 0,0 0 1 0 0,1 1 0 0 0,0-1 0 0 0,0 0 0 0 0,-1 0-1 0 0,0 0 1 0 0,1 0 0 0 0,-1 1 0 0 0,1-1-1 0 0,-1 1 1 0 0,0-1 0 0 0,0 0 0 0 0,1 0 0 0 0,0 0 0 0 0,0-1 1 0 0,-1 1-1 0 0,0 0 0 0 0,1 0 0 0 0,-1-1 0 0 0,1 1 0 0 0,0 0 0 0 0,-1 0 1 0 0,1 0-1 0 0,-1 0 0 0 0,1-1 0 0 0,0 1 0 0 0,0 0 0 0 0,-1 0 0 0 0,1-1 0 0 0,0 1 1 0 0,0 0-1 0 0,0-2 0 0 0,0 2 0 0 0,-3-5 31 0 0,2 1 1 0 0,-1-1-1 0 0,-1-8 0 0 0,2 12-26 0 0,-38-147-1439 0 0,38 144 1351 0 0,0 1 48 0 0,0 1 1 0 0,1 0-1 0 0,0 0 0 0 0,-2-1 1 0 0,2 1-1 0 0,0 0 1 0 0,0-1-1 0 0,0 1 0 0 0,0-1 1 0 0,0-2-1 0 0,0 5 30 0 0,0-1 0 0 0,0 1-1 0 0,0 0 1 0 0,0 0 0 0 0,0 0-1 0 0,2 0 1 0 0,-2 0 0 0 0,0-1-1 0 0,0 1 1 0 0,0 0 0 0 0,0 0 0 0 0,0 0-1 0 0,0 0 1 0 0,0 0 0 0 0,0 0-1 0 0,0 0 1 0 0,0 0 0 0 0,0 0-1 0 0,0 0 1 0 0,0 0 0 0 0,0 0-1 0 0,0 0 1 0 0,0 0 0 0 0,0 0 0 0 0,0 0-1 0 0,0 0 1 0 0,0 0 0 0 0,1 0-1 0 0,-1 0 1 0 0,0 0 0 0 0,0 0-1 0 0,0 0 1 0 0,0 0 0 0 0,1 0 0 0 0,-1 0-1 0 0,0 0 1 0 0,0 0 0 0 0,0 0-1 0 0,0 0 1 0 0,0 0 0 0 0,1 0-1 0 0,-1 0 1 0 0,0 0 0 0 0,0 0-1 0 0,0 0 1 0 0,0 1 0 0 0,0-1 0 0 0,4 5-5 0 0,-3-4 22 0 0,7 10 70 0 0,0-1 0 0 0,-1 2 0 0 0,0-2-1 0 0,8 26 1 0 0,-4-12 52 0 0,109 212 1034 0 0,19-12 21 0 0,-138-222-1184 0 0,2 3 31 0 0,0-1-1 0 0,2 2 0 0 0,-1-2 1 0 0,-1 1-1 0 0,9 4 0 0 0,-12-9-35 0 0,0 1 0 0 0,0-1-1 0 0,0 0 1 0 0,2 1 0 0 0,-2-1-1 0 0,0 0 1 0 0,0 1 0 0 0,0-1-1 0 0,1 0 1 0 0,-1 0 0 0 0,0 0 0 0 0,0 0-1 0 0,1 0 1 0 0,-1 0 0 0 0,0 0-1 0 0,0 0 1 0 0,1 0 0 0 0,-1 0-1 0 0,1 0 1 0 0,-1 0 0 0 0,1 0-1 0 0,-1 0 1 0 0,0 0 0 0 0,0 0 0 0 0,0 0-1 0 0,0 0 1 0 0,0 0 0 0 0,1 0-1 0 0,-1 0 1 0 0,0 0 0 0 0,1-1 1 0 0,0 0 1 0 0,-1 0 0 0 0,0 1 0 0 0,0 0 0 0 0,0 0-1 0 0,1-2 1 0 0,-1 1 0 0 0,0 1 0 0 0,1 0 0 0 0,-1-1-1 0 0,0 0 1 0 0,0 1 0 0 0,0 0 0 0 0,0-1 0 0 0,-2-23-79 0 0,2 22 48 0 0,-7-34-674 0 0,-19-58 1 0 0,-21-34-645 0 0,37 104 1023 0 0,-15-47-474 0 0,23 62 709 0 0,2 9 84 0 0,0 0-1 0 0,0 0 0 0 0,0 0 1 0 0,0 0-1 0 0,0 0 1 0 0,0 0-1 0 0,0 0 0 0 0,0 0 1 0 0,0 0-1 0 0,0 0 0 0 0,1 0 1 0 0,-1 0-1 0 0,0 0 0 0 0,0 0 1 0 0,0 0-1 0 0,0 0 1 0 0,0 0-1 0 0,0 0 0 0 0,0 0 1 0 0,0 0-1 0 0,0 0 0 0 0,0 0 1 0 0,0 0-1 0 0,0 0 0 0 0,0 0 1 0 0,0 0-1 0 0,0 0 1 0 0,0 0-1 0 0,0 0 0 0 0,0 0 1 0 0,0 0-1 0 0,0 0 0 0 0,0 0 1 0 0,0 0-1 0 0,0 0 0 0 0,0 0 1 0 0,1 0-1 0 0,-1 0 1 0 0,0 0-1 0 0,0 0 0 0 0,0 0 1 0 0,0 0-1 0 0,0 0 0 0 0,0 0 1 0 0,0 0-1 0 0,0 0 0 0 0,0 0 1 0 0,0 0-1 0 0,1 0 1 0 0,-1 0-1 0 0,0 0 0 0 0,0 0 1 0 0,0 0-1 0 0,0 0 0 0 0,0 0 1 0 0,0 0-1 0 0,0 0 0 0 0,0 0 1 0 0,10 12-3 0 0,49 86 640 0 0,-36-56-408 0 0,219 328 2044 0 0,-219-342-2060 0 0,-13-16-87 0 0,-2-1 1 0 0,12 16-1 0 0,-54-64-91 0 0,16 18-304 0 0,-39-48-594 0 0,46 57 637 0 0,0-2 1 0 0,-1 3-1 0 0,-19-15 1 0 0,27 24 236 0 0,2-2 0 0 0,-2 1 0 0 0,2-1 1 0 0,-6-2-1 0 0,7 4-8 0 0,1 0 0 0 0,-1 0 0 0 0,1 0-1 0 0,0 0 1 0 0,0 0 0 0 0,-1 0 0 0 0,1 0 0 0 0,0 0 0 0 0,-1 0 0 0 0,1 0 0 0 0,-1 0 0 0 0,1 0 0 0 0,0 0 0 0 0,0 0-1 0 0,-1 0 1 0 0,1 0 0 0 0,-2 0 0 0 0,2 0 0 0 0,0 0 0 0 0,0 0 0 0 0,-1 0 0 0 0,1 0 0 0 0,-1 0 0 0 0,1 0 0 0 0,0 1-1 0 0,0-1 1 0 0,-1 0 0 0 0,1 1 0 0 0,0-1 0 0 0,-1 1 0 0 0,1-1 0 0 0,0 0 0 0 0,-1 0 0 0 0,1 1 0 0 0,-1 0 0 0 0,1-1-1 0 0,0 1 1 0 0,0-1 0 0 0,0 0 0 0 0,0 0 0 0 0,0 0 0 0 0,0 1 0 0 0,0 0 0 0 0,0-1 0 0 0,0 1 0 0 0,0-1 0 0 0,0 0-1 0 0,0 0 1 0 0,0 1 0 0 0,0 4 31 0 0,0 1 0 0 0,1-1-1 0 0,1 0 1 0 0,-1-1-1 0 0,0 1 1 0 0,4 9 0 0 0,16 27 134 0 0,-15-29-111 0 0,10 18 147 0 0,1-1 0 0 0,23 30 0 0 0,-37-55-182 0 0,-13-26 131 0 0,-69-81-1351 0 0,52 67 746 0 0,-101-117-1311 0 0,94 114 1256 0 0,-44-51-647 0 0,68 81 1124 0 0,21 21 83 0 0,-1 0-1 0 0,16 23 0 0 0,-8-11 131 0 0,-7-10-64 0 0,218 274 2389 0 0,-162-208-1800 0 0,35 38 322 0 0,-69-85-670 0 0,-28-29-304 0 0,1 0 0 0 0,-2 0 0 0 0,2 0 0 0 0,0-1 0 0 0,5 3 0 0 0,2 0 13 0 0,-9-5-15 0 0,0 1 0 0 0,1-2-1 0 0,-2 3 1 0 0,0-2 0 0 0,2 2 0 0 0,-2-1 0 0 0,1 1-1 0 0,-1-1 1 0 0,4 6 0 0 0,2 1 152 0 0,18 16-1 0 0,-24-23-175 0 0,0 1 1 0 0,-1 0-1 0 0,2-2 0 0 0,-1 1 1 0 0,0 0-1 0 0,0-1 0 0 0,1 1 0 0 0,-1 0 1 0 0,1-1-1 0 0,0 1 0 0 0,3-2 0 0 0,-4 0-8 0 0,-3 0 0 0 0,2 0-1 0 0,-1 0 1 0 0,1 0 0 0 0,0 0-1 0 0,0 0 1 0 0,0 0 0 0 0,-1 0-1 0 0,-1 0 1 0 0,3-1 0 0 0,-2 0-1 0 0,1 0 1 0 0,-1 1 0 0 0,1-2-1 0 0,-1 1 1 0 0,1-1 0 0 0,1 0-21 0 0,-2 1 1 0 0,1-1-1 0 0,1-1 1 0 0,-2 1 0 0 0,1 1-1 0 0,-1-2 1 0 0,1 1 0 0 0,1-5-1 0 0,0-2-132 0 0,0 0 0 0 0,0 1 0 0 0,0-2 0 0 0,0-12 0 0 0,6-21-348 0 0,-5 29 273 0 0,-2-1-1 0 0,0 1 1 0 0,1-17-1 0 0,-4-3-434 0 0,-8-55 0 0 0,8 75 353 0 0,1 14 287 0 0,0 0 0 0 0,0 0 0 0 0,0 0 0 0 0,0 0 0 0 0,0 0 0 0 0,0 0 0 0 0,0 0-1 0 0,0 0 1 0 0,0 0 0 0 0,0-1 0 0 0,0 1 0 0 0,0 0 0 0 0,0 0 0 0 0,0 0 0 0 0,0 0 0 0 0,0 0 0 0 0,0 0 0 0 0,0 0 0 0 0,0 0 0 0 0,0 0-1 0 0,0 0 1 0 0,0 0 0 0 0,0 0 0 0 0,0-1 0 0 0,0 1 0 0 0,0 0 0 0 0,0 0 0 0 0,0 0 0 0 0,0 0 0 0 0,0 0 0 0 0,0 0 0 0 0,0 0-1 0 0,0 0 1 0 0,0 0 0 0 0,0 0 0 0 0,0 0 0 0 0,0 0 0 0 0,0 0 0 0 0,0 0 0 0 0,0 0 0 0 0,0-1 0 0 0,0 1 0 0 0,0 0 0 0 0,0 0 0 0 0,0 0-1 0 0,0 0 1 0 0,0 0 0 0 0,0 0 0 0 0,0 0 0 0 0,0 0 0 0 0,0 0 0 0 0,0 0 0 0 0,0 0 0 0 0,0 0 0 0 0,0 0 0 0 0,0 0 0 0 0,1 0 0 0 0,-1 0-1 0 0,0 0 1 0 0,0 0 0 0 0,0 0 0 0 0,0 0 0 0 0,0 0 0 0 0,0 0 0 0 0,0 0 0 0 0,3 8-55 0 0,44 133 725 0 0,-33-97-461 0 0,23 63 340 0 0,-45-168-683 0 0,-6-19-662 0 0,-20-114-1037 0 0,19 129 1275 0 0,-18-76-776 0 0,24 107 661 0 0,-30-65-1 0 0,38 96 650 0 0,-14-26-287 0 0,13 27 283 0 0,1-1 0 0 0,-1 2 1 0 0,0-1-1 0 0,0-1 0 0 0,1 2 1 0 0,-1-2-1 0 0,-1 1 1 0 0,2 1-1 0 0,-5-3 0 0 0,5 4 34 0 0,0-1 0 0 0,0 1 0 0 0,1 0 0 0 0,-1 0 0 0 0,0 0-1 0 0,1 0 1 0 0,-1 0 0 0 0,0 0 0 0 0,1 0 0 0 0,-2 1 0 0 0,2-1 0 0 0,0 0 0 0 0,-1 1-1 0 0,0-1 1 0 0,1 0 0 0 0,-1 0 0 0 0,1 1 0 0 0,-1-1 0 0 0,0 1 0 0 0,1 0 0 0 0,-1-1-1 0 0,0 0 1 0 0,1 0 0 0 0,-1 0 0 0 0,1 1 0 0 0,-1-1 0 0 0,1 1 0 0 0,0 0 0 0 0,-1 0-1 0 0,-1 2 31 0 0,0 1-1 0 0,0-3 0 0 0,0 3 0 0 0,-2 4 0 0 0,3-2 22 0 0,0-2 1 0 0,-1 1-1 0 0,1 1 0 0 0,1-2 1 0 0,0 2-1 0 0,-1-2 1 0 0,2 1-1 0 0,-1 0 0 0 0,0 0 1 0 0,4 9-1 0 0,1 5 221 0 0,10 24-1 0 0,-14-41-256 0 0,29 69 647 0 0,-24-56-466 0 0,3 0 1 0 0,14 21-1 0 0,-19-32-110 0 0,0 3-40 0 0,-2-8-41 0 0,-5-2 4 0 0,-6-22-112 0 0,-3 1 0 0 0,-19-33 0 0 0,16 32-65 0 0,-38-67-871 0 0,-67-85 1 0 0,80 128 502 0 0,0 1 1 0 0,-3 1-1 0 0,-53-43 1 0 0,95 89 527 0 0,-5-4-66 0 0,-1 0 0 0 0,1 0-1 0 0,0-1 1 0 0,-2 2 0 0 0,0-1 0 0 0,-12-4-1 0 0,20 9 74 0 0,0 0-1 0 0,0 0 0 0 0,0 0 0 0 0,-1 0 0 0 0,1-1 0 0 0,0 1 0 0 0,0 0 0 0 0,0 0 0 0 0,-1 0 1 0 0,1 0-1 0 0,0 0 0 0 0,0 0 0 0 0,0 0 0 0 0,-2 0 0 0 0,2 0 0 0 0,0 0 0 0 0,0 0 0 0 0,0 1 1 0 0,0-1-1 0 0,0 0 0 0 0,0 0 0 0 0,0 0 0 0 0,0 0 0 0 0,0 1 0 0 0,-1-1 0 0 0,1 0 0 0 0,0 0 1 0 0,-1 1-1 0 0,1-1 0 0 0,0 7 76 0 0,5 9 68 0 0,5 4 240 0 0,3-2-1 0 0,26 35 1 0 0,-38-51-369 0 0,46 59 1304 0 0,82 78-1 0 0,-101-113-892 0 0,-37-41-262 0 0,-24-39-146 0 0,9 15-347 0 0,-23-36-233 0 0,46 73 530 0 0,0 1 25 0 0,0 1 0 0 0,1-2 1 0 0,-1 1-1 0 0,1 0 0 0 0,-1-1 0 0 0,0 2 1 0 0,1-2-1 0 0,-1 1 0 0 0,1 0 0 0 0,0 0 1 0 0,0 0-1 0 0,0 0 0 0 0,0-3 1 0 0,0 4 2 0 0,0 0 0 0 0,0 0 1 0 0,0-1-1 0 0,0 1 1 0 0,0 0-1 0 0,0 0 1 0 0,0 0-1 0 0,0 0 0 0 0,0 0 1 0 0,0 0-1 0 0,0 0 1 0 0,0 0-1 0 0,0 0 1 0 0,0 0-1 0 0,0 0 0 0 0,1 0 1 0 0,-1 0-1 0 0,0 0 1 0 0,0 0-1 0 0,0 0 1 0 0,1 0-1 0 0,-1-1 0 0 0,0 1 1 0 0,0 0-1 0 0,0 0 1 0 0,1 0-1 0 0,-1 0 1 0 0,0 0-1 0 0,0 0 1 0 0,0 0-1 0 0,0 0 0 0 0,0 0 1 0 0,1 0-1 0 0,4 1-68 0 0,8 7 48 0 0,-13-8 27 0 0,19 14 218 0 0,0 2 0 0 0,-2-2 0 0 0,19 24 0 0 0,-34-37-205 0 0,38 43 733 0 0,52 71 0 0 0,-75-91-446 0 0,-1 2 1 0 0,-3 0-1 0 0,2 1 1 0 0,16 53 0 0 0,-28-72-240 0 0,5 16 198 0 0,-1 2 0 0 0,-1-1 0 0 0,5 42 0 0 0,-11-64-227 0 0,0 1 1 0 0,0-2-1 0 0,0 2 1 0 0,0-1 0 0 0,-2 6-1 0 0,2-9-31 0 0,0 0-1 0 0,0 1 1 0 0,0 0 0 0 0,-2-1-1 0 0,2 0 1 0 0,0 0-1 0 0,-1 1 1 0 0,1-1 0 0 0,0 2-1 0 0,0-2 1 0 0,0 0-1 0 0,0 0 1 0 0,-1 0 0 0 0,0 1-1 0 0,1-1 1 0 0,0 0-1 0 0,0 0 1 0 0,-1 0 0 0 0,1 1-4 0 0,-1-1 0 0 0,0 0 0 0 0,0 0 0 0 0,1 0 0 0 0,0 0 0 0 0,-2-1 0 0 0,2 1 0 0 0,0 0 0 0 0,-1 0 0 0 0,1 0 1 0 0,-1 0-1 0 0,1 0 0 0 0,-1 0 0 0 0,1 0 0 0 0,-1 0 0 0 0,1-1 0 0 0,0 1 0 0 0,0 0 0 0 0,-1 0 0 0 0,0 0 0 0 0,0-3 0 0 0,-8-6-34 0 0,0 0 0 0 0,2-2 0 0 0,0 1 0 0 0,-1-1 0 0 0,-7-17 0 0 0,3 6-218 0 0,-86-159-1618 0 0,2 4 49 0 0,-13 10 38 0 0,95 149 1460 0 0,-1 2 0 0 0,-19-20 0 0 0,28 31 343 0 0,-1-1 0 0 0,1 1 0 0 0,-1 0 0 0 0,-1 1 0 0 0,1-1 0 0 0,-1 1 0 0 0,1 0 0 0 0,-17-4 0 0 0,21 7 8 0 0,0 1 1 0 0,0-1-1 0 0,0 0 1 0 0,0 1-1 0 0,1 0 1 0 0,-2 0-1 0 0,1 0 1 0 0,-4 2 0 0 0,7-2-30 0 0,-2 0 1 0 0,2 0-1 0 0,0 0 1 0 0,0 0-1 0 0,0 0 1 0 0,0 1-1 0 0,0-1 1 0 0,0 0-1 0 0,-1 0 1 0 0,1 0 0 0 0,0 0-1 0 0,0 1 1 0 0,0-1-1 0 0,0 1 1 0 0,0-1-1 0 0,0 0 1 0 0,0 0-1 0 0,0 0 1 0 0,0 1 0 0 0,0-1-1 0 0,0 0 1 0 0,0 1-1 0 0,0-1 1 0 0,0 1-1 0 0,0-1 1 0 0,0 0-1 0 0,0 0 1 0 0,0 0-1 0 0,0 0 1 0 0,0 0 0 0 0,0 0-1 0 0,0 1 1 0 0,0-1-1 0 0,0 0 1 0 0,1 0-1 0 0,-1 0 1 0 0,0 0-1 0 0,0 0 1 0 0,0 0 0 0 0,0 2-1 0 0,9 8 157 0 0,-8-9-112 0 0,10 10 164 0 0,0-2 0 0 0,25 19-1 0 0,-11-10 12 0 0,191 136 2067 0 0,-116-95-1311 0 0,-99-59-968 0 0,-1 1-1 0 0,1-1 1 0 0,0 0-1 0 0,0 1 1 0 0,0-1-1 0 0,0 1 0 0 0,-1-1 1 0 0,2 1-1 0 0,-2-1 1 0 0,0 0-1 0 0,2 0 1 0 0,0 0-1 0 0,-2 0-6 0 0,0 0-1 0 0,0 0 0 0 0,0 0 0 0 0,0 0 1 0 0,0 0-1 0 0,0 0 0 0 0,0 0 0 0 0,0 0 1 0 0,0 0-1 0 0,0-1 0 0 0,1 1 1 0 0,-1 0-1 0 0,0 0 0 0 0,0 0 0 0 0,0 0 1 0 0,0 0-1 0 0,0 0 0 0 0,0-1 1 0 0,0 1-1 0 0,0 0 0 0 0,0 0 0 0 0,0 0 1 0 0,2 0-1 0 0,-2-1 0 0 0,0 1 0 0 0,0 0 1 0 0,0 0-1 0 0,0 0 0 0 0,0 0 1 0 0,0 0-1 0 0,0 0 0 0 0,0 0 0 0 0,0 0 1 0 0,0 0-1 0 0,-5-7 98 0 0,3 3-84 0 0,1 3 7 0 0,0 0 0 0 0,1 0 0 0 0,0 0 0 0 0,-1 0 0 0 0,-1 0 0 0 0,2 0 0 0 0,-2 1 0 0 0,2-1 0 0 0,-2 0 0 0 0,0-1 0 0 0,2 2-19 0 0,0 0 0 0 0,-1 0 1 0 0,1 0-1 0 0,0 0 0 0 0,0 0 0 0 0,0 0 1 0 0,0 0-1 0 0,0 0 0 0 0,0 0 0 0 0,0 0 0 0 0,0 0 1 0 0,0 0-1 0 0,0 0 0 0 0,0 0 0 0 0,0 0 0 0 0,0 0 1 0 0,0 0-1 0 0,0 0 0 0 0,0 0 0 0 0,0 0 0 0 0,0 0 1 0 0,0 0-1 0 0,0 0 0 0 0,0 0 0 0 0,0 0 1 0 0,0 0-1 0 0,0 0 0 0 0,0 0 0 0 0,0 0 0 0 0,0 0 1 0 0,0 2-1 0 0,0-2 0 0 0,0 0 0 0 0,0 0 0 0 0,0 0 1 0 0,0 0-1 0 0,0 0 0 0 0,0 0 0 0 0,0 0 1 0 0,0 0-1 0 0,0 0 0 0 0,0 0 0 0 0,0 0 0 0 0,0 0 1 0 0,0 0-1 0 0,0 0 0 0 0,0 0 0 0 0,0 0 0 0 0,0 0 1 0 0,0 0-1 0 0,0 0 0 0 0,0 0 0 0 0,0 0 0 0 0,0 0 1 0 0,0 0-1 0 0,0 0 0 0 0,0 1 0 0 0,0-1 1 0 0,0 0-1 0 0,0 0 0 0 0,0 0 0 0 0,0 0 0 0 0,0 0 1 0 0,0 0-1 0 0,0 0 0 0 0,0 0 0 0 0,0 0 0 0 0,0 0 1 0 0,2 3-23 0 0,-1-3 30 0 0,6 13 225 0 0,11 20 0 0 0,-45-79-33 0 0,26 44-229 0 0,-66-126-1279 0 0,58 113 1122 0 0,-2 0 1 0 0,0 1-1 0 0,-1-1 1 0 0,1 3-1 0 0,-2-1 0 0 0,-14-12 1 0 0,-80-47-1 0 0,-8 10 229 0 0,95 50-42 0 0,5 3 135 0 0,0 2-1 0 0,-1-1 1 0 0,2 2-1 0 0,-27-7 1 0 0,32 13-124 0 0,16 0 27 0 0,-1 1-1 0 0,0 0 0 0 0,0 1 0 0 0,0-1 1 0 0,1 1-1 0 0,-2 0 0 0 0,1 0 0 0 0,0 0 1 0 0,6 4-1 0 0,47 32 459 0 0,-56-36-493 0 0,36 27 478 0 0,-2 3-1 0 0,67 69 1 0 0,49 88 988 0 0,-125-153-1223 0 0,50 71 547 0 0,-56-76-394 0 0,24 51 0 0 0,-43-78-355 0 0,0 2 1 0 0,-1-1-1 0 0,-1 1 0 0 0,2-2 1 0 0,-2 2-1 0 0,0-1 1 0 0,0 2-1 0 0,1-3 1 0 0,-1 2-1 0 0,-1 0 0 0 0,0 0 1 0 0,0 0-1 0 0,-2 7 1 0 0,0-1 23 0 0,2-10-56 0 0,0 1 0 0 0,0 0-1 0 0,-1-1 1 0 0,0 0 0 0 0,1 1 0 0 0,-2-1-1 0 0,1 4 1 0 0,1-6-15 0 0,0 0 0 0 0,0 1 0 0 0,0-1 1 0 0,0 0-1 0 0,0 0 0 0 0,0 0 0 0 0,0 0 0 0 0,0 0 0 0 0,0 0 0 0 0,0 0 0 0 0,-1 0 1 0 0,1 0-1 0 0,0 0 0 0 0,0 0 0 0 0,0 0 0 0 0,0 0 0 0 0,0 0 0 0 0,0 0 0 0 0,0 0 0 0 0,0 0 1 0 0,0 0-1 0 0,0 0 0 0 0,0 0 0 0 0,-2 0 0 0 0,2 0 0 0 0,0 0 0 0 0,0 0 0 0 0,0 0 1 0 0,0 0-1 0 0,0 0 0 0 0,0 0 0 0 0,0 0 0 0 0,0 0 0 0 0,0 0 0 0 0,0 0 0 0 0,0 0 1 0 0,0 0-1 0 0,0 0 0 0 0,0 0 0 0 0,0 0 0 0 0,0 0 0 0 0,-1 0 0 0 0,1 0 0 0 0,0 0 0 0 0,0 0 1 0 0,0 0-1 0 0,0 0 0 0 0,0 0 0 0 0,0 0 0 0 0,-1 0 0 0 0,1 0 0 0 0,0-1 0 0 0,0 1 1 0 0,0 0-1 0 0,0 0 0 0 0,0 0 0 0 0,0 0 0 0 0,0-1 0 0 0,0 1 0 0 0,0 0 0 0 0,0 0 1 0 0,0 0-1 0 0,0 0 0 0 0,0-1 0 0 0,-3-5 74 0 0,3 6-69 0 0,-25-71-542 0 0,15 47 265 0 0,-117-269-3633 0 0,117 273 3567 0 0,14 35 457 0 0,8 19 0 0 0,-1-7 10 0 0,8 25 358 0 0,50 87 0 0 0,-65-132-434 0 0,1 0 0 0 0,5 8-1 0 0,-9-15-44 0 0,-2-5 12 0 0,-1-6 31 0 0,-6-13-120 0 0,-20-57-675 0 0,24 63 453 0 0,0 1-1 0 0,-2-33 1 0 0,5 47 247 0 0,1 0 0 0 0,1-1 1 0 0,-1 1-1 0 0,0-1 0 0 0,0-4 0 0 0,1 7 39 0 0,-1 1-1 0 0,0-1 1 0 0,0 1-1 0 0,1-1 1 0 0,-1 1-1 0 0,0 0 1 0 0,1-1-1 0 0,-1 1 1 0 0,0 0-1 0 0,0-1 0 0 0,0 1 1 0 0,1-1-1 0 0,-1 1 1 0 0,0 0-1 0 0,1-1 1 0 0,-1 1-1 0 0,1 0 1 0 0,-1-1-1 0 0,0 1 1 0 0,2 0-1 0 0,-1 0 8 0 0,-1 0 0 0 0,0 0-1 0 0,1 0 1 0 0,-1 0 0 0 0,0 0 0 0 0,1 0-1 0 0,0 0 1 0 0,0 0 0 0 0,-1 0 0 0 0,1 1-1 0 0,0-1 1 0 0,-1 1 0 0 0,0-1 0 0 0,2 0-1 0 0,-1 0 1 0 0,-1 1 0 0 0,0 0 0 0 0,0-1-1 0 0,1 0 1 0 0,0 1 0 0 0,10 10 132 0 0,-1 0-1 0 0,14 22 1 0 0,-7-11 14 0 0,28 34 213 0 0,-51-69-385 0 0,1 0 1 0 0,-1 0-1 0 0,-2-16 1 0 0,4 19-97 0 0,-48-197-1757 0 0,51 202 1843 0 0,-1 3-1 0 0,2-2 1 0 0,0 0-1 0 0,-1 1 1 0 0,1 0 0 0 0,0-1-1 0 0,0 1 1 0 0,0 0 0 0 0,0-2-1 0 0,1-4 1 0 0,-1 9 31 0 0,0-1 1 0 0,0 1 0 0 0,0 0-1 0 0,0 0 1 0 0,0 0-1 0 0,0 0 1 0 0,0 0 0 0 0,0 0-1 0 0,0 0 1 0 0,0 0-1 0 0,2 0 1 0 0,-2 0-1 0 0,0 0 1 0 0,0 0 0 0 0,1 0-1 0 0,-1-1 1 0 0,0 1-1 0 0,0 0 1 0 0,0 0-1 0 0,0 0 1 0 0,0 0 0 0 0,0 0-1 0 0,0 0 1 0 0,0 0-1 0 0,1 0 1 0 0,-1 0-1 0 0,0 0 1 0 0,1 0 0 0 0,-1 0-1 0 0,0 0 1 0 0,0 0-1 0 0,0 0 1 0 0,0 1 0 0 0,0-1-1 0 0,1 0 1 0 0,-1 0-1 0 0,0 0 1 0 0,0 0-1 0 0,1 0 1 0 0,-1 0 0 0 0,0 0-1 0 0,0 0 1 0 0,0 0-1 0 0,0 0 1 0 0,0 0-1 0 0,7 6 12 0 0,0 6 75 0 0,-1-2 1 0 0,0 1-1 0 0,-1-1 1 0 0,5 14 0 0 0,-3-5 61 0 0,57 148 927 0 0,-46-114-761 0 0,-12-38-205 0 0,31 100 597 0 0,-25-78-334 0 0,6 43-1 0 0,-18-69-296 0 0,1 0-1 0 0,-1 1 1 0 0,-1 0-1 0 0,-1 12 0 0 0,-2 19 190 0 0,4-29-108 0 0,-4 19 0 0 0,1-5-2 0 0,3-26-143 0 0,0 0-1 0 0,-1-1 1 0 0,1 0-1 0 0,0 0 1 0 0,0 0-1 0 0,0 0 1 0 0,-1 0-1 0 0,1 0 1 0 0,-1 0-1 0 0,1 0 1 0 0,-1 1-1 0 0,0-1 1 0 0,1-1 0 0 0,-1 2-1 0 0,0-1 1 0 0,0 0-1 0 0,0-1 1 0 0,0 1-1 0 0,-1 1 1 0 0,2-1-2 0 0,-2 0 0 0 0,1-1 1 0 0,-1 0-1 0 0,2 0 1 0 0,-2 1-1 0 0,1-1 0 0 0,1 0 1 0 0,-1 0-1 0 0,-1 0 0 0 0,1 0 1 0 0,0 0-1 0 0,0 0 0 0 0,0 0 1 0 0,-1-1-1 0 0,1 1 1 0 0,0 0-1 0 0,0 0 0 0 0,1-1 1 0 0,-2 0-1 0 0,2 1 0 0 0,-1-1 1 0 0,-2-1-1 0 0,-2 0 54 0 0,-2 0 0 0 0,3-2 1 0 0,-3 2-1 0 0,1 1 0 0 0,-8-3 0 0 0,-33-2 240 0 0,45 6-289 0 0,-2-1 27 0 0,-1 1 0 0 0,1-2 0 0 0,-1 1 0 0 0,1-1-1 0 0,-1 1 1 0 0,-3-4 0 0 0,0 2 29 0 0,2 0 0 0 0,-8-2-1 0 0,13 4-57 0 0,-2 1 0 0 0,2-1 0 0 0,-1 1 0 0 0,-1 0 0 0 0,2 0 0 0 0,-2 0 0 0 0,2 0 0 0 0,-1 0 0 0 0,-1 0 0 0 0,1 0 0 0 0,-3 2 0 0 0,3-1 6 0 0,1 0-1 0 0,-1-1 0 0 0,0 2 1 0 0,0-1-1 0 0,1 1 1 0 0,0-2-1 0 0,0 2 1 0 0,-1-1-1 0 0,1 0 1 0 0,0 1-1 0 0,0 0 1 0 0,-1-1-1 0 0,1 1 1 0 0,1 0-1 0 0,0 0 1 0 0,-2-1-1 0 0,1 1 0 0 0,1 0 1 0 0,0 0-1 0 0,-1 2 1 0 0,-1 2 20 0 0,2-1 1 0 0,-2 1 0 0 0,2-1-1 0 0,-1 0 1 0 0,1 0-1 0 0,3 7 1 0 0,6 72 488 0 0,-8-79-497 0 0,-1-3-12 0 0,1 1 1 0 0,-1-2-1 0 0,0 2 1 0 0,1-1-1 0 0,-1-1 1 0 0,0 2-1 0 0,-1 0 0 0 0,0 1 1 0 0,0-5 8 0 0,0-1 0 0 0,-1 1-1 0 0,2-1 1 0 0,-1 1 0 0 0,-1-2 0 0 0,2 2 0 0 0,-3-4-1 0 0,-19-50-681 0 0,-14-40-703 0 0,36 94 1339 0 0,-1-1 0 0 0,0 1 1 0 0,1-1-1 0 0,0-1 1 0 0,0 1-1 0 0,0-2 1 0 0,0 4 17 0 0,0 0-1 0 0,0 0 1 0 0,0 0 0 0 0,0 0 0 0 0,0-1-1 0 0,0 1 1 0 0,0 0 0 0 0,0-1 0 0 0,0 1 0 0 0,0 0-1 0 0,0-1 1 0 0,0 1 0 0 0,1 0 0 0 0,-1 0-1 0 0,0 0 1 0 0,0 0 0 0 0,0 0 0 0 0,1-1 0 0 0,-1 1-1 0 0,0 0 1 0 0,0 0 0 0 0,0 0 0 0 0,0-1-1 0 0,1 1 1 0 0,0 0-3 0 0,0 0-1 0 0,-1 0 1 0 0,0 0-1 0 0,0 0 1 0 0,1 0-1 0 0,-1 0 1 0 0,1 0-1 0 0,-1 1 1 0 0,0-1 0 0 0,1 0-1 0 0,0 0 1 0 0,-1 1-1 0 0,0-1 1 0 0,1 0-1 0 0,0 0 1 0 0,-1 0-1 0 0,0 2 1 0 0,11 7 43 0 0,-1-1 0 0 0,0 2-1 0 0,-1 1 1 0 0,15 18 0 0 0,-19-22-20 0 0,31 41 115 0 0,63 72 222 0 0,-88-110-301 0 0,-11-10-52 0 0,0 0 0 0 0,0 0-1 0 0,0 0 1 0 0,0 0-1 0 0,0 0 1 0 0,0 1-1 0 0,0-1 1 0 0,0 0-1 0 0,1 0 1 0 0,-1 0-1 0 0,0 0 1 0 0,0 0-1 0 0,0 0 1 0 0,0 0 0 0 0,0 0-1 0 0,0 0 1 0 0,0 0-1 0 0,0 0 1 0 0,0 0-1 0 0,0 0 1 0 0,0 0-1 0 0,1 0 1 0 0,-1 0-1 0 0,0 0 1 0 0,0 0-1 0 0,0 0 1 0 0,0 0 0 0 0,0 0-1 0 0,0 0 1 0 0,0 0-1 0 0,0-1 1 0 0,0 1-1 0 0,0 0 1 0 0,0 0-1 0 0,0 0 1 0 0,0 0-1 0 0,0 0 1 0 0,0 0-1 0 0,0 0 1 0 0,0 0 0 0 0,0 0-1 0 0,0 0 1 0 0,0 0-1 0 0,0 0 1 0 0,0 0-1 0 0,0 0 1 0 0,0-1-1 0 0,0 1 1 0 0,0 0-1 0 0,0 0 1 0 0,0 0-1 0 0,0 0 1 0 0,0 0 0 0 0,0 0-1 0 0,0 0 1 0 0,0 0-1 0 0,0 0 1 0 0,0 0-1 0 0,0 0 1 0 0,0 0-1 0 0,0 0 1 0 0,0 0-1 0 0,0 0 1 0 0,0 0-1 0 0,-4-9 13 0 0,-44-71-898 0 0,2 7-93 0 0,-18-33-1435 0 0,-127-157-1 0 0,58 118 358 0 0,64 74 931 0 0,63 64 1059 0 0,2 3-54 0 0,-1-1 0 0 0,1 1 0 0 0,-4-7 0 0 0,47 77 1007 0 0,18 29 102 0 0,41 78 767 0 0,-91-162-1590 0 0,-7-10-156 0 0,-4-6 16 0 0,-97-160-815 0 0,-5-4-494 0 0,51 88 220 0 0,-88-102-1 0 0,111 152 912 0 0,32 31 151 0 0,0 0 1 0 0,0 0 0 0 0,0 0 0 0 0,0 0 0 0 0,0 0 0 0 0,0 0 0 0 0,0 1-1 0 0,0-1 1 0 0,0 0 0 0 0,0 0 0 0 0,0 0 0 0 0,0 0 0 0 0,0 0 0 0 0,0 0-1 0 0,0 0 1 0 0,0 0 0 0 0,0 0 0 0 0,0 0 0 0 0,0 0 0 0 0,0 0 0 0 0,0 0-1 0 0,0 0 1 0 0,0 0 0 0 0,0 0 0 0 0,0 0 0 0 0,0 0 0 0 0,0 0 0 0 0,0 0-1 0 0,0 0 1 0 0,0 0 0 0 0,0 0 0 0 0,0 0 0 0 0,0 0 0 0 0,0 0 0 0 0,0 0 0 0 0,0 0-1 0 0,0 0 1 0 0,0 0 0 0 0,0 0 0 0 0,0 0 0 0 0,0 0 0 0 0,0 0 0 0 0,0 0-1 0 0,-1 0 1 0 0,1 0 0 0 0,0 0 0 0 0,0 0 0 0 0,0 0 0 0 0,0 0 0 0 0,0 0-1 0 0,0 0 1 0 0,0 0 0 0 0,0 0 0 0 0,0 0 0 0 0,0 0 0 0 0,0 0 0 0 0,0 0-1 0 0,0 0 1 0 0,0 0 0 0 0,0 0 0 0 0,0-1 0 0 0,1 7 48 0 0,3 5 159 0 0,2 0 15 0 0,5 20 0 0 0,-1-2 93 0 0,2 6 137 0 0,4-1 0 0 0,2 0 0 0 0,0-1 0 0 0,31 43 0 0 0,-47-74-405 0 0,0 1 1 0 0,-1-2 0 0 0,1 2-1 0 0,0-1 1 0 0,0-1 0 0 0,0 0-1 0 0,0 1 1 0 0,0 1 0 0 0,1-3-1 0 0,2 5 1 0 0,-4-5-46 0 0,-1 0 1 0 0,0 0-1 0 0,1 0 0 0 0,-1 0 1 0 0,0 0-1 0 0,0 0 0 0 0,0 0 0 0 0,0 0 1 0 0,1 0-1 0 0,-1 0 0 0 0,0 0 1 0 0,1 0-1 0 0,-1 0 0 0 0,0 0 0 0 0,1 0 1 0 0,-1 0-1 0 0,0 0 0 0 0,0-1 1 0 0,0 1-1 0 0,0 0 0 0 0,0 0 1 0 0,0 0-1 0 0,0-1 0 0 0,0 1 0 0 0,1 0 1 0 0,-1 0-1 0 0,0 0 0 0 0,0-1 1 0 0,3-7 73 0 0,-1-8 35 0 0,-2 1-198 0 0,0 0-77 0 0,0-1 0 0 0,4-27 0 0 0,-4 41 153 0 0,2 0-1 0 0,-1 1 0 0 0,-1 0 1 0 0,0-1-1 0 0,0 1 0 0 0,0-1 1 0 0,1 0-1 0 0,0 1 1 0 0,0 0-1 0 0,0-1 0 0 0,1 1 1 0 0,-2-1-1 0 0,2 2 0 0 0,-1-2 1 0 0,0 1-1 0 0,1-2 0 0 0,0 3 18 0 0,-1 0 0 0 0,0 0-1 0 0,1-1 1 0 0,-1 1 0 0 0,-1-1-1 0 0,2 1 1 0 0,-2 0 0 0 0,2-1-1 0 0,-1 1 1 0 0,0 0 0 0 0,1 0-1 0 0,-1 0 1 0 0,0 1 0 0 0,0-1-1 0 0,1 0 1 0 0,-1 1 0 0 0,-1-1-1 0 0,1 1 1 0 0,1-1 0 0 0,-1 0-1 0 0,0 0 1 0 0,0 0-1 0 0,2 2 1 0 0,1 2 54 0 0,1-1-1 0 0,-1 0 1 0 0,2 0 0 0 0,-2 1-1 0 0,7 7 1 0 0,15 25 334 0 0,70 114 815 0 0,-12 7 27 0 0,-84-157-1228 0 0,10 18 191 0 0,-2 0 0 0 0,0 0 1 0 0,8 28-1 0 0,-16-40-23 0 0,-3-8-84 0 0,-4-9-23 0 0,6 9-61 0 0,-59-104-829 0 0,19 31 56 0 0,-128-184-1920 0 0,123 199 1807 0 0,-3 1 0 0 0,-61-53 0 0 0,101 103 770 0 0,3 5 14 0 0,1-3 1 0 0,0 3 0 0 0,-12-7-1 0 0,22 15 206 0 0,1 2 0 0 0,0-1 0 0 0,-2 2 0 0 0,6 5 0 0 0,4 6 126 0 0,19 16 439 0 0,38 32 0 0 0,-2-4 199 0 0,-50-42-470 0 0,0 2-1 0 0,25 40 0 0 0,-42-58-364 0 0,0-1 0 0 0,0 1-1 0 0,-1 0 1 0 0,1-1 0 0 0,0 1-1 0 0,1 4 1 0 0,-3-8-41 0 0,0 0 0 0 0,0 0 0 0 0,0 0 0 0 0,0 0-1 0 0,0 0 1 0 0,0 1 0 0 0,0-1 0 0 0,0 0 0 0 0,0 0 0 0 0,0 0 0 0 0,0 0 0 0 0,0 0 0 0 0,0 0 0 0 0,0 1 0 0 0,0-1 0 0 0,0 0 0 0 0,0 0 0 0 0,0 0 0 0 0,0 0-1 0 0,0 0 1 0 0,0 0 0 0 0,0 1 0 0 0,0-1 0 0 0,0 0 0 0 0,0 0 0 0 0,0 0 0 0 0,0 0 0 0 0,0 0 0 0 0,0 0 0 0 0,0 0 0 0 0,0 0 0 0 0,0 0 0 0 0,0 0 0 0 0,0 0-1 0 0,0 0 1 0 0,-1 0 0 0 0,1 0 0 0 0,0 0 0 0 0,0 0 0 0 0,0 0 0 0 0,0 0 0 0 0,0 0 0 0 0,-1 0 0 0 0,-3-2 16 0 0,-2-5 101 0 0,-31-45 34 0 0,-77-100-1485 0 0,58 86 740 0 0,-46-60-539 0 0,78 96 855 0 0,-22-32-331 0 0,27 37 322 0 0,18 24 287 0 0,-1-2 0 0 0,14 14 29 0 0,-2 0 164 0 0,-1 1 1 0 0,12 17-1 0 0,-6-7 38 0 0,35 48 494 0 0,159 236 2432 0 0,-202-294-3035 0 0,118 206 2012 0 0,-114-196-1950 0 0,-1-6 100 0 0,-3 1 0 0 0,14 33 0 0 0,-21-50-283 0 0,0 1 1 0 0,0-1-1 0 0,0 0 0 0 0,0 0 0 0 0,0 1 1 0 0,0-1-1 0 0,0 0 0 0 0,0 0 0 0 0,0 0 0 0 0,0 0 1 0 0,0 0-1 0 0,0 0 0 0 0,0 0 0 0 0,0 1 1 0 0,0-1-1 0 0,0 0 0 0 0,0 1 0 0 0,0-1 1 0 0,0 0-1 0 0,0 0 0 0 0,0 1 0 0 0,-1-1 1 0 0,1 0-1 0 0,0 0 0 0 0,0 0 0 0 0,0 0 1 0 0,0 0-1 0 0,0 0 0 0 0,0 0 0 0 0,0 0 0 0 0,-1 0 1 0 0,1 0-1 0 0,0 0 0 0 0,0 0 0 0 0,-1 0 1 0 0,1 0-1 0 0,0 0 0 0 0,0 0 0 0 0,0 0 1 0 0,0 1-1 0 0,0-1 0 0 0,0 0 0 0 0,0 0 1 0 0,0 0-1 0 0,-1 0 0 0 0,1 0 0 0 0,0 0 0 0 0,-1 0 1 0 0,1 0-1 0 0,-1 0 2 0 0,1-1-1 0 0,0 1 1 0 0,-1 0-1 0 0,1 0 1 0 0,0 0-1 0 0,-1 0 1 0 0,0 0 0 0 0,1 0-1 0 0,0 0 1 0 0,-1 0-1 0 0,1 0 1 0 0,-1 0-1 0 0,0-1 1 0 0,1 0 0 0 0,0 1-1 0 0,0-1 1 0 0,0 1-1 0 0,0 0 1 0 0,-1 0-1 0 0,1 0 1 0 0,-1-1 0 0 0,1 0-1 0 0,-1 0 1 0 0,20 41 440 0 0,-7-16-38 0 0,3 0 1 0 0,22 32 0 0 0,-12-20 36 0 0,-8-11-170 0 0,-9-14-105 0 0,-1 1-1 0 0,9 12 1 0 0,-11-13-78 0 0,-3-6-15 0 0,2 1-1 0 0,-2 0 0 0 0,1-1 1 0 0,-1 1-1 0 0,-1 0 1 0 0,1 0-1 0 0,-1 0 1 0 0,2 12-1 0 0,-3-7-23 0 0,1-1 0 0 0,0 0 1 0 0,1 1-1 0 0,0-1 0 0 0,0-1 0 0 0,2 1 0 0 0,-1 0 0 0 0,2-1 0 0 0,-1 1 1 0 0,0 0-1 0 0,10 11 0 0 0,1 1-50 0 0,-9-13 0 0 0,0 0 0 0 0,2 1 0 0 0,-1-2 0 0 0,9 10 0 0 0,-13-17 0 0 0,1 2 0 0 0,-2-1 0 0 0,2-1 0 0 0,-1 1 0 0 0,8 1 0 0 0,7 4 0 0 0,-11-2 0 0 0,1-1 0 0 0,12 13 0 0 0,-11-9 0 0 0,15 8 0 0 0,-24-16 0 0 0,0 0 0 0 0,0 1 0 0 0,0-1 0 0 0,0 0 0 0 0,0 0 0 0 0,0 0 1 0 0,0 0-1 0 0,0 0 0 0 0,0 0 0 0 0,1 0 0 0 0,-1 0 0 0 0,0 1 0 0 0,0-1 0 0 0,1 0 0 0 0,-1 0 0 0 0,0 0 0 0 0,0 0 1 0 0,0 0-1 0 0,0 0 0 0 0,0-1 0 0 0,0 1 0 0 0,1 0 0 0 0,-1 0 0 0 0,0 0 0 0 0,0 0 0 0 0,0 0 0 0 0,0 0 0 0 0,0 0 1 0 0,0 0-1 0 0,0-1 0 0 0,1 1 0 0 0,-1 0 0 0 0,0 0 0 0 0,0 0 0 0 0,0 0 0 0 0,0 0 0 0 0,0 0 0 0 0,0 0 0 0 0,0 0 0 0 0,0 0 1 0 0,0-1-1 0 0,3-8 3 0 0,-4-11-40 0 0,-5-33-654 0 0,4 44 524 0 0,1 0 0 0 0,-1 0 1 0 0,0 1-1 0 0,-1 0 0 0 0,-5-12 0 0 0,-21-41-692 0 0,24 53 705 0 0,-27-47-698 0 0,-7-15-86 0 0,-34-48-872 0 0,58 94 1472 0 0,-77-102-1675 0 0,18 28 521 0 0,12 10-131 0 0,61 87 1546 0 0,-5-8-46 0 0,5 9 121 0 0,1 0 1 0 0,0 0-1 0 0,0 0 1 0 0,-1-1-1 0 0,1 1 1 0 0,0 0-1 0 0,0 0 0 0 0,0-1 1 0 0,0 1-1 0 0,0-1 1 0 0,0 1-1 0 0,0 0 1 0 0,0 0-1 0 0,0 0 1 0 0,0 0-1 0 0,0-1 0 0 0,0 1 1 0 0,0-1-1 0 0,0 1 1 0 0,0-1-1 0 0,0 1 1 0 0,0 0-1 0 0,0 0 1 0 0,0-1-1 0 0,1 1 0 0 0,-1 0 3 0 0,1-1-1 0 0,-1 1 0 0 0,0 0 1 0 0,0 0-1 0 0,0 0 0 0 0,0 0 0 0 0,0 0 1 0 0,2 0-1 0 0,-2 0 0 0 0,1 0 1 0 0,-1 0-1 0 0,0 0 0 0 0,0 0 0 0 0,0 0 1 0 0,0 0-1 0 0,0 0 0 0 0,1 0 1 0 0,-1 1-1 0 0,1-1 0 0 0,-1 0 1 0 0,0 0-1 0 0,0 0 0 0 0,0 0 0 0 0,1 0 1 0 0,-1 0-1 0 0,0 1 0 0 0,0-1 1 0 0,0 0-1 0 0,0 0 0 0 0,0 0 0 0 0,0 0 1 0 0,0 1-1 0 0,0 0 0 0 0,10 9 147 0 0,-8-8-108 0 0,84 90 1150 0 0,-74-76-918 0 0,0-1 1 0 0,13 25-1 0 0,14 38 487 0 0,-11-19-175 0 0,31 62 636 0 0,-55-116-1099 0 0,-3-9-41 0 0,-4-10 68 0 0,-17-43-1008 0 0,-45-93 0 0 0,42 99 448 0 0,-43-88-809 0 0,37 74 679 0 0,-14-33-407 0 0,36 86 839 0 0,10 21 211 0 0,0-7-61 0 0,-2 0 0 0 0,0 1-1 0 0,0 1 1 0 0,0-2 0 0 0,1 1-1 0 0,-2 3 1 0 0,4 7 68 0 0,22 48 879 0 0,45 77 0 0 0,-29-60-243 0 0,80 132 1233 0 0,-88-156-1418 0 0,20 27 317 0 0,-58-112-658 0 0,-1-47-910 0 0,-3-30-332 0 0,-23-65-597 0 0,20 129 809 0 0,-33-79 0 0 0,14 57-470 0 0,-64-101 0 0 0,87 158 1332 0 0,0-1 1 0 0,0 2-1 0 0,-1 0 0 0 0,-16-13 1 0 0,8 8-48 0 0,5 4 52 0 0,0 2 0 0 0,0-1-1 0 0,-1 2 1 0 0,0 0 0 0 0,-15-6-1 0 0,22 10-6 0 0,0 1 0 0 0,0-1 0 0 0,1 0-1 0 0,-1 2 1 0 0,0-1 0 0 0,0 0 0 0 0,-1 1 0 0 0,1-1-1 0 0,0 2 1 0 0,0-1 0 0 0,0 1 0 0 0,0 0 0 0 0,0-1-1 0 0,1 2 1 0 0,-2 0 0 0 0,-4 1 0 0 0,5-1 1 0 0,2 0 1 0 0,-1 0 0 0 0,-1 1-1 0 0,3-1 1 0 0,-3 0 0 0 0,2 0-1 0 0,0 2 1 0 0,0-2 0 0 0,-1 1-1 0 0,2 0 1 0 0,-1 1 0 0 0,0-1-1 0 0,0 1 1 0 0,2 0-1 0 0,-1-1 1 0 0,-1 1 0 0 0,2 1-1 0 0,-1-2 1 0 0,-1 6 0 0 0,0 6 115 0 0,1 1 0 0 0,1-2 1 0 0,0 2-1 0 0,1 0 0 0 0,3 17 1 0 0,-2 0 88 0 0,2 16 171 0 0,0 26 228 0 0,-3-75-641 0 0,0 2 0 0 0,0-1 1 0 0,0 0-1 0 0,0 0 1 0 0,-1 0-1 0 0,1 0 0 0 0,-1 0 1 0 0,1 0-1 0 0,0 0 0 0 0,-1 0 1 0 0,1 0-1 0 0,0 2 1 0 0,0-3-9 0 0,0 0 1 0 0,-1 0 0 0 0,1 0 0 0 0,0 0 0 0 0,0 0 0 0 0,-2 0-1 0 0,2 0 1 0 0,0 1 0 0 0,0-1 0 0 0,0 0 0 0 0,0 0-1 0 0,0 0 1 0 0,0 0 0 0 0,0 0 0 0 0,0 0 0 0 0,-1 1 0 0 0,1-1-1 0 0,0 0 1 0 0,-1 0 0 0 0,1 0 0 0 0,0 0 0 0 0,0 0-1 0 0,0 0 1 0 0,0 0 0 0 0,0-1 0 0 0,-1 1 0 0 0,0 0 5 0 0,1-1 0 0 0,-1 1 1 0 0,0 0-1 0 0,0-1 0 0 0,1 1 1 0 0,0-1-1 0 0,0 1 0 0 0,-1 0 1 0 0,1-1-1 0 0,-1 1 0 0 0,1-1 1 0 0,-1 0-1 0 0,-11-22-122 0 0,-20-44 1 0 0,15 28-178 0 0,-80-145-1303 0 0,91 175 1516 0 0,6 8 15 0 0,2 5-20 0 0,42 63 626 0 0,-20-33-254 0 0,35 56 406 0 0,47 69 627 0 0,-78-121-878 0 0,2-1 0 0 0,37 34 1 0 0,-66-69-429 0 0,13 11 166 0 0,17 13-1 0 0,-28-24-134 0 0,2 1-1 0 0,-1 0 0 0 0,-1-1 1 0 0,3 1-1 0 0,-3-1 1 0 0,3 0-1 0 0,-2-1 1 0 0,1 1-1 0 0,8 0 0 0 0,-11-2-33 0 0,0 0-1 0 0,0 0 0 0 0,1 0 0 0 0,-2 0 1 0 0,2 0-1 0 0,-1 0 0 0 0,0 0 0 0 0,-1 0 1 0 0,2-1-1 0 0,-1 0 0 0 0,1 0 0 0 0,-2 0 1 0 0,1 0-1 0 0,0 0 0 0 0,0 0 0 0 0,0-1 1 0 0,-1 1-1 0 0,1-1 0 0 0,0 2 0 0 0,0-2 1 0 0,-2 1-1 0 0,5-5 0 0 0,0-2-89 0 0,1 0 0 0 0,-2 0 0 0 0,8-17 0 0 0,-4 8-182 0 0,-2 6 81 0 0,-1 1 0 0 0,2 0 0 0 0,15-18 0 0 0,-18 22 188 0 0,1 2 1 0 0,1-2-1 0 0,-2 2 0 0 0,3-1 0 0 0,-1 1 0 0 0,-1 1 0 0 0,2-1 0 0 0,7-3 0 0 0,1 1 58 0 0,-3 1 1 0 0,0 0 1 0 0,-1-1 0 0 0,1 0 0 0 0,-1-1 0 0 0,9-8 0 0 0,-18 14-63 0 0,-1 0 1 0 0,0 0-1 0 0,0 1 1 0 0,1-1-1 0 0,-2 0 1 0 0,1 1-1 0 0,0-1 1 0 0,1 0-1 0 0,-1 0 1 0 0,1 1-1 0 0,-2 0 1 0 0,3-1-1 0 0,-3 1 1 0 0,1 0-1 0 0,1 0 1 0 0,0-1-1 0 0,-1 1 1 0 0,2 0-1 0 0,0 0 6 0 0,-1 0 0 0 0,0-1 0 0 0,0 1 0 0 0,0 0 0 0 0,3-3 0 0 0,-3 2-2 0 0,1 1 0 0 0,-1 0 0 0 0,-1 0 0 0 0,2-1 0 0 0,4 0 0 0 0,-5 0-12 0 0,-1 1-1 0 0,1 0 1 0 0,0 0 0 0 0,0 0-1 0 0,0-1 1 0 0,-1 1-1 0 0,1-1 1 0 0,-1 1-1 0 0,1-1 1 0 0,0 0 0 0 0,0 1-1 0 0,-1-2 1 0 0,1 2-1 0 0,-2-2 1 0 0,2 2-1 0 0,2-4 1 0 0,-1 1-3 0 0,0-1-1 0 0,2-1 1 0 0,3-9-1 0 0,8-9-3 0 0,-15 21 8 0 0,0 2-1 0 0,1-2 0 0 0,-1 0 1 0 0,1 1-1 0 0,0-1 0 0 0,0 2 1 0 0,0-2-1 0 0,-1 1 0 0 0,0 1 1 0 0,4-3-1 0 0,-3 3 7 0 0,-1 0 0 0 0,0 0-1 0 0,0 0 1 0 0,0 0 0 0 0,1 0 0 0 0,-1 0-1 0 0,0 0 1 0 0,1 0 0 0 0,-1 0 0 0 0,0 0 0 0 0,0 0-1 0 0,1 0 1 0 0,-1 1 0 0 0,-1 0 0 0 0,2-1 0 0 0,0 1-1 0 0,20 12 93 0 0,-5-2 24 0 0,-11-10-103 0 0,0 2 1 0 0,0-3-1 0 0,-1 2 1 0 0,1-1-1 0 0,0-1 1 0 0,10 1-1 0 0,12 0 111 0 0,-26 0-118 0 0,1-1-1 0 0,0 0 1 0 0,-1 0 0 0 0,1 0 0 0 0,1 0 0 0 0,3-1 0 0 0,-6 1-6 0 0,1 0 0 0 0,-1-1 0 0 0,0 1 1 0 0,0 0-1 0 0,0-1 0 0 0,-1 1 0 0 0,2-1 0 0 0,-1 1 0 0 0,0-2 0 0 0,0 2 1 0 0,0-1-1 0 0,-1 0 0 0 0,1 0 0 0 0,1 1 0 0 0,-2-2 0 0 0,0 1 1 0 0,2-1-1 0 0,-1 0-23 0 0,0 0 0 0 0,0 0 0 0 0,0 0 1 0 0,-1 0-1 0 0,0 1 0 0 0,0-2 0 0 0,0 1 1 0 0,1 0-1 0 0,-1 0 0 0 0,0 1 0 0 0,-1-1 0 0 0,1-1 1 0 0,0 1-1 0 0,0 0 0 0 0,-2-4 0 0 0,-1-3-133 0 0,-1 0 0 0 0,-5-12 0 0 0,-1 0-120 0 0,-1-1-37 0 0,9 19 266 0 0,0-2 0 0 0,-1 1 0 0 0,1 0 1 0 0,1-1-1 0 0,-2-4 0 0 0,0 3-42 0 0,1-2 0 0 0,0 2 0 0 0,0-1 1 0 0,-2 1-1 0 0,0 1 0 0 0,-3-8 0 0 0,-6-6-121 0 0,-21-33-299 0 0,8 14 443 0 0,13 22-34 0 0,0 0 137 0 0,11 14-21 0 0,1 0 0 0 0,-1 0-1 0 0,0 0 1 0 0,1 0 0 0 0,-3-1 0 0 0,-8-9 53 0 0,8 7-30 0 0,1 1 1 0 0,-1 1 0 0 0,1-1-1 0 0,-1 0 1 0 0,0 1-1 0 0,-4-3 1 0 0,-8-6 53 0 0,-4-6 101 0 0,-1 1-129 0 0,15 12-86 0 0,0 1-1 0 0,-9-5 1 0 0,10 6 13 0 0,-1-1 1 0 0,-8-6 0 0 0,-28-20 263 0 0,37 26-244 0 0,-4-4-182 0 0,-1-1 1 0 0,-12-15 0 0 0,49 48 429 0 0,-16-12-133 0 0,-1 3 1 0 0,9 14 0 0 0,-2 0 16 0 0,7 2 63 0 0,-13-16-87 0 0,0 1-1 0 0,-1 1 0 0 0,10 21 1 0 0,-5-8 38 0 0,-9-20-69 0 0,5 14 0 0 0,-11-12-32 0 0,0-12-62 0 0,0 1-1 0 0,0 0 1 0 0,0-1-1 0 0,0 0 1 0 0,0 1-1 0 0,-1-1 1 0 0,1 0-1 0 0,0 1 1 0 0,0 0-1 0 0,0-1 1 0 0,0 1-1 0 0,0-1 1 0 0,0 0-1 0 0,0 0 1 0 0,-1 0-1 0 0,1 1 1 0 0,-1-1-1 0 0,1 1 1 0 0,0-1-1 0 0,-1 1 1 0 0,1-1-1 0 0,0 0 1 0 0,0 0-1 0 0,0 0 1 0 0,-1 0-1 0 0,1 0 1 0 0,-1 0-1 0 0,0 1 1 0 0,1-1-1 0 0,0 0 1 0 0,-1 0-1 0 0,0 0 1 0 0,1 0-1 0 0,-1 0 1 0 0,1 0-1 0 0,0 0 1 0 0,0 0-1 0 0,-1 0 1 0 0,0 0-1 0 0,0 0 1 0 0,1 0-1 0 0,0-1 0 0 0,-2 1 5 0 0,0 0 0 0 0,0 0 0 0 0,1 0 0 0 0,-1-1 0 0 0,-1 0-1 0 0,3 0 1 0 0,-2 1 0 0 0,0-2 0 0 0,1 1 0 0 0,-3-1 0 0 0,-18-19 73 0 0,-22-29 1 0 0,26 28-44 0 0,-5-2-492 0 0,-1 0-1 0 0,-50-40 0 0 0,-57-19 1112 0 0,74 49-970 0 0,43 26 244 0 0,2 1 136 0 0,-3-2-1 0 0,1 1 1 0 0,0 1 0 0 0,-19-6-1 0 0,-14-1 139 0 0,15 4-20 0 0,1 1 0 0 0,-57-8 0 0 0,60 14-40 0 0,0 1 0 0 0,-39 3 0 0 0,57 1-93 0 0,0-1 0 0 0,0 2 0 0 0,-9 3 0 0 0,11-4-19 0 0,1 1-1 0 0,0-2 0 0 0,-1 0 0 0 0,0 1 0 0 0,0-1 0 0 0,2 0 0 0 0,-12-1 1 0 0,-20-1 121 0 0,25 2-77 0 0,-16-3 0 0 0,24 2-55 0 0,1-1 0 0 0,0-1 0 0 0,-1 2 1 0 0,2 0-1 0 0,-2-3 0 0 0,1 3 0 0 0,-8-7 0 0 0,-1-2 8 0 0,-2 0 0 0 0,2-1 0 0 0,0-1-1 0 0,1 0 1 0 0,0 0 0 0 0,1-1 0 0 0,-12-15 0 0 0,9 8 31 0 0,9 16-62 0 0,4 3 3 0 0,-8 0 25 0 0,8-1-22 0 0,1 0 0 0 0,-2 0 0 0 0,2 1 0 0 0,-1-1 0 0 0,0 0 0 0 0,0 1-1 0 0,0-1 1 0 0,1 0 0 0 0,-2 0 0 0 0,2 0 0 0 0,0 0 0 0 0,-2-1 0 0 0,1 2 7 0 0,-29-34 97 0 0,12 16-45 0 0,10 12-42 0 0,8 6-15 0 0,-5-3 12 0 0,3 3-17 0 0,1 1-1 0 0,-1 0 1 0 0,-4 0 26 0 0,-11-7 0 0 0,12 5-21 0 0,3 0 2 0 0,0 0 1 0 0,-1 0-1 0 0,3 0 0 0 0,-3 0 0 0 0,0 1 1 0 0,0 0-1 0 0,2-1 0 0 0,-1 1 1 0 0,-4-1-1 0 0,6 1-7 0 0,-1 0 1 0 0,1 0 0 0 0,-1 0-1 0 0,1 0 1 0 0,-1 0-1 0 0,1 0 1 0 0,0 0 0 0 0,0 0-1 0 0,0 0 1 0 0,0 0-1 0 0,0 0 1 0 0,0 0 0 0 0,0 0-1 0 0,-1 0 1 0 0,1-1 0 0 0,0 1-1 0 0,-1 0 1 0 0,1 0-1 0 0,-1 0 1 0 0,1-2 0 0 0,-11-4 12 0 0,10 5-9 0 0,1 1-3 0 0,0-1 1 0 0,0 1-1 0 0,-1 0 1 0 0,1-1-1 0 0,0 0 1 0 0,0 1-1 0 0,-1-1 0 0 0,1 0 1 0 0,0 0-1 0 0,0 1 1 0 0,0 0-1 0 0,0 0 1 0 0,0-1-1 0 0,0-1 0 0 0,1 2-1 0 0,0 0 4 0 0,0 0-1 0 0,0-1 0 0 0,0 1 0 0 0,1 0 1 0 0,-1 0-1 0 0,1 0 0 0 0,1 1 0 0 0,47-3 75 0 0,-41 3-55 0 0,0 0 1 0 0,12 2-1 0 0,1 1 14 0 0,30 7 84 0 0,-35-7-86 0 0,-15-2-27 0 0,2-2 1 0 0,0 2-1 0 0,-2-2 1 0 0,1 0-1 0 0,4 1 1 0 0,-4-1-2 0 0,1 0-1 0 0,-1 0 1 0 0,0 2 0 0 0,0-1-1 0 0,6 2 1 0 0,4 0 30 0 0,26 3 50 0 0,-15-3-49 0 0,-10 0-24 0 0,3-2 55 0 0,22 8-1 0 0,-29-6-47 0 0,-1-1 1 0 0,-1-1-1 0 0,2 0 1 0 0,16 1 0 0 0,-22-2-10 0 0,0 1 0 0 0,-1 1 0 0 0,1-2 1 0 0,0 1-1 0 0,-1 0 0 0 0,1 0 0 0 0,-1 2 1 0 0,1-2-1 0 0,0 2 0 0 0,-1-2 0 0 0,0 1 1 0 0,5 6-1 0 0,4 0 9 0 0,3 2 5 0 0,-15-10-26 0 0,-7 4 30 0 0,-70-7 122 0 0,-57 3 69 0 0,109 3-131 0 0,-32 4 0 0 0,50-5-71 0 0,-1 0 0 0 0,-1-1 0 0 0,3 2 1 0 0,-2 0-1 0 0,1 1 0 0 0,-1-2 0 0 0,1 3 0 0 0,-7 3 1 0 0,9-4-8 0 0,1 0 1 0 0,-1-1 0 0 0,2 1 0 0 0,-1 0 0 0 0,0 1 0 0 0,-4 5 0 0 0,6-6-6 0 0,1-1 0 0 0,-1 0 0 0 0,1 0 0 0 0,0 1 0 0 0,-1-1 0 0 0,1 0 0 0 0,0 2 0 0 0,0-3 0 0 0,1 3 0 0 0,0-2 0 0 0,0 4 0 0 0,0 2-7 0 0,0 0 0 0 0,2 1 0 0 0,0-1 0 0 0,3 12 0 0 0,15 36 0 0 0,-6-17 0 0 0,-4-13 0 0 0,2-3 0 0 0,19 34 0 0 0,2 3 0 0 0,18 30 0 0 0,-15-25 0 0 0,11 26 0 0 0,-12-14 0 0 0,21 43 0 0 0,-6-21 0 0 0,-23-50 0 0 0,58 78 0 0 0,-47-80 0 0 0,66 65 0 0 0,-102-112 0 0 0,14 14 0 0 0,-1-1 0 0 0,28 18 0 0 0,53 34 0 0 0,-48-32 0 0 0,37 22 0 0 0,-68-45 0 0 0,20 17 0 0 0,14 9 0 0 0,-25-22 0 0 0,19 12 0 0 0,-39-22 0 0 0,-4-5 0 0 0,0 1 0 0 0,-1 0 0 0 0,1-1 0 0 0,-2 1 0 0 0,2 0 0 0 0,0-1 0 0 0,0 3 0 0 0,2 1 0 0 0,-1-1 0 0 0,0 2 0 0 0,1-1 0 0 0,2 6 0 0 0,10 12 0 0 0,1-5 0 0 0,-14-15 0 0 0,-1-1 0 0 0,0 1 0 0 0,2-1 0 0 0,-2 0 0 0 0,0 1 0 0 0,0-2 0 0 0,1 1 0 0 0,0 0 0 0 0,4 0 0 0 0,1 0 0 0 0,-1 0 0 0 0,11 0 0 0 0,-16-1 0 0 0,1 0 0 0 0,-1-1 0 0 0,0 0 0 0 0,0 1 0 0 0,0-1 0 0 0,1 0 0 0 0,-1 1 0 0 0,1-2 0 0 0,-2 2 0 0 0,5-3 0 0 0,0-1 0 0 0,-5 3 0 0 0,-2 1 0 0 0,-12-5 0 0 0,1 0 0 0 0,-22-2 0 0 0,21 4 0 0 0,-18-6-113 0 0,0 0 0 0 0,2-2 0 0 0,-39-21 0 0 0,-21-17-308 0 0,33 12 226 0 0,-12-12-1616 0 0,-88-83 0 0 0,90 73 767 0 0,-55-54-1014 0 0,92 79 910 0 0,-38-64 0 0 0,6 9-173 0 0,-33-39-717 0 0,72 92 906 0 0,-33-68 0 0 0,24 33 206 0 0,-3-12-354 0 0,-2 15 1765 0 0,35 67-469 0 0,0-1 1 0 0,0 1 0 0 0,-1-1 0 0 0,1 0-1 0 0,0 1 1 0 0,0-1 0 0 0,0 0 0 0 0,0 1-1 0 0,-4-2 1 0 0,5 3-15 0 0,0 0 1 0 0,0 0-1 0 0,0 0 1 0 0,0 0-1 0 0,0 0 0 0 0,0 0 1 0 0,0 0-1 0 0,-1 0 0 0 0,1 0 1 0 0,0 0-1 0 0,0 0 0 0 0,0 1 1 0 0,0-1-1 0 0,-1 0 0 0 0,1 0 1 0 0,0 0-1 0 0,0 0 1 0 0,0 0-1 0 0,0 0 0 0 0,0 0 1 0 0,0 0-1 0 0,0 1 0 0 0,0-1 1 0 0,0 0-1 0 0,0 0 0 0 0,0 0 1 0 0,0 1-1 0 0,0-1 0 0 0,0 0 1 0 0,0 0-1 0 0,0 0 1 0 0,0 0-1 0 0,0 0 0 0 0,0 0 1 0 0,0 0-1 0 0,0 0 0 0 0,0 7 86 0 0,2 6 139 0 0,3-1 1 0 0,-2 0 0 0 0,11 21-1 0 0,22 33 983 0 0,-30-55-1135 0 0,17 30 439 0 0,30 52 840 0 0,48 57 979 0 0,-100-148-2301 0 0,1 0-3 0 0,-2-1 0 0 0,2 2-1 0 0,-1-1 1 0 0,1-1 0 0 0,1 2 0 0 0,-8-17 146 0 0,0 4-92 0 0,-5-14 0 0 0,1 2-255 0 0,-42-107-588 0 0,38 98 396 0 0,-17-54-1 0 0,30 82 352 0 0,-4-15-113 0 0,4 16 119 0 0,0 1 0 0 0,-1 0 0 0 0,1-1 0 0 0,0 2-1 0 0,0-2 1 0 0,0 1 0 0 0,0 1 0 0 0,1-3 0 0 0,-1 2-1 0 0,0-1 1 0 0,0 0 0 0 0,0 2 7 0 0,0 0 0 0 0,0 0 1 0 0,0 0-1 0 0,0 0 0 0 0,0 0 0 0 0,0-1 0 0 0,0 1 1 0 0,0 0-1 0 0,1 0 0 0 0,-1 0 0 0 0,0 0 0 0 0,0 0 0 0 0,0 0 1 0 0,1 0-1 0 0,-1 0 0 0 0,0 0 0 0 0,0 0 0 0 0,0 0 1 0 0,1 0-1 0 0,-1 0 0 0 0,0 0 0 0 0,0 0 0 0 0,0 0 0 0 0,0 0 1 0 0,0 0-1 0 0,0 0 0 0 0,0 0 0 0 0,0 0 0 0 0,0 0 1 0 0,0 0-1 0 0,1 0 0 0 0,-1 0 0 0 0,0 0 0 0 0,0 0 1 0 0,5 3 13 0 0,0 9 7 0 0,-1 14 221 0 0,-4-24-242 0 0,0-2 0 0 0,2 2 0 0 0,-1-1 0 0 0,-1 0 0 0 0,3 1 34 0 0,-1 1 1 0 0,1-2-1 0 0,1 1 1 0 0,3 1-1 0 0,-3 0 10 0 0,35 18 370 0 0,-12-5-160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2T16:41:07.442"/>
    </inkml:context>
    <inkml:brush xml:id="br0">
      <inkml:brushProperty name="width" value="0.35" units="cm"/>
      <inkml:brushProperty name="height" value="0.35" units="cm"/>
      <inkml:brushProperty name="color" value="#10B981"/>
    </inkml:brush>
  </inkml:definitions>
  <inkml:trace contextRef="#ctx0" brushRef="#br0">106 1859 4915 0 0,'1'2'44'0'0,"1"0"0"0"0,1 0-1 0 0,-1-1 1 0 0,0 0 0 0 0,0 1 0 0 0,3 1-1 0 0,-1-1 11 0 0,-2 0-25 0 0,-2-2-20 0 0,1 0 1 0 0,0 1-1 0 0,-1 0 1 0 0,0-1-1 0 0,1 0 1 0 0,0 0-1 0 0,0 1 1 0 0,-1 0-1 0 0,1-1 1 0 0,0 0-1 0 0,-1 0 1 0 0,1 0-1 0 0,-1 0 1 0 0,1 0-1 0 0,1 0 1 0 0,-2 0-10 0 0,1-1 0 0 0,0 0 18 0 0,0 1 1 0 0,1 0-1 0 0,-1 0 0 0 0,-1 0 1 0 0,1-1-1 0 0,1 1 1 0 0,-2 0-1 0 0,1 0 0 0 0,0 0 1 0 0,0 0-1 0 0,2 1 1 0 0,8-1 120 0 0,-10 0-137 0 0,6-2 168 0 0,-1 1-1 0 0,13-6 1 0 0,4 1 175 0 0,-19 6-278 0 0,-1-2 1 0 0,1 1 0 0 0,0 0-1 0 0,-1-1 1 0 0,6-1 0 0 0,-3-1 51 0 0,-5 4-98 0 0,1-1 0 0 0,-1 0 0 0 0,-1 1 0 0 0,1 0 0 0 0,0-1 0 0 0,0 1 0 0 0,0-1 0 0 0,0 0 1 0 0,0 0-1 0 0,-1 1 0 0 0,1 0 0 0 0,1-2 0 0 0,-2 2 0 0 0,0-1 0 0 0,1 0 0 0 0,0-1 0 0 0,-1 2 0 0 0,1-1 0 0 0,-1-1 0 0 0,3-7 89 0 0,0 3 0 0 0,7-15 0 0 0,14-31-71 0 0,-17 35 11 0 0,16-27-1 0 0,26-41 408 0 0,-45 78-452 0 0,1-1 1 0 0,-1 1-1 0 0,-2-3 1 0 0,4-5-1 0 0,-4 8-37 0 0,0 0 0 0 0,7-9-1 0 0,-7 10 7 0 0,0-1 0 0 0,2 1-1 0 0,0-8 1 0 0,-1 4-46 0 0,7-18 1 0 0,-2 10 28 0 0,-20 36 225 0 0,-4 18 488 0 0,-11 40-1 0 0,-21 63 883 0 0,30-89-919 0 0,15-43-486 0 0,-1 0-1 0 0,1 0 0 0 0,0-1 0 0 0,-10 12 1 0 0,0-5 35 0 0,12-12-182 0 0,1 0 0 0 0,0 3 57 0 0,0-2 0 0 0,0 1 0 0 0,-1 0 1 0 0,0 0-1 0 0,0 0 0 0 0,-1 3 0 0 0,1 0-14 0 0,-12 7 252 0 0,10-7-267 0 0,2-3 5 0 0,-1-2 1 0 0,2 1-1 0 0,-1 0 1 0 0,-1 0-1 0 0,1 0 0 0 0,-1 0 1 0 0,-3 2-1 0 0,4-1 54 0 0,-2 0-1 0 0,0 0 1 0 0,0 0 0 0 0,1 5 0 0 0,0-7-78 0 0,19-7 310 0 0,-3 0-205 0 0,-10 3-11 0 0,2 3 0 0 0,-1-3 1 0 0,-1 0-1 0 0,1 1 0 0 0,-1 0 0 0 0,6-6 0 0 0,-8 7-69 0 0,1-1-1 0 0,0 2 1 0 0,-1-2-1 0 0,-1 2 1 0 0,2-1-1 0 0,0 1 1 0 0,-1-1-1 0 0,0 0 1 0 0,1 0-1 0 0,4 1 1 0 0,7-1 65 0 0,84-20 1106 0 0,-37 6-500 0 0,-43 9-427 0 0,-9 3-136 0 0,1 0-1 0 0,-1-1 0 0 0,-1-1 1 0 0,0 1-1 0 0,14-11 0 0 0,-15 12-26 0 0,-1 0 0 0 0,1-2-1 0 0,-1 2 1 0 0,2 1-1 0 0,10-4 1 0 0,-9 4 48 0 0,-2-1 0 0 0,2 0 0 0 0,11-6 0 0 0,22-13 335 0 0,-26 13-152 0 0,0 0 1 0 0,18-12-1 0 0,-23 14-7 0 0,20-11 0 0 0,-8 6-46 0 0,-23 12-293 0 0,12-8 76 0 0,20-7 0 0 0,-25 12-76 0 0,0-2 0 0 0,1 2 0 0 0,6-7 0 0 0,14-7 0 0 0,-23 14 0 0 0,-2 1 0 0 0,2-1 0 0 0,-1 0 0 0 0,0 0 0 0 0,1 0 0 0 0,-3 0 0 0 0,2-1 0 0 0,0 0 0 0 0,-1 1 0 0 0,3-6 0 0 0,2-3-41 0 0,-7 9 21 0 0,1 0 0 0 0,1 0 1 0 0,-2 1-1 0 0,-1-1 1 0 0,3-1-1 0 0,-1-4 0 0 0,8-33-515 0 0,-10 38 475 0 0,1-1 0 0 0,-1 1 0 0 0,0-2 0 0 0,0-5-1 0 0,1-10-173 0 0,9-19-450 0 0,-8 31 517 0 0,0 2 0 0 0,1-3 0 0 0,6-8 0 0 0,2-3-10 0 0,5-15-124 0 0,0 8 74 0 0,4-14-193 0 0,-16 30 296 0 0,3-1-1 0 0,7-11 1 0 0,-6 5-30 0 0,-6 12 94 0 0,4-10-217 0 0,15-21 0 0 0,-15 25 141 0 0,12-25-245 0 0,-8 10 71 0 0,-4 18 137 0 0,-1 0 0 0 0,10-13-1 0 0,5-5 232 0 0,4-5-41 0 0,-20 24-82 0 0,1 1 0 0 0,-1-2 1 0 0,0 0-1 0 0,-1 0 0 0 0,1 0 0 0 0,-2 1 1 0 0,3-11-1 0 0,3-13-221 0 0,-5 19 234 0 0,5-11-226 0 0,-4 14 128 0 0,-1 0 0 0 0,-1 0 0 0 0,3-20 0 0 0,15-75-739 0 0,-15 84 623 0 0,-2 13 175 0 0,-1-1 0 0 0,0 0 0 0 0,-1 1 1 0 0,0-12-1 0 0,0-1-128 0 0,0 4-12 0 0,-4-23 1 0 0,-3-43-510 0 0,3 9 120 0 0,5 43 300 0 0,-2 26 270 0 0,1 1 0 0 0,-1-1 0 0 0,0 1 0 0 0,1 0 0 0 0,-1 0 0 0 0,2 0 0 0 0,-1-1 0 0 0,1 1 0 0 0,2-4 0 0 0,18-34-459 0 0,-16 34 481 0 0,-5 6 21 0 0,-1 1 1 0 0,1 0-1 0 0,-1 1 1 0 0,1 0-1 0 0,-1-2 0 0 0,1 1 1 0 0,0 1-1 0 0,-1-2 1 0 0,0 2-1 0 0,0-1 0 0 0,0 1 1 0 0,0-1-1 0 0,0 0 0 0 0,0 0 1 0 0,0 0-1 0 0,0-1 1 0 0,-4-47-454 0 0,7 41 432 0 0,-2 7 22 0 0,-1 0 1 0 0,0 1-1 0 0,0-1 0 0 0,0 0 0 0 0,0 1 0 0 0,0 0 0 0 0,1-1 0 0 0,-1 0 0 0 0,1 0 0 0 0,-1 0 0 0 0,0 1 0 0 0,0-2 0 0 0,0 2 1 0 0,0 0-1 0 0,0-3 0 0 0,0 3 0 0 0,0 0 0 0 0,0-1 0 0 0,-1-1 0 0 0,0-1 43 0 0,1 0 0 0 0,0 0-1 0 0,0 0 1 0 0,0 0 0 0 0,0-1 0 0 0,0-4-1 0 0,0-3-43 0 0,0 0-19 0 0,0 8 10 0 0,0 1-1 0 0,0-2 1 0 0,0 2 0 0 0,0-2 0 0 0,0 2-1 0 0,0-1 1 0 0,1 0 0 0 0,0-1-1 0 0,1-1 1 0 0,4 37 309 0 0,7 50 585 0 0,5 48 364 0 0,-17-33-317 0 0,-9-11-203 0 0,7-18-69 0 0,1-61-539 0 0,0-7-107 0 0,0 1 3 0 0,0-1 0 0 0,0 1 0 0 0,0-1 0 0 0,0 1 0 0 0,0 0 0 0 0,0-1 0 0 0,0 0 1 0 0,0 1-1 0 0,0 0 0 0 0,-1-1 0 0 0,1 0 0 0 0,0 1 0 0 0,-1-1 0 0 0,1 1 0 0 0,-1-14 125 0 0,2 3-162 0 0,2-19 0 0 0,0 13-5 0 0,2-39-556 0 0,-2-68 0 0 0,-2 112 516 0 0,-1 1-55 0 0,-2-21 0 0 0,-20-61-567 0 0,22 89 677 0 0,0 1 1 0 0,0-1-1 0 0,0 1 0 0 0,0-2 1 0 0,0-1-1 0 0,0-12-95 0 0,-1-1 14 0 0,2 16 83 0 0,-1 0 0 0 0,0 0 1 0 0,0 0-1 0 0,1 0 0 0 0,1-4 1 0 0,-1 6 4 0 0,0-2 0 0 0,-1 1 0 0 0,1-1 0 0 0,-1 1 1 0 0,0 0-1 0 0,0 0 0 0 0,1 0 0 0 0,-1-1 1 0 0,1 1-1 0 0,-1 0 0 0 0,0-1 0 0 0,0 1 0 0 0,0-1 1 0 0,0 2-1 0 0,-1-3 0 0 0,1 3 0 0 0,-1-1 0 0 0,1-1 1 0 0,0 1-1 0 0,-1-3 0 0 0,-7-11-88 0 0,7 14 91 0 0,1 1 1 0 0,0 0-1 0 0,-2 0 1 0 0,2 0-1 0 0,0 0 1 0 0,0 0-1 0 0,-1 0 1 0 0,1 0-1 0 0,-1 0 1 0 0,0 0-1 0 0,1 0 1 0 0,0 0-1 0 0,0 0 1 0 0,-1 0-1 0 0,-3 0 40 0 0,0 0 0 0 0,0 1 1 0 0,1 0-1 0 0,-1 0 0 0 0,0 1 0 0 0,2-1 0 0 0,-5 2 1 0 0,-15 4 112 0 0,4-2 195 0 0,-29 10 0 0 0,29-8-59 0 0,-23 5-1 0 0,-30 8 448 0 0,-10 2 37 0 0,71-20-653 0 0,1-1 1 0 0,1 2-1 0 0,-1 0 0 0 0,0 1 0 0 0,1 0 0 0 0,0 1 1 0 0,0-1-1 0 0,0 1 0 0 0,1 0 0 0 0,-12 11 1 0 0,-12 11 199 0 0,-36 34 705 0 0,51-46-769 0 0,10-11-134 0 0,0 2 0 0 0,-6 6 0 0 0,6-5 33 0 0,-1 0 0 0 0,-1 1 0 0 0,-14 7 0 0 0,18-11-136 0 0,-54 44 812 0 0,44-36-587 0 0,11-11-194 0 0,1 1 0 0 0,-1 1-1 0 0,0-1 1 0 0,0-1 0 0 0,1 2 0 0 0,-7 1-1 0 0,-2 2 118 0 0,-1-3 0 0 0,-16 3-1 0 0,25-4-112 0 0,0-2 0 0 0,0 2 0 0 0,0-1-1 0 0,0 1 1 0 0,0 0 0 0 0,-6 3 0 0 0,1 0 85 0 0,6-3-95 0 0,-1-1 0 0 0,1 1 0 0 0,0 0 0 0 0,0-1 0 0 0,-1 2 0 0 0,2-1 0 0 0,-1 0 0 0 0,-1 0 0 0 0,-1 5 0 0 0,3-4 4 0 0,0 0 0 0 0,-2 0 0 0 0,1-1 0 0 0,-3 3 0 0 0,-14 13 198 0 0,11-10-4 0 0,-14 11 0 0 0,-12 5 11 0 0,-38 31 496 0 0,44-27-742 0 0,13-13 0 0 0,10-12 0 0 0,2 1 0 0 0,-1 0 0 0 0,0 0 0 0 0,-4 8 0 0 0,-7 10 0 0 0,-4 10 0 0 0,15-25 0 0 0,-1 1 0 0 0,-9 11 0 0 0,-4 5 0 0 0,4-2 0 0 0,8-13 0 0 0,0 0 0 0 0,-9 17 0 0 0,12-18 0 0 0,-1-2 0 0 0,0 1 0 0 0,0-1 0 0 0,0 0 0 0 0,-11 10 0 0 0,9-7 0 0 0,-5 2 0 0 0,7-7 0 0 0,1-1 0 0 0,-1 1 0 0 0,1 1 0 0 0,0-2 0 0 0,-3 7 0 0 0,-33 66 0 0 0,-38 69 0 0 0,53-86 0 0 0,16-41 0 0 0,-9 28 0 0 0,5-2 0 0 0,1 20 0 0 0,8-49 0 0 0,2-9 0 0 0,-1 0 0 0 0,1 1 0 0 0,0 7 0 0 0,-4 69 0 0 0,1-59 0 0 0,0 22 0 0 0,4-45 0 0 0,0-1 0 0 0,0 0 0 0 0,0 1 0 0 0,0-1 0 0 0,0 1 0 0 0,0-1 0 0 0,0 0 0 0 0,0 0 0 0 0,1 0 0 0 0,-1 1 0 0 0,0-1 0 0 0,0 0 0 0 0,0 1 0 0 0,1-1 0 0 0,-1 0 0 0 0,0 0 0 0 0,0 0 0 0 0,0 0 0 0 0,0 1 0 0 0,0-1 0 0 0,1 0 0 0 0,-1 0 0 0 0,0 0 0 0 0,1 0 0 0 0,-1 0 0 0 0,0 0 0 0 0,0 0 0 0 0,1 1 0 0 0,8-1 0 0 0,6-4 0 0 0,-10 1-40 0 0,-1 0 1 0 0,1 0-1 0 0,-1 0 1 0 0,0-1-1 0 0,6-7 1 0 0,18-22-367 0 0,-10 10 268 0 0,25-31-679 0 0,28-30 88 0 0,-25 40 876 0 0,-40 38-133 0 0,-6 5-11 0 0,1 0 0 0 0,0 0-1 0 0,0 0 1 0 0,-1 1-1 0 0,1-1 1 0 0,0 0-1 0 0,0 1 1 0 0,0-1 0 0 0,-1 1-1 0 0,1-1 1 0 0,0 1-1 0 0,0-1 1 0 0,0 1-1 0 0,1-1 1 0 0,-2 1-1 0 0,1 0 1 0 0,1 0 0 0 0,-2 0-1 0 0,2 0 1 0 0,-1 0-1 0 0,-1 0 1 0 0,3 0-1 0 0,2 0 8 0 0,-1 0-1 0 0,2 0 0 0 0,-2 0 0 0 0,1 0 1 0 0,0 2-1 0 0,-1-2 0 0 0,2 2 0 0 0,-2 0 1 0 0,1-1-1 0 0,5 3 0 0 0,-4-1 10 0 0,0 1-1 0 0,0-1 0 0 0,-1 0 1 0 0,2 2-1 0 0,-2-1 0 0 0,0 1 1 0 0,0 0-1 0 0,-1 0 0 0 0,1-1 1 0 0,-1 2-1 0 0,7 10 0 0 0,-10-14-14 0 0,-1 0-1 0 0,1 0 1 0 0,-1 0 0 0 0,1 1-1 0 0,-1 0 1 0 0,1-2-1 0 0,-1 1 1 0 0,0 1-1 0 0,0 1 1 0 0,-3 23 38 0 0,0-8-2 0 0,-7 82 142 0 0,-7 8 5 0 0,15-96-169 0 0,-1 8 58 0 0,-2 40-1 0 0,5-61-74 0 0,0 0-1 0 0,0 1 1 0 0,0-1-1 0 0,0 1 1 0 0,0-1-1 0 0,1 1 1 0 0,-1-1-1 0 0,0 0 1 0 0,0 1-1 0 0,0-1 1 0 0,1 0-1 0 0,-1 1 1 0 0,0-1-1 0 0,0 1 1 0 0,0-1-1 0 0,1 0 1 0 0,-1 0-1 0 0,0 0 1 0 0,1 0-1 0 0,-1 1 1 0 0,0-1-1 0 0,1 2 1 0 0,-1-2-1 0 0,1 0 1 0 0,-1 0 1 0 0,1 0 1 0 0,0 1-1 0 0,0-1 1 0 0,0 1 0 0 0,-1-1-1 0 0,2 0 1 0 0,-1 0-1 0 0,0 0 1 0 0,0 0-1 0 0,2 0 1 0 0,-1-1 5 0 0,2 0-1 0 0,0 1 1 0 0,-2 0 0 0 0,2-3 0 0 0,2 1 0 0 0,-2 0 10 0 0,0 0 1 0 0,0 0-1 0 0,6-6 0 0 0,4-3 6 0 0,-5 4 30 0 0,1 0 0 0 0,14-15-1 0 0,-14 12-134 0 0,17-12-1 0 0,34-26-50 0 0,-15 12-118 0 0,-18 17 137 0 0,-17 12 139 0 0,0-2 1 0 0,0 0-1 0 0,9-9 1 0 0,-4 3 1 0 0,12-16 32 0 0,-17 19-33 0 0,2 0 0 0 0,15-13 1 0 0,-15 13-161 0 0,22-22 1 0 0,-18 14 162 0 0,-9 12-62 0 0,-1 0 0 0 0,1-1 0 0 0,6-13 0 0 0,-9 16-133 0 0,0-3 0 0 0,7-4 0 0 0,-7 4-31 0 0,1 3 1 0 0,5-10-1 0 0,3-2 6 0 0,-5 3 231 0 0,2-5-180 0 0,29-76-944 0 0,-25 59 754 0 0,-2 7 31 0 0,11-25-347 0 0,-23 50 596 0 0,1 1 0 0 0,5-10 0 0 0,-4 10-4 0 0,-1 1 0 0 0,1-2 0 0 0,1-7 0 0 0,-2 6-30 0 0,1-2 0 0 0,-1 2 0 0 0,2 0 0 0 0,-2 1 0 0 0,6-8 0 0 0,24-26-206 0 0,-19 23 158 0 0,-12 14 78 0 0,4-4 43 0 0,-1 1 1 0 0,0-1 0 0 0,7-12 0 0 0,-4 0-75 0 0,-4 10 2 0 0,2 0-1 0 0,7-15 1 0 0,-11 21 69 0 0,1-1 1 0 0,-1 0-1 0 0,0 1 0 0 0,0-1 1 0 0,0 0-1 0 0,1 0 0 0 0,-1 0 1 0 0,-1 0-1 0 0,0-3 1 0 0,1-4-123 0 0,-2-14 0 0 0,1 5 26 0 0,0 11 23 0 0,2 0 0 0 0,-1 0 0 0 0,0-1 0 0 0,1 1 0 0 0,1 0 0 0 0,3-10 0 0 0,-2 9-32 0 0,-1-1-1 0 0,0 0 1 0 0,2-17 0 0 0,-5 23 84 0 0,1 0-1 0 0,0 0 1 0 0,-1-1 0 0 0,0 1-1 0 0,0 0 1 0 0,-2-7-1 0 0,-1 2-57 0 0,3 0-1 0 0,-1 0 0 0 0,1 0 1 0 0,0 1-1 0 0,2-19 0 0 0,3 4-231 0 0,-2-38-1 0 0,-3 43 147 0 0,2-1 0 0 0,1 2-1 0 0,4-19 1 0 0,-6 13 8 0 0,-1 20 128 0 0,0 0 0 0 0,1-1 0 0 0,-1 0 0 0 0,1 1 0 0 0,0-1 1 0 0,2-6-1 0 0,3-14-181 0 0,-4 21 186 0 0,-1-2 0 0 0,0 1 0 0 0,0 1 0 0 0,0-2 0 0 0,-1 0 0 0 0,0 2 0 0 0,0-2 0 0 0,0 1 0 0 0,-1 0-1 0 0,0-1 1 0 0,0-3 0 0 0,1 7 36 0 0,0 1-1 0 0,0 0 1 0 0,0 0-1 0 0,0 0 1 0 0,0-1-1 0 0,-1 1 1 0 0,1-1 0 0 0,0 1-1 0 0,0 0 1 0 0,-1 0-1 0 0,1-1 1 0 0,0 1-1 0 0,-1 0 1 0 0,1 0-1 0 0,0 0 1 0 0,0 0-1 0 0,0 0 1 0 0,0 0-1 0 0,0 0 1 0 0,0 0-1 0 0,-1 0 1 0 0,1 0 0 0 0,-1 0-1 0 0,1 0 1 0 0,-1 0-1 0 0,1-1 1 0 0,0 1-1 0 0,0 0 1 0 0,0 0-1 0 0,0 0 1 0 0,-1 0-1 0 0,1 0 1 0 0,0 0-1 0 0,-11 4-57 0 0,8-3 57 0 0,-4 3 126 0 0,-2 0 1 0 0,2 0-1 0 0,-10 1 0 0 0,14-3-110 0 0,-6 1 97 0 0,-1 0 0 0 0,1 0 0 0 0,-9-1 0 0 0,12 0-22 0 0,-1 0 0 0 0,1-1 1 0 0,-14 6-1 0 0,10-2-11 0 0,-60 26 759 0 0,59-25-712 0 0,0 2 0 0 0,1 0 1 0 0,0 1-1 0 0,-9 9 0 0 0,-3 1 182 0 0,-70 67 1105 0 0,72-71-1211 0 0,13-12-122 0 0,3 2 0 0 0,-1-2 0 0 0,-1 2 0 0 0,-5 7 0 0 0,11-12-78 0 0,0 0-1 0 0,0 0 0 0 0,0 0 0 0 0,0 1 1 0 0,0-1-1 0 0,-1 0 0 0 0,1 0 1 0 0,0 0-1 0 0,0 0 0 0 0,0 0 1 0 0,0 0-1 0 0,0 0 0 0 0,0 0 1 0 0,0 0-1 0 0,0 0 0 0 0,0 0 1 0 0,0 0-1 0 0,0 1 0 0 0,0-1 1 0 0,0 0-1 0 0,0 0 0 0 0,0 0 1 0 0,0 0-1 0 0,0 0 0 0 0,0 0 1 0 0,0 0-1 0 0,0 0 0 0 0,0 0 1 0 0,0 0-1 0 0,0 0 0 0 0,0 0 1 0 0,0 0-1 0 0,0 0 0 0 0,0 0 1 0 0,0 0-1 0 0,0 0 0 0 0,0 0 1 0 0,0 1-1 0 0,0-1 0 0 0,0 0 1 0 0,0 0-1 0 0,0 0 0 0 0,0 0 1 0 0,0 0-1 0 0,0 0 0 0 0,0 0 1 0 0,0 0-1 0 0,0 0 0 0 0,0 0 1 0 0,0 0-1 0 0,1 0 0 0 0,-1 0 0 0 0,0 0 1 0 0,0 0-1 0 0,0 0 0 0 0,0 0 1 0 0,0 0-1 0 0,0 0 0 0 0,0 0 1 0 0,0 0-1 0 0,0 0 0 0 0,0 0 1 0 0,0 0-1 0 0,7-1 52 0 0,10-5 84 0 0,-13 4-106 0 0,9-5 239 0 0,24-12 0 0 0,-22 10-2 0 0,22-9 1 0 0,-13 7-35 0 0,94-35 955 0 0,-104 42-1034 0 0,-2-2 0 0 0,-1 1 0 0 0,18-12 0 0 0,6 0 296 0 0,-24 12-255 0 0,-2 0-1 0 0,15-11 1 0 0,-22 16-161 0 0,0-3-1 0 0,2 2 0 0 0,-2-1 1 0 0,0 1-1 0 0,1-1 1 0 0,0 1-1 0 0,1 0 1 0 0,-2 0-1 0 0,6-1 1 0 0,-6 2-9 0 0,0 0 1 0 0,0 0-1 0 0,0 0 0 0 0,0 0 1 0 0,1 0-1 0 0,-2 2 1 0 0,1-2-1 0 0,0 0 0 0 0,0 0 1 0 0,1 1-1 0 0,-2 0 1 0 0,1 0-1 0 0,0-1 1 0 0,3 3-1 0 0,0 2 62 0 0,-1-2 1 0 0,8 8-1 0 0,-9-8-43 0 0,-2-1-1 0 0,2 1 1 0 0,0-2-1 0 0,-1 2 1 0 0,1 0 0 0 0,0-2-1 0 0,0 1 1 0 0,1 0-1 0 0,-2-1 1 0 0,2 1 0 0 0,4 0-1 0 0,-8-1-36 0 0,0-1-1 0 0,0 0 0 0 0,1 0 0 0 0,-1 0 1 0 0,0 0-1 0 0,0 0 0 0 0,1 0 0 0 0,-1 0 1 0 0,1-1-1 0 0,-1 1 0 0 0,1 0 0 0 0,-1 0 1 0 0,0 0-1 0 0,0 0 0 0 0,1 0 1 0 0,-1 0-1 0 0,1 0 0 0 0,-1-1 0 0 0,0 1 1 0 0,0 0-1 0 0,0 0 0 0 0,0 0 0 0 0,0 0 1 0 0,1-1-1 0 0,2-8 110 0 0,-1-15-153 0 0,-2 21-45 0 0,-2-46-443 0 0,1 43 397 0 0,1 0 1 0 0,-1 0-1 0 0,-1 1 1 0 0,2-1-1 0 0,-5-7 1 0 0,4 10 67 0 0,0-1 0 0 0,-1 1 0 0 0,2-1-1 0 0,-2 0 1 0 0,-1 2 0 0 0,2-2 0 0 0,-2 1 0 0 0,1-1 0 0 0,-5-2 0 0 0,5 6 64 0 0,1-3 0 0 0,0 3 1 0 0,-1-1-1 0 0,-1 1 1 0 0,2-1-1 0 0,-1 0 1 0 0,-1 1-1 0 0,3-1 1 0 0,-3 0-1 0 0,1 0 1 0 0,0 1-1 0 0,0 0 1 0 0,1 0-1 0 0,-5 0 1 0 0,-4 0 24 0 0,-17 5 1 0 0,15-4-4 0 0,-12 2 19 0 0,3-1 15 0 0,0 1 1 0 0,-30 8 0 0 0,46-9-47 0 0,-1-1-1 0 0,0 2 1 0 0,0-1 0 0 0,1 2-1 0 0,-1-2 1 0 0,2 2 0 0 0,-2-1-1 0 0,2 1 1 0 0,-1 0 0 0 0,0 0-1 0 0,1-1 1 0 0,-8 12 0 0 0,10-11-7 0 0,-20 26 121 0 0,-32 34 1 0 0,36-49-64 0 0,1 1 1 0 0,-2-1 0 0 0,-21 13 0 0 0,-67 35 181 0 0,83-50-185 0 0,-12 8 8 0 0,-6 0 65 0 0,2 3 0 0 0,-41 32 1 0 0,66-44-82 0 0,-51 43 101 0 0,54-43-109 0 0,1-1 1 0 0,0 1-1 0 0,-11 17 1 0 0,-29 35 132 0 0,50-63-179 0 0,-161 257 174 0 0,101-120-174 0 0,37-83 0 0 0,14-27 0 0 0,-12 51 0 0 0,14-37 0 0 0,7-41 0 0 0,1 0 0 0 0,0 0 0 0 0,-1 0 0 0 0,1-1 0 0 0,0 1 0 0 0,0-1 0 0 0,0 1 0 0 0,0 0 0 0 0,0-1 0 0 0,0 1 0 0 0,0 1 0 0 0,0-2 0 0 0,1 1 0 0 0,0 1 0 0 0,-1-2 0 0 0,0 0 0 0 0,0 0 0 0 0,0 0 0 0 0,1 0 0 0 0,-1 0 0 0 0,0 0 0 0 0,1 0 0 0 0,-1 0 0 0 0,0 0 0 0 0,1 0 0 0 0,-1 0 0 0 0,0 0 0 0 0,0 0 0 0 0,0 0 0 0 0,0 0 0 0 0,0 0 0 0 0,0-1 0 0 0,0 1 0 0 0,0 0 0 0 0,0 0 0 0 0,0 0 0 0 0,0 0 0 0 0,1 0 0 0 0,-1 0 0 0 0,0-1 0 0 0,0 1 0 0 0,0 0 0 0 0,1 0 0 0 0,-1-1 0 0 0,6-5 0 0 0,-6 6 0 0 0,35-43-415 0 0,40-53-1133 0 0,78-150-2084 0 0,-149 239 3514 0 0,20-40-807 0 0,4 3-1 0 0,33-45 1 0 0,-43 66 596 0 0,5-8-490 0 0,53-48 0 0 0,-65 70 941 0 0,1 0 1 0 0,-1 1-1 0 0,2 0 0 0 0,0 1 1 0 0,0 0-1 0 0,26-8 0 0 0,88-18 919 0 0,-69 19-636 0 0,19-5 223 0 0,-53 15-352 0 0,-15 3-205 0 0,-1-1-1 0 0,-1 0 0 0 0,1 0 1 0 0,10-3-1 0 0,-3-2 132 0 0,-6 4-89 0 0,-3 0 0 0 0,16-8-1 0 0,-11 5-7 0 0,-8 3-86 0 0,-2 0 1 0 0,2 1-1 0 0,-2-1 1 0 0,1 1-1 0 0,-1-1 0 0 0,1 0 1 0 0,-1 1-1 0 0,1-1 0 0 0,-1-1 1 0 0,1-3-1 0 0,1-1-15 0 0,-3 3-87 0 0,-2 5 98 0 0,2 0-10 0 0,-1 1 0 0 0,1-1 1 0 0,0 1-1 0 0,-1-1 0 0 0,1 0 1 0 0,0 0-1 0 0,-1 1 1 0 0,1-1-1 0 0,0 0 0 0 0,0 0 1 0 0,-1 1-1 0 0,1 0 0 0 0,0-1 1 0 0,0 1-1 0 0,-14 32 192 0 0,6-14-61 0 0,-9 28 1 0 0,1 14 287 0 0,-5-1 1 0 0,-38 81-1 0 0,-20 5 350 0 0,37-70-419 0 0,23-43-49 0 0,-35 43 1 0 0,-35 38 434 0 0,46-62-472 0 0,-24 40 257 0 0,-22 24 270 0 0,49-67-589 0 0,32-40-207 0 0,4-4 0 0 0,0-1 0 0 0,-4 8 0 0 0,8-12 0 0 0,0 0 0 0 0,0 0 0 0 0,0 0 0 0 0,-1 0 0 0 0,1 0 0 0 0,0 0 0 0 0,0 0 0 0 0,0 0 0 0 0,0 0 0 0 0,0 0 0 0 0,0 0 0 0 0,0 0 0 0 0,0 0 0 0 0,0 0 0 0 0,0 1 0 0 0,0-1 0 0 0,0 0 0 0 0,0 0 0 0 0,0 0 0 0 0,0 0 0 0 0,0 0 0 0 0,0 0 0 0 0,0 0 0 0 0,0 0 0 0 0,0 1 0 0 0,0-1 0 0 0,0 0 0 0 0,0 0 0 0 0,0 0 0 0 0,0 0 0 0 0,0 0 0 0 0,0 0 0 0 0,0 0 0 0 0,0 0 0 0 0,0 0 0 0 0,0 0 0 0 0,0 0 0 0 0,0 0 0 0 0,0 0 0 0 0,0 0 0 0 0,0 0 0 0 0,0 0 0 0 0,0 0 0 0 0,1 0 0 0 0,-1 0 0 0 0,0 0 0 0 0,0 0 0 0 0,0 0 0 0 0,0 0 0 0 0,0 0 0 0 0,0 0 0 0 0,0 0 0 0 0,0 1 0 0 0,0-1 0 0 0,4-1 0 0 0,5-3 0 0 0,-1-3-69 0 0,-1 3 0 0 0,12-13 0 0 0,-8 6-6 0 0,31-27-796 0 0,-4-2 1 0 0,38-49 0 0 0,55-96-1819 0 0,29-69-836 0 0,-124 186 2491 0 0,-16 32 460 0 0,4-7 128 0 0,5-3 122 0 0,-26 40 286 0 0,-2 1 1 0 0,1 0 0 0 0,0 0 0 0 0,-1 0 0 0 0,1 0 0 0 0,-1-1-1 0 0,-1 1 1 0 0,1-1 0 0 0,-1 2 0 0 0,0-2 0 0 0,0 0 0 0 0,-1-9 0 0 0,-1-1-69 0 0,2 13 90 0 0,-1-2-1 0 0,1 2 1 0 0,0-1 0 0 0,-1 1 0 0 0,1 0 0 0 0,-4-6 0 0 0,3 6 0 0 0,1 2 15 0 0,0 1 1 0 0,0-2-1 0 0,0 2 0 0 0,-1-1 1 0 0,1 0-1 0 0,-1 0 1 0 0,0 1-1 0 0,1-2 0 0 0,0 1 1 0 0,-1 1-1 0 0,1-1 1 0 0,-1 0-1 0 0,0 0 0 0 0,0 1 1 0 0,0 0-1 0 0,0-1 0 0 0,1 0 1 0 0,-1 1-1 0 0,0-1 1 0 0,1 1-1 0 0,-1 0 0 0 0,1-1 1 0 0,-2 1-1 0 0,1 0 1 0 0,1 0-1 0 0,-2-1 0 0 0,1 1 1 0 0,0 0-1 0 0,0 0 1 0 0,-1-1-1 0 0,-3 2 55 0 0,-1 0 0 0 0,0-1 1 0 0,0 1-1 0 0,1 0 0 0 0,0 1 0 0 0,-1 0 1 0 0,-5 2-1 0 0,-38 21 510 0 0,39-19-424 0 0,-25 16 397 0 0,1 1 0 0 0,-37 33 0 0 0,46-39 16 0 0,-47 29 0 0 0,49-33-325 0 0,-23 10 374 0 0,34-17-431 0 0,-1 1 0 0 0,2-2 0 0 0,-1 2 1 0 0,-18 15-1 0 0,2 4 247 0 0,0 3 1 0 0,3-1-1 0 0,0 2 1 0 0,2 1-1 0 0,0 2 0 0 0,-22 45 1 0 0,-61 102 1566 0 0,102-175-1959 0 0,3-5-28 0 0,2-4-1 0 0,9-15-190 0 0,1 0 1 0 0,15-19-1 0 0,1-4-134 0 0,-16 28 120 0 0,127-202-2828 0 0,21 11 35 0 0,-144 187 2709 0 0,-5 5 266 0 0,-1 2 0 0 0,3 0 0 0 0,-2 0 1 0 0,23-16-1 0 0,-31 27 38 0 0,0-1 0 0 0,0 1 0 0 0,0-1 0 0 0,-1 0 0 0 0,1 1 0 0 0,0 0 1 0 0,0-2-1 0 0,1 2 0 0 0,-2-1 0 0 0,1 1 0 0 0,0 0 0 0 0,4 1 0 0 0,9-2 110 0 0,-4-1-77 0 0,-4 1 42 0 0,-1 0 0 0 0,12-1 0 0 0,-1 5 108 0 0,-16-3-189 0 0,-1 0 1 0 0,0 0-1 0 0,1 0 1 0 0,0 0-1 0 0,0 0 1 0 0,0 0-1 0 0,-1 0 1 0 0,1 1-1 0 0,-1-1 1 0 0,1 0-1 0 0,-1 1 1 0 0,1-1-1 0 0,0 0 1 0 0,-1 1 0 0 0,1-1-1 0 0,-1 0 1 0 0,1 0-1 0 0,0 0 1 0 0,-1 1-1 0 0,1 1 1 0 0,-1-2-1 0 0,1 0 1 0 0,-1 0-1 0 0,0 1 1 0 0,2 0-1 0 0,-2 0 3 0 0,0-1 0 0 0,0 1 0 0 0,0 1-1 0 0,0-2 1 0 0,0 0 0 0 0,0 2 0 0 0,0-2 0 0 0,0 1-1 0 0,0 0 1 0 0,0 1 0 0 0,-1-2 0 0 0,1 0-1 0 0,0 2 1 0 0,-1-1 0 0 0,1-1 0 0 0,0 1 0 0 0,-1-1-1 0 0,1 1 1 0 0,-2 1 0 0 0,-5 12 188 0 0,-11 22 1 0 0,8-15-19 0 0,-97 167 1294 0 0,85-154-1210 0 0,-126 179 1515 0 0,128-188-1429 0 0,0-2-1 0 0,-35 31 1 0 0,49-50-302 0 0,5-3-27 0 0,0 0-1 0 0,-1 1 1 0 0,1-1-1 0 0,-1 1 1 0 0,1-1-1 0 0,-1 1 1 0 0,0 1-1 0 0,1-1-20 0 0,8-4 0 0 0,8-7 87 0 0,-1 0 183 0 0,18-8 0 0 0,-16 10-109 0 0,1-3 0 0 0,-1 1-1 0 0,22-16 1 0 0,39-41-1196 0 0,-75 63 971 0 0,20-16-490 0 0,-3-2 1 0 0,36-44-1 0 0,22-53-1112 0 0,-50 73 1038 0 0,0 5-322 0 0,-1 2 0 0 0,66-71 0 0 0,-87 105 1018 0 0,-2-1-8 0 0,0 2 0 0 0,1 0 0 0 0,-1-1 0 0 0,2 1 0 0 0,6-3 1 0 0,-11 5-61 0 0,0 1 0 0 0,0 0 1 0 0,1 0-1 0 0,-1 0 0 0 0,0 0 1 0 0,0 0-1 0 0,1 0 0 0 0,-1-1 1 0 0,0 1-1 0 0,0 0 1 0 0,0 0-1 0 0,0 0 0 0 0,0 0 1 0 0,1 0-1 0 0,-1 0 0 0 0,0 0 1 0 0,1 0-1 0 0,-1 0 1 0 0,0 0-1 0 0,0 0 0 0 0,0 1 1 0 0,0-1-1 0 0,0 0 0 0 0,0 0 1 0 0,0 0-1 0 0,0 0 1 0 0,1 0-1 0 0,-1 0 0 0 0,0 1 1 0 0,0-1-1 0 0,0 0 0 0 0,0 0 1 0 0,0 0-1 0 0,0 0 1 0 0,2 8 61 0 0,-5 8 51 0 0,3-16-113 0 0,-4 11 103 0 0,-1 0 0 0 0,2-2 0 0 0,-3 1 0 0 0,1 1 0 0 0,-8 8 0 0 0,6-8-8 0 0,-160 221 1779 0 0,72-121-883 0 0,12-15-216 0 0,-7 6 166 0 0,27-37-137 0 0,14-19-159 0 0,48-46-642 0 0,0 1 1 0 0,1 0 0 0 0,0-1 0 0 0,0 1-1 0 0,0-1 1 0 0,-1 0 0 0 0,0 0-1 0 0,1 0 1 0 0,0 1 0 0 0,-1-1-1 0 0,1 0 1 0 0,-1 0 0 0 0,1 1 0 0 0,0-1-1 0 0,-1 0 1 0 0,0 0 0 0 0,1 0-1 0 0,0 0 1 0 0,-1 0 0 0 0,0 0-1 0 0,0 0 1 0 0,1 0 0 0 0,-1 0 0 0 0,1-1-1 0 0,-1 1 1 0 0,1 0 0 0 0,-1 0-1 0 0,1-1 1 0 0,0 1 0 0 0,-1 0-1 0 0,1 0 1 0 0,0 0 0 0 0,0-1 0 0 0,-1 1-1 0 0,1-1 1 0 0,-1 1 0 0 0,1-1-1 0 0,-1 1 1 0 0,1 0 0 0 0,0 0 0 0 0,-1-1-1 0 0,1 1 1 0 0,0 0 0 0 0,0 0-1 0 0,0 0 1 0 0,0-2 0 0 0,-1 1-1 0 0,1 1 1 0 0,0 0 0 0 0,0-1 0 0 0,-6-22 77 0 0,4 11-297 0 0,-3 0-1 0 0,-4-15 0 0 0,9 26 181 0 0,0-2-1 0 0,-1-1 1 0 0,0 2 0 0 0,1-1-1 0 0,0 0 1 0 0,0 0 0 0 0,0 0-1 0 0,1 0 1 0 0,-1 1-1 0 0,1-2 1 0 0,2-3 0 0 0,0-8-179 0 0,-2 3 51 0 0,2 1 0 0 0,1 0 0 0 0,4-11 0 0 0,-5 15 90 0 0,0-2-19 0 0,1 1-1 0 0,1-1 1 0 0,-1 0 0 0 0,1 1 0 0 0,0 0 0 0 0,1 0 0 0 0,0 1 0 0 0,13-12-1 0 0,15-15-280 0 0,-20 22 241 0 0,23-27-1 0 0,-33 31 28 0 0,2 2 0 0 0,0-1-1 0 0,-3-1 1 0 0,2 0 0 0 0,-2 0 0 0 0,5-12 0 0 0,-5 14 5 0 0,3-12-188 0 0,-6 16 281 0 0,0 1 0 0 0,0 0 0 0 0,0 0 0 0 0,0 0 0 0 0,0 0 0 0 0,0 0 0 0 0,0 0 0 0 0,0 0 0 0 0,0 0 0 0 0,0 0 0 0 0,0-1 0 0 0,-1 2-1 0 0,0-3 1 0 0,1 3 11 0 0,-1-1 0 0 0,1 1 0 0 0,-1-2 0 0 0,1 2-1 0 0,0 0 1 0 0,-1 0 0 0 0,1 0 0 0 0,-1 0 0 0 0,1 0-1 0 0,0-1 1 0 0,0 1 0 0 0,0 0 0 0 0,-1 0 0 0 0,1 0-1 0 0,-1 0 1 0 0,0 0 0 0 0,1-1 0 0 0,-1 1 0 0 0,0 0-1 0 0,1 0 1 0 0,0 0 0 0 0,-1 0 0 0 0,0 0-1 0 0,1 0 1 0 0,-1 0 0 0 0,1 0 0 0 0,-1 0 0 0 0,0 1-1 0 0,1-1 1 0 0,-1 0 0 0 0,-16 7 57 0 0,11-4-22 0 0,-4 2 40 0 0,-1 2-1 0 0,-1-1 1 0 0,1 1-1 0 0,0 0 0 0 0,1 1 1 0 0,0 1-1 0 0,0-2 1 0 0,1 4-1 0 0,-9 11 0 0 0,8-10 27 0 0,1 2 0 0 0,-1 0 0 0 0,3 1-1 0 0,-1 0 1 0 0,1 0 0 0 0,-7 27-1 0 0,-17 63 451 0 0,27-95-474 0 0,2 1 1 0 0,-1 1-1 0 0,0-2 1 0 0,0 23-1 0 0,3-30-60 0 0,1 0 1 0 0,-1 1-1 0 0,1-1 0 0 0,0 2 0 0 0,-1-2 0 0 0,1 0 1 0 0,0 1-1 0 0,0-1 0 0 0,2 0 0 0 0,1 7 0 0 0,-2-8-6 0 0,-2-2 0 0 0,2 3 0 0 0,-1-2 0 0 0,0 1 0 0 0,0-1 0 0 0,1 0-1 0 0,0 0 1 0 0,-1 0 0 0 0,1 0 0 0 0,-1 0 0 0 0,1 1 0 0 0,0-1 0 0 0,0 0-1 0 0,0-1 1 0 0,-1 1 0 0 0,2 0 0 0 0,-1-1 0 0 0,-1 0 0 0 0,2 0 0 0 0,-1 0-1 0 0,2 1 1 0 0,5-2 29 0 0,-2 1 1 0 0,1-1-1 0 0,-1 0 0 0 0,1-1 0 0 0,0-1 0 0 0,-1 1 0 0 0,0-1 0 0 0,1 0 0 0 0,-2 0 0 0 0,1 0 1 0 0,6-6-1 0 0,8-4-206 0 0,-3-1-1 0 0,22-23 1 0 0,-18 18-221 0 0,-1-2 0 0 0,0 0 0 0 0,-2-3-1 0 0,20-32 1 0 0,-23 30-105 0 0,-2 0-1 0 0,-2 0 1 0 0,18-54 0 0 0,-28 72 327 0 0,0 1 55 0 0,-1 0 1 0 0,2 1-1 0 0,0 0 1 0 0,6-12 0 0 0,-9 18 104 0 0,0 0 0 0 0,0 0 0 0 0,1-1 0 0 0,-1 1 1 0 0,0-2-1 0 0,0 2 0 0 0,1 0 0 0 0,-1 0 1 0 0,1-1-1 0 0,-1 1 0 0 0,0 0 0 0 0,0 0 1 0 0,0 0-1 0 0,1 0 0 0 0,0 0 0 0 0,-1 0 0 0 0,0 0 1 0 0,1 0-1 0 0,-1 0 0 0 0,1 0 0 0 0,-1 0 2 0 0,1 0-1 0 0,-1 0 0 0 0,1 0 1 0 0,-1 0-1 0 0,0 0 0 0 0,0 0 1 0 0,0 0-1 0 0,0 0 0 0 0,0 0 1 0 0,0 0-1 0 0,0 0 0 0 0,0 0 1 0 0,1 0-1 0 0,-1 0 0 0 0,0 0 1 0 0,1 0-1 0 0,-1 0 0 0 0,0 1 1 0 0,0-1-1 0 0,0 0 0 0 0,1 0 1 0 0,-1 0-1 0 0,0 0 0 0 0,0 0 1 0 0,0 2-1 0 0,0-2 0 0 0,0 0 1 0 0,0 1-1 0 0,0-1 0 0 0,0 0 1 0 0,0 0-1 0 0,0 0 0 0 0,0 0 1 0 0,0 0-1 0 0,0 0 0 0 0,0 1 1 0 0,0 6 14 0 0,-1 0 1 0 0,-1-1-1 0 0,1 1 1 0 0,-4 7-1 0 0,-1 8 137 0 0,-23 89 456 0 0,-15 104 641 0 0,14-70-419 0 0,27-130-718 0 0,-1 0 1 0 0,0-1 0 0 0,-1 0 0 0 0,-11 20 0 0 0,10-26-24 0 0,1 2 0 0 0,0-2-1 0 0,-2 1 1 0 0,0-2 0 0 0,1 2-1 0 0,-1-2 1 0 0,-12 10 0 0 0,14-15-66 0 0,5 0-9 0 0,-2 0 0 0 0,1-2-1 0 0,-1 2 1 0 0,1-1 0 0 0,-2-1 0 0 0,3 1-1 0 0,-3 1 1 0 0,2-2 0 0 0,-1 0-1 0 0,1 1 1 0 0,-4 1 0 0 0,5-3-12 0 0,1 0 0 0 0,-1 0 0 0 0,0 1 0 0 0,0-1 1 0 0,0 0-1 0 0,1 1 0 0 0,0-1 0 0 0,-1 1 0 0 0,0 0 0 0 0,1-1 0 0 0,0-1 0 0 0,55-72-529 0 0,-31 36-191 0 0,34-33-1 0 0,67-52-1052 0 0,-47 48 704 0 0,27-46-550 0 0,-83 94 1578 0 0,-20 22 82 0 0,2 0 0 0 0,0 0 1 0 0,-1 1-1 0 0,10-7 0 0 0,-11 9 32 0 0,-3 6-30 0 0,-5 3 46 0 0,-48 69 670 0 0,7-12-158 0 0,-66 65 578 0 0,59-70-659 0 0,17-17-139 0 0,-65 72 748 0 0,76-88-727 0 0,21-23-373 0 0,4-3-26 0 0,-1 0-1 0 0,1 0 1 0 0,0 0-1 0 0,0 0 1 0 0,-1 0 0 0 0,1 0-1 0 0,0 1 1 0 0,0-1-1 0 0,0 0 1 0 0,0 0-1 0 0,0 0 1 0 0,0 0-1 0 0,0 1 1 0 0,0-1 0 0 0,-1 1-1 0 0,1-1 1 0 0,0 0-1 0 0,0 1 1 0 0,-2-1-1 0 0,15-3 115 0 0,-4-1-47 0 0,-1 1 1 0 0,-1-1-1 0 0,17-10 0 0 0,22-20-360 0 0,-25 19 63 0 0,104-85-1287 0 0,-109 84 1223 0 0,1 0-1 0 0,-2-1 0 0 0,0-1 0 0 0,23-36 0 0 0,-28 36 13 0 0,0-3 1 0 0,-1 1-1 0 0,-1 0 1 0 0,7-28-1 0 0,-11 33 95 0 0,-1-2-1 0 0,0 2 0 0 0,-2-1 0 0 0,1 0 1 0 0,-2 0-1 0 0,-3-26 0 0 0,0 23-41 0 0,-1 1-1 0 0,1 2 0 0 0,-3-3 1 0 0,-10-22-1 0 0,13 33 124 0 0,-1 1 1 0 0,0 0-1 0 0,0-2 1 0 0,-1 3-1 0 0,0-1 1 0 0,0 1-1 0 0,-1-1 1 0 0,0 1-1 0 0,0 0 1 0 0,0 1-1 0 0,-14-9 1 0 0,14 10 154 0 0,1 2-1 0 0,0 0 1 0 0,-1-1 0 0 0,1 1-1 0 0,-1 1 1 0 0,0 0 0 0 0,1 0 0 0 0,-1 0-1 0 0,-7-1 1 0 0,4 2 46 0 0,0 0 0 0 0,0 0 0 0 0,0 2 0 0 0,0-1 0 0 0,-11 3 0 0 0,-6 4 283 0 0,1 2-1 0 0,-47 24 1 0 0,65-31-320 0 0,-201 114 2028 0 0,190-104-1764 0 0,0-1-1 0 0,0 3 1 0 0,-24 26 0 0 0,41-40-314 0 0,0 0 1 0 0,1-1-1 0 0,-1 0 0 0 0,0 1 1 0 0,1 0-1 0 0,-1 0 0 0 0,-1-1 0 0 0,2 0 1 0 0,-1 0-1 0 0,-2 2 0 0 0,1-4-25 0 0,2-4 40 0 0,4-6-79 0 0,1 1-1 0 0,1 1 1 0 0,-1-1 0 0 0,1 1 0 0 0,8-10 0 0 0,5-8-180 0 0,106-197-1766 0 0,-65 112 1010 0 0,-58 113 973 0 0,17-36-556 0 0,28-38 0 0 0,-42 65 514 0 0,-4 9 55 0 0,-1 0 1 0 0,0 0-1 0 0,0 0 1 0 0,0 0-1 0 0,0 0 1 0 0,0 0-1 0 0,0 0 1 0 0,0 0-1 0 0,0-1 1 0 0,0 1-1 0 0,0 0 1 0 0,0 0-1 0 0,0 0 1 0 0,0 0-1 0 0,0 0 1 0 0,0 0-1 0 0,0 0 1 0 0,0 0 0 0 0,0-1-1 0 0,0 1 1 0 0,0 0-1 0 0,0 0 1 0 0,0 0-1 0 0,0-1 1 0 0,0 1-1 0 0,0 0 1 0 0,0 0-1 0 0,0 0 1 0 0,0 0-1 0 0,0 0 1 0 0,0 0-1 0 0,0 0 1 0 0,0 0-1 0 0,0 0 1 0 0,0 0-1 0 0,0 0 1 0 0,0 0-1 0 0,0 0 1 0 0,0 0-1 0 0,0-1 1 0 0,-1 1-1 0 0,1 0 1 0 0,0 0 0 0 0,0 0-1 0 0,0 0 1 0 0,0 0-1 0 0,-1 0 1 0 0,1 0-1 0 0,0 0 1 0 0,0-1-1 0 0,0 1 1 0 0,0 0-1 0 0,0 0 1 0 0,0 0-1 0 0,0 0 1 0 0,0 0-1 0 0,-1 0 1 0 0,1 0-1 0 0,0 0 1 0 0,0 0-1 0 0,-1 0 1 0 0,1 0-1 0 0,0 0 1 0 0,0 1-1 0 0,0-1 1 0 0,0 0-1 0 0,0 0 1 0 0,0 0-1 0 0,0 0 1 0 0,-3 1 19 0 0,1 1 1 0 0,-1-1-1 0 0,2 0 1 0 0,-2 1-1 0 0,1 1 1 0 0,0-2-1 0 0,0 1 0 0 0,-1 0 1 0 0,2 1-1 0 0,-4 3 1 0 0,-3 4 105 0 0,-58 67 1095 0 0,-57 85 1 0 0,87-110-694 0 0,-118 163 1633 0 0,13-39-250 0 0,138-171-1803 0 0,2-4-82 0 0,0 2 1 0 0,-1-2-1 0 0,1 1 0 0 0,0-2 1 0 0,0 3-1 0 0,-1-2 0 0 0,0 1 1 0 0,0-2-1 0 0,1 2 0 0 0,-3-1 1 0 0,4-1-22 0 0,0 0 0 0 0,-1 0 0 0 0,1 0 0 0 0,0 0 0 0 0,0 0 0 0 0,0 0 0 0 0,0 0 0 0 0,0 0 0 0 0,-1 0 0 0 0,1 0 0 0 0,0 0 0 0 0,-1 0 0 0 0,1 0 0 0 0,0 0 0 0 0,0 0 1 0 0,0 0-1 0 0,0 0 0 0 0,0 0 0 0 0,0 0 0 0 0,-1 0 0 0 0,1 0 0 0 0,0 0 0 0 0,0 0 0 0 0,0 0 0 0 0,0 0 0 0 0,0 0 0 0 0,0 0 0 0 0,0 0 0 0 0,0-1 0 0 0,0 1 0 0 0,0 0 0 0 0,0-1 0 0 0,-1 1 0 0 0,1 0 0 0 0,0-1 0 0 0,0 1 1 0 0,0 0-1 0 0,0 0 0 0 0,0 0 0 0 0,0 0 0 0 0,0 0 0 0 0,0 0 0 0 0,0 0 0 0 0,0 0 0 0 0,1-1 0 0 0,-1 1 0 0 0,1-11 73 0 0,-1 11-60 0 0,3-9-121 0 0,-1 0 0 0 0,2 1 0 0 0,0-1-1 0 0,0 1 1 0 0,1 0 0 0 0,5-8 0 0 0,4-4-140 0 0,86-166-1893 0 0,34-102-1083 0 0,-127 273 3050 0 0,52-113-1235 0 0,-40 91 662 0 0,33-48 0 0 0,-25 43 194 0 0,-22 34 516 0 0,-12 26 6 0 0,-12 16 744 0 0,-27 44 1 0 0,23-43-369 0 0,-23 42 1170 0 0,-52 119 0 0 0,96-194-1496 0 0,-2 7 94 0 0,1-1 0 0 0,-1 1-1 0 0,1-2 1 0 0,1 3 0 0 0,1-2 0 0 0,-3 16 0 0 0,4-24-115 0 0,-1 1 0 0 0,1-1 0 0 0,0 0 0 0 0,0 0 0 0 0,0 0 0 0 0,0 0 0 0 0,0 0 0 0 0,0 0 0 0 0,0 0 0 0 0,0 0 0 0 0,0 1 0 0 0,0-1 0 0 0,1 0 0 0 0,-1 0 0 0 0,0 0 0 0 0,0 0 0 0 0,0 0 0 0 0,0 0 0 0 0,0 0 0 0 0,0 0 0 0 0,0 0 0 0 0,0 1 0 0 0,0-1 0 0 0,1 0 0 0 0,-1 0 0 0 0,0 0 0 0 0,0 0 0 0 0,0 0 0 0 0,0 0 0 0 0,0 0 0 0 0,0 0 0 0 0,0 0 0 0 0,0 0 0 0 0,0 0 0 0 0,0 0 0 0 0,0 0 0 0 0,0 0 0 0 0,0 0 0 0 0,0 0 0 0 0,2 0 0 0 0,-2 0 0 0 0,0 0 0 0 0,0 0 0 0 0,0 0 0 0 0,1 0 0 0 0,-1 0 0 0 0,0 0 0 0 0,6-3 109 0 0,9-11 98 0 0,-15 14-208 0 0,58-65-323 0 0,-6 5-311 0 0,-19 27 249 0 0,1 3-1 0 0,1 1 0 0 0,1 1 0 0 0,3 1 1 0 0,-1 2-1 0 0,52-24 0 0 0,66-24 468 0 0,-97 43 564 0 0,-35 17-221 0 0,28-11 0 0 0,-43 21-330 0 0,-3 3 1 0 0,1-3 0 0 0,2 2 0 0 0,-2 0 0 0 0,10-1 0 0 0,-2 2 138 0 0,26 3 1 0 0,-22 1 26 0 0,-1-1 0 0 0,33 13 0 0 0,-26-7 69 0 0,-18-7-252 0 0,0 1 1 0 0,8 3 0 0 0,-15-5-71 0 0,0-1 1 0 0,1 1-1 0 0,-1 0 0 0 0,0-1 0 0 0,1 0 1 0 0,-1 1-1 0 0,1 0 0 0 0,-1-1 1 0 0,0 1-1 0 0,1-1 0 0 0,-1 1 0 0 0,0-1 1 0 0,0 2-1 0 0,0-1 0 0 0,0-1 1 0 0,0 1-1 0 0,0 1 0 0 0,-1 13 70 0 0,0-11-49 0 0,-14 165 1398 0 0,13-147-1160 0 0,-4 0 0 0 0,2-1 1 0 0,-16 39-1 0 0,6-23 299 0 0,-27 44-1 0 0,22-48-160 0 0,-3 0-1 0 0,-1-2 1 0 0,-2-1 0 0 0,-1-2-1 0 0,-51 47 1 0 0,31-30 158 0 0,45-44-505 0 0,0-1-50 0 0,1 0 0 0 0,-1 1 1 0 0,1-1-1 0 0,-1 0 0 0 0,1 0 1 0 0,0 1-1 0 0,0-1 0 0 0,0 0 1 0 0,0 1-1 0 0,0-1 1 0 0,-1 0-1 0 0,1 0 0 0 0,-1 1 1 0 0,0-1-1 0 0,1 0 0 0 0,0 0 1 0 0,-1 0-1 0 0,0 0 0 0 0,1 0-4 0 0,-1 0 0 0 0,1-1 0 0 0,0 1 0 0 0,-1 0 0 0 0,1-1 0 0 0,0 1 0 0 0,0-1 0 0 0,0 1 0 0 0,-2 0 0 0 0,2 0 0 0 0,0-1 0 0 0,0 1 0 0 0,0 0 0 0 0,0 0 0 0 0,0-1 0 0 0,0 1 0 0 0,-1 0 0 0 0,1-1 0 0 0,0 1 0 0 0,0 0 0 0 0,0-1 0 0 0,0 1 0 0 0,0-1 0 0 0,0 0 0 0 0,0 1 0 0 0,-1-1 10 0 0,1 0-14 0 0,1 1 0 0 0,-1 0 0 0 0,1-1 0 0 0,-1 1 0 0 0,0-1 0 0 0,0 1 0 0 0,0 0 0 0 0,0 0 0 0 0,2-1 0 0 0,-2 1 0 0 0,0 0 0 0 0,1-1 0 0 0,-1 1 0 0 0,0 0 0 0 0,1 0 0 0 0,-1 0 0 0 0,0 0 0 0 0,1 0 0 0 0,0 0 0 0 0,0 0 0 0 0,1 0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7A1B2D-29A7-47DA-9BBD-105A9125E44B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1D4BF8-D2CE-4F23-A23B-534DA9D9D9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3302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7129F-4927-BC23-AB04-FDBA9F504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02EE96-BB5E-2449-CAF4-23BA19A1DB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D0904-7FA1-29D6-3B57-00FC734BA1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FA198-1184-9A04-5125-4F599E3DBC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1D4BF8-D2CE-4F23-A23B-534DA9D9D93A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694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73F52-98DA-4617-BB1E-C4AB5057D5F1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8C32-7C9F-4BB7-8ABB-03A9C7366F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075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73F52-98DA-4617-BB1E-C4AB5057D5F1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8C32-7C9F-4BB7-8ABB-03A9C7366F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807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73F52-98DA-4617-BB1E-C4AB5057D5F1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8C32-7C9F-4BB7-8ABB-03A9C7366F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385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73F52-98DA-4617-BB1E-C4AB5057D5F1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8C32-7C9F-4BB7-8ABB-03A9C7366F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6569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73F52-98DA-4617-BB1E-C4AB5057D5F1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8C32-7C9F-4BB7-8ABB-03A9C7366F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4274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73F52-98DA-4617-BB1E-C4AB5057D5F1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8C32-7C9F-4BB7-8ABB-03A9C7366F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4792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73F52-98DA-4617-BB1E-C4AB5057D5F1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8C32-7C9F-4BB7-8ABB-03A9C7366F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8818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73F52-98DA-4617-BB1E-C4AB5057D5F1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8C32-7C9F-4BB7-8ABB-03A9C7366F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6327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73F52-98DA-4617-BB1E-C4AB5057D5F1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8C32-7C9F-4BB7-8ABB-03A9C7366F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522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73F52-98DA-4617-BB1E-C4AB5057D5F1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8C32-7C9F-4BB7-8ABB-03A9C7366F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3350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73F52-98DA-4617-BB1E-C4AB5057D5F1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8C32-7C9F-4BB7-8ABB-03A9C7366F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475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773F52-98DA-4617-BB1E-C4AB5057D5F1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998C32-7C9F-4BB7-8ABB-03A9C7366F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1426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customXml" Target="../ink/ink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customXml" Target="../ink/ink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customXml" Target="../ink/ink1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customXml" Target="../ink/ink1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customXml" Target="../ink/ink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customXml" Target="../ink/ink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customXml" Target="../ink/ink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customXml" Target="../ink/ink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customXml" Target="../ink/ink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customXml" Target="../ink/ink2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customXml" Target="../ink/ink2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customXml" Target="../ink/ink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51511-1942-5B60-1E23-00816823F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F7E1BB0-8D52-78BD-EA02-3F034A38F328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pic>
        <p:nvPicPr>
          <p:cNvPr id="15" name="Picture 14" descr="A green plant growing out of a grid&#10;&#10;AI-generated content may be incorrect.">
            <a:extLst>
              <a:ext uri="{FF2B5EF4-FFF2-40B4-BE49-F238E27FC236}">
                <a16:creationId xmlns:a16="http://schemas.microsoft.com/office/drawing/2014/main" id="{73007177-81EA-7513-8FD5-832600DC2A8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5314" y="-434742"/>
            <a:ext cx="7901372" cy="7358152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0666CA5-DDD5-5BAD-ED57-E44044543A6A}"/>
              </a:ext>
            </a:extLst>
          </p:cNvPr>
          <p:cNvSpPr/>
          <p:nvPr/>
        </p:nvSpPr>
        <p:spPr>
          <a:xfrm>
            <a:off x="4706754" y="3234088"/>
            <a:ext cx="2666198" cy="2781701"/>
          </a:xfrm>
          <a:custGeom>
            <a:avLst/>
            <a:gdLst>
              <a:gd name="connsiteX0" fmla="*/ 0 w 2666198"/>
              <a:gd name="connsiteY0" fmla="*/ 0 h 2781701"/>
              <a:gd name="connsiteX1" fmla="*/ 596766 w 2666198"/>
              <a:gd name="connsiteY1" fmla="*/ 298384 h 2781701"/>
              <a:gd name="connsiteX2" fmla="*/ 1029903 w 2666198"/>
              <a:gd name="connsiteY2" fmla="*/ 712270 h 2781701"/>
              <a:gd name="connsiteX3" fmla="*/ 2156059 w 2666198"/>
              <a:gd name="connsiteY3" fmla="*/ 2281188 h 2781701"/>
              <a:gd name="connsiteX4" fmla="*/ 2666198 w 2666198"/>
              <a:gd name="connsiteY4" fmla="*/ 2781701 h 2781701"/>
              <a:gd name="connsiteX5" fmla="*/ 2666198 w 2666198"/>
              <a:gd name="connsiteY5" fmla="*/ 2781701 h 2781701"/>
              <a:gd name="connsiteX6" fmla="*/ 2666198 w 2666198"/>
              <a:gd name="connsiteY6" fmla="*/ 2781701 h 2781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6198" h="2781701">
                <a:moveTo>
                  <a:pt x="0" y="0"/>
                </a:moveTo>
                <a:cubicBezTo>
                  <a:pt x="212558" y="89836"/>
                  <a:pt x="425116" y="179672"/>
                  <a:pt x="596766" y="298384"/>
                </a:cubicBezTo>
                <a:cubicBezTo>
                  <a:pt x="768416" y="417096"/>
                  <a:pt x="770021" y="381803"/>
                  <a:pt x="1029903" y="712270"/>
                </a:cubicBezTo>
                <a:cubicBezTo>
                  <a:pt x="1289785" y="1042737"/>
                  <a:pt x="1883343" y="1936283"/>
                  <a:pt x="2156059" y="2281188"/>
                </a:cubicBezTo>
                <a:cubicBezTo>
                  <a:pt x="2428775" y="2626093"/>
                  <a:pt x="2666198" y="2781701"/>
                  <a:pt x="2666198" y="2781701"/>
                </a:cubicBezTo>
                <a:lnTo>
                  <a:pt x="2666198" y="2781701"/>
                </a:lnTo>
                <a:lnTo>
                  <a:pt x="2666198" y="2781701"/>
                </a:lnTo>
              </a:path>
            </a:pathLst>
          </a:custGeom>
          <a:noFill/>
          <a:ln w="127000" cap="rnd">
            <a:solidFill>
              <a:schemeClr val="accent1">
                <a:shade val="15000"/>
              </a:schemeClr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520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3B765-6CC0-70D0-3815-E4914B986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EC85AAF-4113-AC8B-763D-094693B7E12E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pic>
        <p:nvPicPr>
          <p:cNvPr id="15" name="Picture 14" descr="A green plant growing out of a grid&#10;&#10;AI-generated content may be incorrect.">
            <a:extLst>
              <a:ext uri="{FF2B5EF4-FFF2-40B4-BE49-F238E27FC236}">
                <a16:creationId xmlns:a16="http://schemas.microsoft.com/office/drawing/2014/main" id="{F4AD61A4-2789-6FF6-9747-157EC49EDE9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0"/>
            <a:ext cx="12966700" cy="1207523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68E97C2-214E-89FC-F1F9-063580CAB804}"/>
              </a:ext>
            </a:extLst>
          </p:cNvPr>
          <p:cNvSpPr/>
          <p:nvPr/>
        </p:nvSpPr>
        <p:spPr>
          <a:xfrm>
            <a:off x="165100" y="2260600"/>
            <a:ext cx="1155700" cy="800100"/>
          </a:xfrm>
          <a:prstGeom prst="rect">
            <a:avLst/>
          </a:prstGeom>
          <a:solidFill>
            <a:srgbClr val="34D3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#34d399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A05E08-832C-E974-E449-C8AD05A21A42}"/>
              </a:ext>
            </a:extLst>
          </p:cNvPr>
          <p:cNvSpPr/>
          <p:nvPr/>
        </p:nvSpPr>
        <p:spPr>
          <a:xfrm>
            <a:off x="165100" y="1384300"/>
            <a:ext cx="1155700" cy="800100"/>
          </a:xfrm>
          <a:prstGeom prst="rect">
            <a:avLst/>
          </a:prstGeom>
          <a:solidFill>
            <a:srgbClr val="6EE7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#6ee7b7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8A98F6-E78F-E0C5-A81B-CE9C021EC87D}"/>
              </a:ext>
            </a:extLst>
          </p:cNvPr>
          <p:cNvSpPr/>
          <p:nvPr/>
        </p:nvSpPr>
        <p:spPr>
          <a:xfrm>
            <a:off x="165100" y="3136900"/>
            <a:ext cx="1155700" cy="800100"/>
          </a:xfrm>
          <a:prstGeom prst="rect">
            <a:avLst/>
          </a:prstGeom>
          <a:solidFill>
            <a:srgbClr val="10B98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#10b981</a:t>
            </a:r>
          </a:p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A77785-CA7A-ECCD-6FC0-702E7C95682A}"/>
              </a:ext>
            </a:extLst>
          </p:cNvPr>
          <p:cNvSpPr/>
          <p:nvPr/>
        </p:nvSpPr>
        <p:spPr>
          <a:xfrm>
            <a:off x="165100" y="4013200"/>
            <a:ext cx="1155700" cy="800100"/>
          </a:xfrm>
          <a:prstGeom prst="rect">
            <a:avLst/>
          </a:prstGeom>
          <a:solidFill>
            <a:srgbClr val="A7F3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#a7f3d0</a:t>
            </a:r>
          </a:p>
          <a:p>
            <a:pPr algn="ctr"/>
            <a:endParaRPr lang="en-GB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46C99DD-9228-BD07-8130-421F21B21745}"/>
              </a:ext>
            </a:extLst>
          </p:cNvPr>
          <p:cNvGrpSpPr/>
          <p:nvPr/>
        </p:nvGrpSpPr>
        <p:grpSpPr>
          <a:xfrm>
            <a:off x="4342418" y="1282700"/>
            <a:ext cx="2493781" cy="3448050"/>
            <a:chOff x="4342418" y="1282700"/>
            <a:chExt cx="2493781" cy="344805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DAC5A6A-C34F-0472-50AE-C0622ACBB18A}"/>
                </a:ext>
              </a:extLst>
            </p:cNvPr>
            <p:cNvSpPr/>
            <p:nvPr/>
          </p:nvSpPr>
          <p:spPr>
            <a:xfrm>
              <a:off x="4356100" y="1282700"/>
              <a:ext cx="2480099" cy="3448050"/>
            </a:xfrm>
            <a:custGeom>
              <a:avLst/>
              <a:gdLst>
                <a:gd name="connsiteX0" fmla="*/ 2387600 w 2480099"/>
                <a:gd name="connsiteY0" fmla="*/ 3448050 h 3448050"/>
                <a:gd name="connsiteX1" fmla="*/ 2470150 w 2480099"/>
                <a:gd name="connsiteY1" fmla="*/ 2959100 h 3448050"/>
                <a:gd name="connsiteX2" fmla="*/ 2463800 w 2480099"/>
                <a:gd name="connsiteY2" fmla="*/ 2286000 h 3448050"/>
                <a:gd name="connsiteX3" fmla="*/ 2336800 w 2480099"/>
                <a:gd name="connsiteY3" fmla="*/ 1727200 h 3448050"/>
                <a:gd name="connsiteX4" fmla="*/ 2070100 w 2480099"/>
                <a:gd name="connsiteY4" fmla="*/ 1206500 h 3448050"/>
                <a:gd name="connsiteX5" fmla="*/ 1727200 w 2480099"/>
                <a:gd name="connsiteY5" fmla="*/ 812800 h 3448050"/>
                <a:gd name="connsiteX6" fmla="*/ 1244600 w 2480099"/>
                <a:gd name="connsiteY6" fmla="*/ 457200 h 3448050"/>
                <a:gd name="connsiteX7" fmla="*/ 673100 w 2480099"/>
                <a:gd name="connsiteY7" fmla="*/ 171450 h 3448050"/>
                <a:gd name="connsiteX8" fmla="*/ 0 w 2480099"/>
                <a:gd name="connsiteY8" fmla="*/ 0 h 3448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80099" h="3448050">
                  <a:moveTo>
                    <a:pt x="2387600" y="3448050"/>
                  </a:moveTo>
                  <a:cubicBezTo>
                    <a:pt x="2422525" y="3300412"/>
                    <a:pt x="2457450" y="3152775"/>
                    <a:pt x="2470150" y="2959100"/>
                  </a:cubicBezTo>
                  <a:cubicBezTo>
                    <a:pt x="2482850" y="2765425"/>
                    <a:pt x="2486025" y="2491317"/>
                    <a:pt x="2463800" y="2286000"/>
                  </a:cubicBezTo>
                  <a:cubicBezTo>
                    <a:pt x="2441575" y="2080683"/>
                    <a:pt x="2402417" y="1907117"/>
                    <a:pt x="2336800" y="1727200"/>
                  </a:cubicBezTo>
                  <a:cubicBezTo>
                    <a:pt x="2271183" y="1547283"/>
                    <a:pt x="2171700" y="1358900"/>
                    <a:pt x="2070100" y="1206500"/>
                  </a:cubicBezTo>
                  <a:cubicBezTo>
                    <a:pt x="1968500" y="1054100"/>
                    <a:pt x="1864783" y="937683"/>
                    <a:pt x="1727200" y="812800"/>
                  </a:cubicBezTo>
                  <a:cubicBezTo>
                    <a:pt x="1589617" y="687917"/>
                    <a:pt x="1420283" y="564092"/>
                    <a:pt x="1244600" y="457200"/>
                  </a:cubicBezTo>
                  <a:cubicBezTo>
                    <a:pt x="1068917" y="350308"/>
                    <a:pt x="880533" y="247650"/>
                    <a:pt x="673100" y="171450"/>
                  </a:cubicBezTo>
                  <a:cubicBezTo>
                    <a:pt x="465667" y="95250"/>
                    <a:pt x="232833" y="47625"/>
                    <a:pt x="0" y="0"/>
                  </a:cubicBezTo>
                </a:path>
              </a:pathLst>
            </a:custGeom>
            <a:noFill/>
            <a:ln w="190500" cap="rnd">
              <a:solidFill>
                <a:srgbClr val="6EE7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764CBAA-316F-C150-6203-63AB071ED84F}"/>
                </a:ext>
              </a:extLst>
            </p:cNvPr>
            <p:cNvSpPr/>
            <p:nvPr/>
          </p:nvSpPr>
          <p:spPr>
            <a:xfrm>
              <a:off x="4342418" y="1282700"/>
              <a:ext cx="2394932" cy="3441700"/>
            </a:xfrm>
            <a:custGeom>
              <a:avLst/>
              <a:gdLst>
                <a:gd name="connsiteX0" fmla="*/ 2394932 w 2394932"/>
                <a:gd name="connsiteY0" fmla="*/ 3441700 h 3441700"/>
                <a:gd name="connsiteX1" fmla="*/ 1607532 w 2394932"/>
                <a:gd name="connsiteY1" fmla="*/ 3219450 h 3441700"/>
                <a:gd name="connsiteX2" fmla="*/ 928082 w 2394932"/>
                <a:gd name="connsiteY2" fmla="*/ 2832100 h 3441700"/>
                <a:gd name="connsiteX3" fmla="*/ 464532 w 2394932"/>
                <a:gd name="connsiteY3" fmla="*/ 2305050 h 3441700"/>
                <a:gd name="connsiteX4" fmla="*/ 216882 w 2394932"/>
                <a:gd name="connsiteY4" fmla="*/ 1803400 h 3441700"/>
                <a:gd name="connsiteX5" fmla="*/ 83532 w 2394932"/>
                <a:gd name="connsiteY5" fmla="*/ 1314450 h 3441700"/>
                <a:gd name="connsiteX6" fmla="*/ 7332 w 2394932"/>
                <a:gd name="connsiteY6" fmla="*/ 717550 h 3441700"/>
                <a:gd name="connsiteX7" fmla="*/ 7332 w 2394932"/>
                <a:gd name="connsiteY7" fmla="*/ 0 h 3441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94932" h="3441700">
                  <a:moveTo>
                    <a:pt x="2394932" y="3441700"/>
                  </a:moveTo>
                  <a:cubicBezTo>
                    <a:pt x="2123469" y="3381375"/>
                    <a:pt x="1852007" y="3321050"/>
                    <a:pt x="1607532" y="3219450"/>
                  </a:cubicBezTo>
                  <a:cubicBezTo>
                    <a:pt x="1363057" y="3117850"/>
                    <a:pt x="1118582" y="2984500"/>
                    <a:pt x="928082" y="2832100"/>
                  </a:cubicBezTo>
                  <a:cubicBezTo>
                    <a:pt x="737582" y="2679700"/>
                    <a:pt x="583065" y="2476500"/>
                    <a:pt x="464532" y="2305050"/>
                  </a:cubicBezTo>
                  <a:cubicBezTo>
                    <a:pt x="345999" y="2133600"/>
                    <a:pt x="280382" y="1968500"/>
                    <a:pt x="216882" y="1803400"/>
                  </a:cubicBezTo>
                  <a:cubicBezTo>
                    <a:pt x="153382" y="1638300"/>
                    <a:pt x="118457" y="1495425"/>
                    <a:pt x="83532" y="1314450"/>
                  </a:cubicBezTo>
                  <a:cubicBezTo>
                    <a:pt x="48607" y="1133475"/>
                    <a:pt x="20032" y="936625"/>
                    <a:pt x="7332" y="717550"/>
                  </a:cubicBezTo>
                  <a:cubicBezTo>
                    <a:pt x="-5368" y="498475"/>
                    <a:pt x="982" y="249237"/>
                    <a:pt x="7332" y="0"/>
                  </a:cubicBezTo>
                </a:path>
              </a:pathLst>
            </a:custGeom>
            <a:noFill/>
            <a:ln w="190500" cap="rnd">
              <a:solidFill>
                <a:srgbClr val="6EE7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850AD65-9FAC-84B5-9D67-F9E6832E0174}"/>
                    </a:ext>
                  </a:extLst>
                </p14:cNvPr>
                <p14:cNvContentPartPr/>
                <p14:nvPr/>
              </p14:nvContentPartPr>
              <p14:xfrm>
                <a:off x="4458170" y="1549861"/>
                <a:ext cx="2236320" cy="2905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850AD65-9FAC-84B5-9D67-F9E6832E017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368170" y="1370221"/>
                  <a:ext cx="2415960" cy="3265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88324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9FDCB-0403-0828-BD08-274915C38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E7805B2-4845-71CF-6152-C3020F408684}"/>
              </a:ext>
            </a:extLst>
          </p:cNvPr>
          <p:cNvSpPr txBox="1"/>
          <p:nvPr/>
        </p:nvSpPr>
        <p:spPr>
          <a:xfrm>
            <a:off x="3048000" y="36438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801F2B2-8E35-2521-DB4A-DE65E14D17E5}"/>
              </a:ext>
            </a:extLst>
          </p:cNvPr>
          <p:cNvSpPr/>
          <p:nvPr/>
        </p:nvSpPr>
        <p:spPr>
          <a:xfrm>
            <a:off x="4664258" y="3536434"/>
            <a:ext cx="2692400" cy="2863850"/>
          </a:xfrm>
          <a:custGeom>
            <a:avLst/>
            <a:gdLst>
              <a:gd name="connsiteX0" fmla="*/ 0 w 2692400"/>
              <a:gd name="connsiteY0" fmla="*/ 0 h 2863850"/>
              <a:gd name="connsiteX1" fmla="*/ 469900 w 2692400"/>
              <a:gd name="connsiteY1" fmla="*/ 203200 h 2863850"/>
              <a:gd name="connsiteX2" fmla="*/ 793750 w 2692400"/>
              <a:gd name="connsiteY2" fmla="*/ 419100 h 2863850"/>
              <a:gd name="connsiteX3" fmla="*/ 1079500 w 2692400"/>
              <a:gd name="connsiteY3" fmla="*/ 723900 h 2863850"/>
              <a:gd name="connsiteX4" fmla="*/ 1358900 w 2692400"/>
              <a:gd name="connsiteY4" fmla="*/ 1162050 h 2863850"/>
              <a:gd name="connsiteX5" fmla="*/ 1879600 w 2692400"/>
              <a:gd name="connsiteY5" fmla="*/ 2082800 h 2863850"/>
              <a:gd name="connsiteX6" fmla="*/ 2247900 w 2692400"/>
              <a:gd name="connsiteY6" fmla="*/ 2514600 h 2863850"/>
              <a:gd name="connsiteX7" fmla="*/ 2692400 w 2692400"/>
              <a:gd name="connsiteY7" fmla="*/ 2863850 h 2863850"/>
              <a:gd name="connsiteX8" fmla="*/ 2692400 w 2692400"/>
              <a:gd name="connsiteY8" fmla="*/ 2863850 h 2863850"/>
              <a:gd name="connsiteX9" fmla="*/ 2692400 w 2692400"/>
              <a:gd name="connsiteY9" fmla="*/ 2863850 h 286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2400" h="2863850">
                <a:moveTo>
                  <a:pt x="0" y="0"/>
                </a:moveTo>
                <a:cubicBezTo>
                  <a:pt x="168804" y="66675"/>
                  <a:pt x="337608" y="133350"/>
                  <a:pt x="469900" y="203200"/>
                </a:cubicBezTo>
                <a:cubicBezTo>
                  <a:pt x="602192" y="273050"/>
                  <a:pt x="692150" y="332317"/>
                  <a:pt x="793750" y="419100"/>
                </a:cubicBezTo>
                <a:cubicBezTo>
                  <a:pt x="895350" y="505883"/>
                  <a:pt x="985308" y="600075"/>
                  <a:pt x="1079500" y="723900"/>
                </a:cubicBezTo>
                <a:cubicBezTo>
                  <a:pt x="1173692" y="847725"/>
                  <a:pt x="1225550" y="935567"/>
                  <a:pt x="1358900" y="1162050"/>
                </a:cubicBezTo>
                <a:cubicBezTo>
                  <a:pt x="1492250" y="1388533"/>
                  <a:pt x="1731433" y="1857375"/>
                  <a:pt x="1879600" y="2082800"/>
                </a:cubicBezTo>
                <a:cubicBezTo>
                  <a:pt x="2027767" y="2308225"/>
                  <a:pt x="2112433" y="2384425"/>
                  <a:pt x="2247900" y="2514600"/>
                </a:cubicBezTo>
                <a:cubicBezTo>
                  <a:pt x="2383367" y="2644775"/>
                  <a:pt x="2692400" y="2863850"/>
                  <a:pt x="2692400" y="2863850"/>
                </a:cubicBezTo>
                <a:lnTo>
                  <a:pt x="2692400" y="2863850"/>
                </a:lnTo>
                <a:lnTo>
                  <a:pt x="2692400" y="2863850"/>
                </a:lnTo>
              </a:path>
            </a:pathLst>
          </a:custGeom>
          <a:noFill/>
          <a:ln w="254000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7874B7-2304-3792-1638-20AC287173C8}"/>
              </a:ext>
            </a:extLst>
          </p:cNvPr>
          <p:cNvSpPr/>
          <p:nvPr/>
        </p:nvSpPr>
        <p:spPr>
          <a:xfrm>
            <a:off x="165100" y="2260600"/>
            <a:ext cx="1155700" cy="800100"/>
          </a:xfrm>
          <a:prstGeom prst="rect">
            <a:avLst/>
          </a:prstGeom>
          <a:solidFill>
            <a:srgbClr val="34D3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#34d399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9B1E7B-D14B-C902-6159-1D3366274F7C}"/>
              </a:ext>
            </a:extLst>
          </p:cNvPr>
          <p:cNvSpPr/>
          <p:nvPr/>
        </p:nvSpPr>
        <p:spPr>
          <a:xfrm>
            <a:off x="165100" y="1384300"/>
            <a:ext cx="1155700" cy="800100"/>
          </a:xfrm>
          <a:prstGeom prst="rect">
            <a:avLst/>
          </a:prstGeom>
          <a:solidFill>
            <a:srgbClr val="6EE7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#6ee7b7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3CED96-C828-39A0-E7C8-709083F6650D}"/>
              </a:ext>
            </a:extLst>
          </p:cNvPr>
          <p:cNvSpPr/>
          <p:nvPr/>
        </p:nvSpPr>
        <p:spPr>
          <a:xfrm>
            <a:off x="165100" y="3136900"/>
            <a:ext cx="1155700" cy="800100"/>
          </a:xfrm>
          <a:prstGeom prst="rect">
            <a:avLst/>
          </a:prstGeom>
          <a:solidFill>
            <a:srgbClr val="10B98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#10b981</a:t>
            </a:r>
          </a:p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B81B24-11EF-046C-5A85-B1FEEE2F727F}"/>
              </a:ext>
            </a:extLst>
          </p:cNvPr>
          <p:cNvSpPr/>
          <p:nvPr/>
        </p:nvSpPr>
        <p:spPr>
          <a:xfrm>
            <a:off x="165100" y="4013200"/>
            <a:ext cx="1155700" cy="800100"/>
          </a:xfrm>
          <a:prstGeom prst="rect">
            <a:avLst/>
          </a:prstGeom>
          <a:solidFill>
            <a:srgbClr val="A7F3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#a7f3d0</a:t>
            </a:r>
          </a:p>
          <a:p>
            <a:pPr algn="ctr"/>
            <a:endParaRPr lang="en-GB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9E32999-C4F9-973A-4189-992EC6CD69D8}"/>
              </a:ext>
            </a:extLst>
          </p:cNvPr>
          <p:cNvSpPr/>
          <p:nvPr/>
        </p:nvSpPr>
        <p:spPr>
          <a:xfrm>
            <a:off x="3351188" y="3663386"/>
            <a:ext cx="2692400" cy="2863850"/>
          </a:xfrm>
          <a:custGeom>
            <a:avLst/>
            <a:gdLst>
              <a:gd name="connsiteX0" fmla="*/ 0 w 2692400"/>
              <a:gd name="connsiteY0" fmla="*/ 0 h 2863850"/>
              <a:gd name="connsiteX1" fmla="*/ 469900 w 2692400"/>
              <a:gd name="connsiteY1" fmla="*/ 203200 h 2863850"/>
              <a:gd name="connsiteX2" fmla="*/ 793750 w 2692400"/>
              <a:gd name="connsiteY2" fmla="*/ 419100 h 2863850"/>
              <a:gd name="connsiteX3" fmla="*/ 1079500 w 2692400"/>
              <a:gd name="connsiteY3" fmla="*/ 723900 h 2863850"/>
              <a:gd name="connsiteX4" fmla="*/ 1358900 w 2692400"/>
              <a:gd name="connsiteY4" fmla="*/ 1162050 h 2863850"/>
              <a:gd name="connsiteX5" fmla="*/ 1879600 w 2692400"/>
              <a:gd name="connsiteY5" fmla="*/ 2082800 h 2863850"/>
              <a:gd name="connsiteX6" fmla="*/ 2247900 w 2692400"/>
              <a:gd name="connsiteY6" fmla="*/ 2514600 h 2863850"/>
              <a:gd name="connsiteX7" fmla="*/ 2692400 w 2692400"/>
              <a:gd name="connsiteY7" fmla="*/ 2863850 h 2863850"/>
              <a:gd name="connsiteX8" fmla="*/ 2692400 w 2692400"/>
              <a:gd name="connsiteY8" fmla="*/ 2863850 h 2863850"/>
              <a:gd name="connsiteX9" fmla="*/ 2692400 w 2692400"/>
              <a:gd name="connsiteY9" fmla="*/ 2863850 h 286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2400" h="2863850">
                <a:moveTo>
                  <a:pt x="0" y="0"/>
                </a:moveTo>
                <a:cubicBezTo>
                  <a:pt x="168804" y="66675"/>
                  <a:pt x="337608" y="133350"/>
                  <a:pt x="469900" y="203200"/>
                </a:cubicBezTo>
                <a:cubicBezTo>
                  <a:pt x="602192" y="273050"/>
                  <a:pt x="692150" y="332317"/>
                  <a:pt x="793750" y="419100"/>
                </a:cubicBezTo>
                <a:cubicBezTo>
                  <a:pt x="895350" y="505883"/>
                  <a:pt x="985308" y="600075"/>
                  <a:pt x="1079500" y="723900"/>
                </a:cubicBezTo>
                <a:cubicBezTo>
                  <a:pt x="1173692" y="847725"/>
                  <a:pt x="1225550" y="935567"/>
                  <a:pt x="1358900" y="1162050"/>
                </a:cubicBezTo>
                <a:cubicBezTo>
                  <a:pt x="1492250" y="1388533"/>
                  <a:pt x="1731433" y="1857375"/>
                  <a:pt x="1879600" y="2082800"/>
                </a:cubicBezTo>
                <a:cubicBezTo>
                  <a:pt x="2027767" y="2308225"/>
                  <a:pt x="2112433" y="2384425"/>
                  <a:pt x="2247900" y="2514600"/>
                </a:cubicBezTo>
                <a:cubicBezTo>
                  <a:pt x="2383367" y="2644775"/>
                  <a:pt x="2692400" y="2863850"/>
                  <a:pt x="2692400" y="2863850"/>
                </a:cubicBezTo>
                <a:lnTo>
                  <a:pt x="2692400" y="2863850"/>
                </a:lnTo>
                <a:lnTo>
                  <a:pt x="2692400" y="2863850"/>
                </a:lnTo>
              </a:path>
            </a:pathLst>
          </a:custGeom>
          <a:noFill/>
          <a:ln w="254000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930165-965D-6697-3B97-A58B74965D1D}"/>
              </a:ext>
            </a:extLst>
          </p:cNvPr>
          <p:cNvSpPr/>
          <p:nvPr/>
        </p:nvSpPr>
        <p:spPr>
          <a:xfrm>
            <a:off x="3351188" y="4050563"/>
            <a:ext cx="4427621" cy="310181"/>
          </a:xfrm>
          <a:custGeom>
            <a:avLst/>
            <a:gdLst>
              <a:gd name="connsiteX0" fmla="*/ 0 w 4427621"/>
              <a:gd name="connsiteY0" fmla="*/ 310181 h 310181"/>
              <a:gd name="connsiteX1" fmla="*/ 587141 w 4427621"/>
              <a:gd name="connsiteY1" fmla="*/ 146551 h 310181"/>
              <a:gd name="connsiteX2" fmla="*/ 1289785 w 4427621"/>
              <a:gd name="connsiteY2" fmla="*/ 40674 h 310181"/>
              <a:gd name="connsiteX3" fmla="*/ 2050181 w 4427621"/>
              <a:gd name="connsiteY3" fmla="*/ 2172 h 310181"/>
              <a:gd name="connsiteX4" fmla="*/ 3022333 w 4427621"/>
              <a:gd name="connsiteY4" fmla="*/ 98425 h 310181"/>
              <a:gd name="connsiteX5" fmla="*/ 3965608 w 4427621"/>
              <a:gd name="connsiteY5" fmla="*/ 242804 h 310181"/>
              <a:gd name="connsiteX6" fmla="*/ 4427621 w 4427621"/>
              <a:gd name="connsiteY6" fmla="*/ 242804 h 310181"/>
              <a:gd name="connsiteX7" fmla="*/ 4427621 w 4427621"/>
              <a:gd name="connsiteY7" fmla="*/ 242804 h 310181"/>
              <a:gd name="connsiteX8" fmla="*/ 4427621 w 4427621"/>
              <a:gd name="connsiteY8" fmla="*/ 242804 h 31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27621" h="310181">
                <a:moveTo>
                  <a:pt x="0" y="310181"/>
                </a:moveTo>
                <a:cubicBezTo>
                  <a:pt x="186088" y="250825"/>
                  <a:pt x="372177" y="191469"/>
                  <a:pt x="587141" y="146551"/>
                </a:cubicBezTo>
                <a:cubicBezTo>
                  <a:pt x="802105" y="101633"/>
                  <a:pt x="1045945" y="64737"/>
                  <a:pt x="1289785" y="40674"/>
                </a:cubicBezTo>
                <a:cubicBezTo>
                  <a:pt x="1533625" y="16611"/>
                  <a:pt x="1761423" y="-7453"/>
                  <a:pt x="2050181" y="2172"/>
                </a:cubicBezTo>
                <a:cubicBezTo>
                  <a:pt x="2338939" y="11797"/>
                  <a:pt x="2703095" y="58320"/>
                  <a:pt x="3022333" y="98425"/>
                </a:cubicBezTo>
                <a:cubicBezTo>
                  <a:pt x="3341571" y="138530"/>
                  <a:pt x="3731393" y="218741"/>
                  <a:pt x="3965608" y="242804"/>
                </a:cubicBezTo>
                <a:cubicBezTo>
                  <a:pt x="4199823" y="266867"/>
                  <a:pt x="4427621" y="242804"/>
                  <a:pt x="4427621" y="242804"/>
                </a:cubicBezTo>
                <a:lnTo>
                  <a:pt x="4427621" y="242804"/>
                </a:lnTo>
                <a:lnTo>
                  <a:pt x="4427621" y="242804"/>
                </a:lnTo>
              </a:path>
            </a:pathLst>
          </a:custGeom>
          <a:noFill/>
          <a:ln w="254000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17B963E-B1DC-3B65-DA6B-629CFB51D7E4}"/>
              </a:ext>
            </a:extLst>
          </p:cNvPr>
          <p:cNvSpPr/>
          <p:nvPr/>
        </p:nvSpPr>
        <p:spPr>
          <a:xfrm rot="21395323">
            <a:off x="3856385" y="4809952"/>
            <a:ext cx="4427621" cy="310181"/>
          </a:xfrm>
          <a:custGeom>
            <a:avLst/>
            <a:gdLst>
              <a:gd name="connsiteX0" fmla="*/ 0 w 4427621"/>
              <a:gd name="connsiteY0" fmla="*/ 310181 h 310181"/>
              <a:gd name="connsiteX1" fmla="*/ 587141 w 4427621"/>
              <a:gd name="connsiteY1" fmla="*/ 146551 h 310181"/>
              <a:gd name="connsiteX2" fmla="*/ 1289785 w 4427621"/>
              <a:gd name="connsiteY2" fmla="*/ 40674 h 310181"/>
              <a:gd name="connsiteX3" fmla="*/ 2050181 w 4427621"/>
              <a:gd name="connsiteY3" fmla="*/ 2172 h 310181"/>
              <a:gd name="connsiteX4" fmla="*/ 3022333 w 4427621"/>
              <a:gd name="connsiteY4" fmla="*/ 98425 h 310181"/>
              <a:gd name="connsiteX5" fmla="*/ 3965608 w 4427621"/>
              <a:gd name="connsiteY5" fmla="*/ 242804 h 310181"/>
              <a:gd name="connsiteX6" fmla="*/ 4427621 w 4427621"/>
              <a:gd name="connsiteY6" fmla="*/ 242804 h 310181"/>
              <a:gd name="connsiteX7" fmla="*/ 4427621 w 4427621"/>
              <a:gd name="connsiteY7" fmla="*/ 242804 h 310181"/>
              <a:gd name="connsiteX8" fmla="*/ 4427621 w 4427621"/>
              <a:gd name="connsiteY8" fmla="*/ 242804 h 31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27621" h="310181">
                <a:moveTo>
                  <a:pt x="0" y="310181"/>
                </a:moveTo>
                <a:cubicBezTo>
                  <a:pt x="186088" y="250825"/>
                  <a:pt x="372177" y="191469"/>
                  <a:pt x="587141" y="146551"/>
                </a:cubicBezTo>
                <a:cubicBezTo>
                  <a:pt x="802105" y="101633"/>
                  <a:pt x="1045945" y="64737"/>
                  <a:pt x="1289785" y="40674"/>
                </a:cubicBezTo>
                <a:cubicBezTo>
                  <a:pt x="1533625" y="16611"/>
                  <a:pt x="1761423" y="-7453"/>
                  <a:pt x="2050181" y="2172"/>
                </a:cubicBezTo>
                <a:cubicBezTo>
                  <a:pt x="2338939" y="11797"/>
                  <a:pt x="2703095" y="58320"/>
                  <a:pt x="3022333" y="98425"/>
                </a:cubicBezTo>
                <a:cubicBezTo>
                  <a:pt x="3341571" y="138530"/>
                  <a:pt x="3731393" y="218741"/>
                  <a:pt x="3965608" y="242804"/>
                </a:cubicBezTo>
                <a:cubicBezTo>
                  <a:pt x="4199823" y="266867"/>
                  <a:pt x="4427621" y="242804"/>
                  <a:pt x="4427621" y="242804"/>
                </a:cubicBezTo>
                <a:lnTo>
                  <a:pt x="4427621" y="242804"/>
                </a:lnTo>
                <a:lnTo>
                  <a:pt x="4427621" y="242804"/>
                </a:lnTo>
              </a:path>
            </a:pathLst>
          </a:custGeom>
          <a:noFill/>
          <a:ln w="254000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CDD3E5C-0011-D3F4-8091-1A0C209A5685}"/>
              </a:ext>
            </a:extLst>
          </p:cNvPr>
          <p:cNvSpPr/>
          <p:nvPr/>
        </p:nvSpPr>
        <p:spPr>
          <a:xfrm rot="21180538">
            <a:off x="4405747" y="5694097"/>
            <a:ext cx="4427621" cy="310181"/>
          </a:xfrm>
          <a:custGeom>
            <a:avLst/>
            <a:gdLst>
              <a:gd name="connsiteX0" fmla="*/ 0 w 4427621"/>
              <a:gd name="connsiteY0" fmla="*/ 310181 h 310181"/>
              <a:gd name="connsiteX1" fmla="*/ 587141 w 4427621"/>
              <a:gd name="connsiteY1" fmla="*/ 146551 h 310181"/>
              <a:gd name="connsiteX2" fmla="*/ 1289785 w 4427621"/>
              <a:gd name="connsiteY2" fmla="*/ 40674 h 310181"/>
              <a:gd name="connsiteX3" fmla="*/ 2050181 w 4427621"/>
              <a:gd name="connsiteY3" fmla="*/ 2172 h 310181"/>
              <a:gd name="connsiteX4" fmla="*/ 3022333 w 4427621"/>
              <a:gd name="connsiteY4" fmla="*/ 98425 h 310181"/>
              <a:gd name="connsiteX5" fmla="*/ 3965608 w 4427621"/>
              <a:gd name="connsiteY5" fmla="*/ 242804 h 310181"/>
              <a:gd name="connsiteX6" fmla="*/ 4427621 w 4427621"/>
              <a:gd name="connsiteY6" fmla="*/ 242804 h 310181"/>
              <a:gd name="connsiteX7" fmla="*/ 4427621 w 4427621"/>
              <a:gd name="connsiteY7" fmla="*/ 242804 h 310181"/>
              <a:gd name="connsiteX8" fmla="*/ 4427621 w 4427621"/>
              <a:gd name="connsiteY8" fmla="*/ 242804 h 31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27621" h="310181">
                <a:moveTo>
                  <a:pt x="0" y="310181"/>
                </a:moveTo>
                <a:cubicBezTo>
                  <a:pt x="186088" y="250825"/>
                  <a:pt x="372177" y="191469"/>
                  <a:pt x="587141" y="146551"/>
                </a:cubicBezTo>
                <a:cubicBezTo>
                  <a:pt x="802105" y="101633"/>
                  <a:pt x="1045945" y="64737"/>
                  <a:pt x="1289785" y="40674"/>
                </a:cubicBezTo>
                <a:cubicBezTo>
                  <a:pt x="1533625" y="16611"/>
                  <a:pt x="1761423" y="-7453"/>
                  <a:pt x="2050181" y="2172"/>
                </a:cubicBezTo>
                <a:cubicBezTo>
                  <a:pt x="2338939" y="11797"/>
                  <a:pt x="2703095" y="58320"/>
                  <a:pt x="3022333" y="98425"/>
                </a:cubicBezTo>
                <a:cubicBezTo>
                  <a:pt x="3341571" y="138530"/>
                  <a:pt x="3731393" y="218741"/>
                  <a:pt x="3965608" y="242804"/>
                </a:cubicBezTo>
                <a:cubicBezTo>
                  <a:pt x="4199823" y="266867"/>
                  <a:pt x="4427621" y="242804"/>
                  <a:pt x="4427621" y="242804"/>
                </a:cubicBezTo>
                <a:lnTo>
                  <a:pt x="4427621" y="242804"/>
                </a:lnTo>
                <a:lnTo>
                  <a:pt x="4427621" y="242804"/>
                </a:lnTo>
              </a:path>
            </a:pathLst>
          </a:custGeom>
          <a:noFill/>
          <a:ln w="254000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CB5BCA2-F31F-BC59-3C03-6094FC42F8E5}"/>
              </a:ext>
            </a:extLst>
          </p:cNvPr>
          <p:cNvSpPr/>
          <p:nvPr/>
        </p:nvSpPr>
        <p:spPr>
          <a:xfrm>
            <a:off x="5095450" y="1960340"/>
            <a:ext cx="981777" cy="2791326"/>
          </a:xfrm>
          <a:custGeom>
            <a:avLst/>
            <a:gdLst>
              <a:gd name="connsiteX0" fmla="*/ 981777 w 981777"/>
              <a:gd name="connsiteY0" fmla="*/ 2791326 h 2791326"/>
              <a:gd name="connsiteX1" fmla="*/ 721895 w 981777"/>
              <a:gd name="connsiteY1" fmla="*/ 1328286 h 2791326"/>
              <a:gd name="connsiteX2" fmla="*/ 385011 w 981777"/>
              <a:gd name="connsiteY2" fmla="*/ 548640 h 2791326"/>
              <a:gd name="connsiteX3" fmla="*/ 0 w 981777"/>
              <a:gd name="connsiteY3" fmla="*/ 0 h 2791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777" h="2791326">
                <a:moveTo>
                  <a:pt x="981777" y="2791326"/>
                </a:moveTo>
                <a:cubicBezTo>
                  <a:pt x="901566" y="2246696"/>
                  <a:pt x="821356" y="1702067"/>
                  <a:pt x="721895" y="1328286"/>
                </a:cubicBezTo>
                <a:cubicBezTo>
                  <a:pt x="622434" y="954505"/>
                  <a:pt x="505327" y="770021"/>
                  <a:pt x="385011" y="548640"/>
                </a:cubicBezTo>
                <a:cubicBezTo>
                  <a:pt x="264695" y="327259"/>
                  <a:pt x="132347" y="163629"/>
                  <a:pt x="0" y="0"/>
                </a:cubicBezTo>
              </a:path>
            </a:pathLst>
          </a:custGeom>
          <a:noFill/>
          <a:ln w="241300" cap="rnd">
            <a:solidFill>
              <a:srgbClr val="6EE7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5DCBA4C-D245-D94F-1138-ED581846474B}"/>
              </a:ext>
            </a:extLst>
          </p:cNvPr>
          <p:cNvSpPr/>
          <p:nvPr/>
        </p:nvSpPr>
        <p:spPr>
          <a:xfrm>
            <a:off x="5890079" y="2768084"/>
            <a:ext cx="174171" cy="1970314"/>
          </a:xfrm>
          <a:custGeom>
            <a:avLst/>
            <a:gdLst>
              <a:gd name="connsiteX0" fmla="*/ 174171 w 174171"/>
              <a:gd name="connsiteY0" fmla="*/ 1970314 h 1970314"/>
              <a:gd name="connsiteX1" fmla="*/ 54428 w 174171"/>
              <a:gd name="connsiteY1" fmla="*/ 1099457 h 1970314"/>
              <a:gd name="connsiteX2" fmla="*/ 0 w 174171"/>
              <a:gd name="connsiteY2" fmla="*/ 664029 h 1970314"/>
              <a:gd name="connsiteX3" fmla="*/ 54428 w 174171"/>
              <a:gd name="connsiteY3" fmla="*/ 239486 h 1970314"/>
              <a:gd name="connsiteX4" fmla="*/ 152400 w 174171"/>
              <a:gd name="connsiteY4" fmla="*/ 0 h 1970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171" h="1970314">
                <a:moveTo>
                  <a:pt x="174171" y="1970314"/>
                </a:moveTo>
                <a:cubicBezTo>
                  <a:pt x="128813" y="1643742"/>
                  <a:pt x="83456" y="1317171"/>
                  <a:pt x="54428" y="1099457"/>
                </a:cubicBezTo>
                <a:cubicBezTo>
                  <a:pt x="25400" y="881743"/>
                  <a:pt x="0" y="807357"/>
                  <a:pt x="0" y="664029"/>
                </a:cubicBezTo>
                <a:cubicBezTo>
                  <a:pt x="0" y="520701"/>
                  <a:pt x="29028" y="350158"/>
                  <a:pt x="54428" y="239486"/>
                </a:cubicBezTo>
                <a:cubicBezTo>
                  <a:pt x="79828" y="128814"/>
                  <a:pt x="116114" y="64407"/>
                  <a:pt x="152400" y="0"/>
                </a:cubicBezTo>
              </a:path>
            </a:pathLst>
          </a:custGeom>
          <a:noFill/>
          <a:ln w="241300" cap="rnd">
            <a:solidFill>
              <a:srgbClr val="6EE7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67D5AA0-AD80-CB49-C596-E2914F5FE659}"/>
              </a:ext>
            </a:extLst>
          </p:cNvPr>
          <p:cNvGrpSpPr>
            <a:grpSpLocks noChangeAspect="1"/>
          </p:cNvGrpSpPr>
          <p:nvPr/>
        </p:nvGrpSpPr>
        <p:grpSpPr>
          <a:xfrm rot="21230207">
            <a:off x="4079536" y="686418"/>
            <a:ext cx="1324603" cy="1831474"/>
            <a:chOff x="4342418" y="1282700"/>
            <a:chExt cx="2493781" cy="344805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D24E5AAD-1CEC-16BF-FD27-7A17BD9043FE}"/>
                </a:ext>
              </a:extLst>
            </p:cNvPr>
            <p:cNvSpPr/>
            <p:nvPr/>
          </p:nvSpPr>
          <p:spPr>
            <a:xfrm>
              <a:off x="4356100" y="1282700"/>
              <a:ext cx="2480099" cy="3448050"/>
            </a:xfrm>
            <a:custGeom>
              <a:avLst/>
              <a:gdLst>
                <a:gd name="connsiteX0" fmla="*/ 2387600 w 2480099"/>
                <a:gd name="connsiteY0" fmla="*/ 3448050 h 3448050"/>
                <a:gd name="connsiteX1" fmla="*/ 2470150 w 2480099"/>
                <a:gd name="connsiteY1" fmla="*/ 2959100 h 3448050"/>
                <a:gd name="connsiteX2" fmla="*/ 2463800 w 2480099"/>
                <a:gd name="connsiteY2" fmla="*/ 2286000 h 3448050"/>
                <a:gd name="connsiteX3" fmla="*/ 2336800 w 2480099"/>
                <a:gd name="connsiteY3" fmla="*/ 1727200 h 3448050"/>
                <a:gd name="connsiteX4" fmla="*/ 2070100 w 2480099"/>
                <a:gd name="connsiteY4" fmla="*/ 1206500 h 3448050"/>
                <a:gd name="connsiteX5" fmla="*/ 1727200 w 2480099"/>
                <a:gd name="connsiteY5" fmla="*/ 812800 h 3448050"/>
                <a:gd name="connsiteX6" fmla="*/ 1244600 w 2480099"/>
                <a:gd name="connsiteY6" fmla="*/ 457200 h 3448050"/>
                <a:gd name="connsiteX7" fmla="*/ 673100 w 2480099"/>
                <a:gd name="connsiteY7" fmla="*/ 171450 h 3448050"/>
                <a:gd name="connsiteX8" fmla="*/ 0 w 2480099"/>
                <a:gd name="connsiteY8" fmla="*/ 0 h 3448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80099" h="3448050">
                  <a:moveTo>
                    <a:pt x="2387600" y="3448050"/>
                  </a:moveTo>
                  <a:cubicBezTo>
                    <a:pt x="2422525" y="3300412"/>
                    <a:pt x="2457450" y="3152775"/>
                    <a:pt x="2470150" y="2959100"/>
                  </a:cubicBezTo>
                  <a:cubicBezTo>
                    <a:pt x="2482850" y="2765425"/>
                    <a:pt x="2486025" y="2491317"/>
                    <a:pt x="2463800" y="2286000"/>
                  </a:cubicBezTo>
                  <a:cubicBezTo>
                    <a:pt x="2441575" y="2080683"/>
                    <a:pt x="2402417" y="1907117"/>
                    <a:pt x="2336800" y="1727200"/>
                  </a:cubicBezTo>
                  <a:cubicBezTo>
                    <a:pt x="2271183" y="1547283"/>
                    <a:pt x="2171700" y="1358900"/>
                    <a:pt x="2070100" y="1206500"/>
                  </a:cubicBezTo>
                  <a:cubicBezTo>
                    <a:pt x="1968500" y="1054100"/>
                    <a:pt x="1864783" y="937683"/>
                    <a:pt x="1727200" y="812800"/>
                  </a:cubicBezTo>
                  <a:cubicBezTo>
                    <a:pt x="1589617" y="687917"/>
                    <a:pt x="1420283" y="564092"/>
                    <a:pt x="1244600" y="457200"/>
                  </a:cubicBezTo>
                  <a:cubicBezTo>
                    <a:pt x="1068917" y="350308"/>
                    <a:pt x="880533" y="247650"/>
                    <a:pt x="673100" y="171450"/>
                  </a:cubicBezTo>
                  <a:cubicBezTo>
                    <a:pt x="465667" y="95250"/>
                    <a:pt x="232833" y="47625"/>
                    <a:pt x="0" y="0"/>
                  </a:cubicBezTo>
                </a:path>
              </a:pathLst>
            </a:custGeom>
            <a:noFill/>
            <a:ln w="254000" cap="rnd">
              <a:solidFill>
                <a:srgbClr val="6EE7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0854935-E6BE-E68A-AFF9-094FD40DAF0E}"/>
                </a:ext>
              </a:extLst>
            </p:cNvPr>
            <p:cNvSpPr/>
            <p:nvPr/>
          </p:nvSpPr>
          <p:spPr>
            <a:xfrm>
              <a:off x="4342418" y="1282700"/>
              <a:ext cx="2394932" cy="3441700"/>
            </a:xfrm>
            <a:custGeom>
              <a:avLst/>
              <a:gdLst>
                <a:gd name="connsiteX0" fmla="*/ 2394932 w 2394932"/>
                <a:gd name="connsiteY0" fmla="*/ 3441700 h 3441700"/>
                <a:gd name="connsiteX1" fmla="*/ 1607532 w 2394932"/>
                <a:gd name="connsiteY1" fmla="*/ 3219450 h 3441700"/>
                <a:gd name="connsiteX2" fmla="*/ 928082 w 2394932"/>
                <a:gd name="connsiteY2" fmla="*/ 2832100 h 3441700"/>
                <a:gd name="connsiteX3" fmla="*/ 464532 w 2394932"/>
                <a:gd name="connsiteY3" fmla="*/ 2305050 h 3441700"/>
                <a:gd name="connsiteX4" fmla="*/ 216882 w 2394932"/>
                <a:gd name="connsiteY4" fmla="*/ 1803400 h 3441700"/>
                <a:gd name="connsiteX5" fmla="*/ 83532 w 2394932"/>
                <a:gd name="connsiteY5" fmla="*/ 1314450 h 3441700"/>
                <a:gd name="connsiteX6" fmla="*/ 7332 w 2394932"/>
                <a:gd name="connsiteY6" fmla="*/ 717550 h 3441700"/>
                <a:gd name="connsiteX7" fmla="*/ 7332 w 2394932"/>
                <a:gd name="connsiteY7" fmla="*/ 0 h 3441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94932" h="3441700">
                  <a:moveTo>
                    <a:pt x="2394932" y="3441700"/>
                  </a:moveTo>
                  <a:cubicBezTo>
                    <a:pt x="2123469" y="3381375"/>
                    <a:pt x="1852007" y="3321050"/>
                    <a:pt x="1607532" y="3219450"/>
                  </a:cubicBezTo>
                  <a:cubicBezTo>
                    <a:pt x="1363057" y="3117850"/>
                    <a:pt x="1118582" y="2984500"/>
                    <a:pt x="928082" y="2832100"/>
                  </a:cubicBezTo>
                  <a:cubicBezTo>
                    <a:pt x="737582" y="2679700"/>
                    <a:pt x="583065" y="2476500"/>
                    <a:pt x="464532" y="2305050"/>
                  </a:cubicBezTo>
                  <a:cubicBezTo>
                    <a:pt x="345999" y="2133600"/>
                    <a:pt x="280382" y="1968500"/>
                    <a:pt x="216882" y="1803400"/>
                  </a:cubicBezTo>
                  <a:cubicBezTo>
                    <a:pt x="153382" y="1638300"/>
                    <a:pt x="118457" y="1495425"/>
                    <a:pt x="83532" y="1314450"/>
                  </a:cubicBezTo>
                  <a:cubicBezTo>
                    <a:pt x="48607" y="1133475"/>
                    <a:pt x="20032" y="936625"/>
                    <a:pt x="7332" y="717550"/>
                  </a:cubicBezTo>
                  <a:cubicBezTo>
                    <a:pt x="-5368" y="498475"/>
                    <a:pt x="982" y="249237"/>
                    <a:pt x="7332" y="0"/>
                  </a:cubicBezTo>
                </a:path>
              </a:pathLst>
            </a:custGeom>
            <a:noFill/>
            <a:ln w="254000" cap="rnd">
              <a:solidFill>
                <a:srgbClr val="6EE7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BD1D829-2FC3-77B0-F09F-8E022181A838}"/>
                    </a:ext>
                  </a:extLst>
                </p14:cNvPr>
                <p14:cNvContentPartPr/>
                <p14:nvPr/>
              </p14:nvContentPartPr>
              <p14:xfrm>
                <a:off x="4594883" y="1792621"/>
                <a:ext cx="1912786" cy="2485514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BD1D829-2FC3-77B0-F09F-8E022181A83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425490" y="1454488"/>
                  <a:ext cx="2250894" cy="316245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DD47342-2F76-D8F1-94C6-7E72E5445E68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5977164" y="1113537"/>
            <a:ext cx="1210464" cy="1682891"/>
            <a:chOff x="4342418" y="1282700"/>
            <a:chExt cx="2493781" cy="344805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4609488-7CA2-B64C-EAB1-85EE9334FBF3}"/>
                </a:ext>
              </a:extLst>
            </p:cNvPr>
            <p:cNvSpPr/>
            <p:nvPr/>
          </p:nvSpPr>
          <p:spPr>
            <a:xfrm>
              <a:off x="4356100" y="1282700"/>
              <a:ext cx="2480099" cy="3448050"/>
            </a:xfrm>
            <a:custGeom>
              <a:avLst/>
              <a:gdLst>
                <a:gd name="connsiteX0" fmla="*/ 2387600 w 2480099"/>
                <a:gd name="connsiteY0" fmla="*/ 3448050 h 3448050"/>
                <a:gd name="connsiteX1" fmla="*/ 2470150 w 2480099"/>
                <a:gd name="connsiteY1" fmla="*/ 2959100 h 3448050"/>
                <a:gd name="connsiteX2" fmla="*/ 2463800 w 2480099"/>
                <a:gd name="connsiteY2" fmla="*/ 2286000 h 3448050"/>
                <a:gd name="connsiteX3" fmla="*/ 2336800 w 2480099"/>
                <a:gd name="connsiteY3" fmla="*/ 1727200 h 3448050"/>
                <a:gd name="connsiteX4" fmla="*/ 2070100 w 2480099"/>
                <a:gd name="connsiteY4" fmla="*/ 1206500 h 3448050"/>
                <a:gd name="connsiteX5" fmla="*/ 1727200 w 2480099"/>
                <a:gd name="connsiteY5" fmla="*/ 812800 h 3448050"/>
                <a:gd name="connsiteX6" fmla="*/ 1244600 w 2480099"/>
                <a:gd name="connsiteY6" fmla="*/ 457200 h 3448050"/>
                <a:gd name="connsiteX7" fmla="*/ 673100 w 2480099"/>
                <a:gd name="connsiteY7" fmla="*/ 171450 h 3448050"/>
                <a:gd name="connsiteX8" fmla="*/ 0 w 2480099"/>
                <a:gd name="connsiteY8" fmla="*/ 0 h 3448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80099" h="3448050">
                  <a:moveTo>
                    <a:pt x="2387600" y="3448050"/>
                  </a:moveTo>
                  <a:cubicBezTo>
                    <a:pt x="2422525" y="3300412"/>
                    <a:pt x="2457450" y="3152775"/>
                    <a:pt x="2470150" y="2959100"/>
                  </a:cubicBezTo>
                  <a:cubicBezTo>
                    <a:pt x="2482850" y="2765425"/>
                    <a:pt x="2486025" y="2491317"/>
                    <a:pt x="2463800" y="2286000"/>
                  </a:cubicBezTo>
                  <a:cubicBezTo>
                    <a:pt x="2441575" y="2080683"/>
                    <a:pt x="2402417" y="1907117"/>
                    <a:pt x="2336800" y="1727200"/>
                  </a:cubicBezTo>
                  <a:cubicBezTo>
                    <a:pt x="2271183" y="1547283"/>
                    <a:pt x="2171700" y="1358900"/>
                    <a:pt x="2070100" y="1206500"/>
                  </a:cubicBezTo>
                  <a:cubicBezTo>
                    <a:pt x="1968500" y="1054100"/>
                    <a:pt x="1864783" y="937683"/>
                    <a:pt x="1727200" y="812800"/>
                  </a:cubicBezTo>
                  <a:cubicBezTo>
                    <a:pt x="1589617" y="687917"/>
                    <a:pt x="1420283" y="564092"/>
                    <a:pt x="1244600" y="457200"/>
                  </a:cubicBezTo>
                  <a:cubicBezTo>
                    <a:pt x="1068917" y="350308"/>
                    <a:pt x="880533" y="247650"/>
                    <a:pt x="673100" y="171450"/>
                  </a:cubicBezTo>
                  <a:cubicBezTo>
                    <a:pt x="465667" y="95250"/>
                    <a:pt x="232833" y="47625"/>
                    <a:pt x="0" y="0"/>
                  </a:cubicBezTo>
                </a:path>
              </a:pathLst>
            </a:custGeom>
            <a:noFill/>
            <a:ln w="254000" cap="rnd">
              <a:solidFill>
                <a:srgbClr val="6EE7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C65CADD-2676-FDF7-5427-6808E9AFB6BB}"/>
                </a:ext>
              </a:extLst>
            </p:cNvPr>
            <p:cNvSpPr/>
            <p:nvPr/>
          </p:nvSpPr>
          <p:spPr>
            <a:xfrm>
              <a:off x="4342418" y="1282700"/>
              <a:ext cx="2394932" cy="3441700"/>
            </a:xfrm>
            <a:custGeom>
              <a:avLst/>
              <a:gdLst>
                <a:gd name="connsiteX0" fmla="*/ 2394932 w 2394932"/>
                <a:gd name="connsiteY0" fmla="*/ 3441700 h 3441700"/>
                <a:gd name="connsiteX1" fmla="*/ 1607532 w 2394932"/>
                <a:gd name="connsiteY1" fmla="*/ 3219450 h 3441700"/>
                <a:gd name="connsiteX2" fmla="*/ 928082 w 2394932"/>
                <a:gd name="connsiteY2" fmla="*/ 2832100 h 3441700"/>
                <a:gd name="connsiteX3" fmla="*/ 464532 w 2394932"/>
                <a:gd name="connsiteY3" fmla="*/ 2305050 h 3441700"/>
                <a:gd name="connsiteX4" fmla="*/ 216882 w 2394932"/>
                <a:gd name="connsiteY4" fmla="*/ 1803400 h 3441700"/>
                <a:gd name="connsiteX5" fmla="*/ 83532 w 2394932"/>
                <a:gd name="connsiteY5" fmla="*/ 1314450 h 3441700"/>
                <a:gd name="connsiteX6" fmla="*/ 7332 w 2394932"/>
                <a:gd name="connsiteY6" fmla="*/ 717550 h 3441700"/>
                <a:gd name="connsiteX7" fmla="*/ 7332 w 2394932"/>
                <a:gd name="connsiteY7" fmla="*/ 0 h 3441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94932" h="3441700">
                  <a:moveTo>
                    <a:pt x="2394932" y="3441700"/>
                  </a:moveTo>
                  <a:cubicBezTo>
                    <a:pt x="2123469" y="3381375"/>
                    <a:pt x="1852007" y="3321050"/>
                    <a:pt x="1607532" y="3219450"/>
                  </a:cubicBezTo>
                  <a:cubicBezTo>
                    <a:pt x="1363057" y="3117850"/>
                    <a:pt x="1118582" y="2984500"/>
                    <a:pt x="928082" y="2832100"/>
                  </a:cubicBezTo>
                  <a:cubicBezTo>
                    <a:pt x="737582" y="2679700"/>
                    <a:pt x="583065" y="2476500"/>
                    <a:pt x="464532" y="2305050"/>
                  </a:cubicBezTo>
                  <a:cubicBezTo>
                    <a:pt x="345999" y="2133600"/>
                    <a:pt x="280382" y="1968500"/>
                    <a:pt x="216882" y="1803400"/>
                  </a:cubicBezTo>
                  <a:cubicBezTo>
                    <a:pt x="153382" y="1638300"/>
                    <a:pt x="118457" y="1495425"/>
                    <a:pt x="83532" y="1314450"/>
                  </a:cubicBezTo>
                  <a:cubicBezTo>
                    <a:pt x="48607" y="1133475"/>
                    <a:pt x="20032" y="936625"/>
                    <a:pt x="7332" y="717550"/>
                  </a:cubicBezTo>
                  <a:cubicBezTo>
                    <a:pt x="-5368" y="498475"/>
                    <a:pt x="982" y="249237"/>
                    <a:pt x="7332" y="0"/>
                  </a:cubicBezTo>
                </a:path>
              </a:pathLst>
            </a:custGeom>
            <a:noFill/>
            <a:ln w="254000" cap="rnd">
              <a:solidFill>
                <a:srgbClr val="6EE7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DD27BE4-0169-1130-6004-41D48091EBB8}"/>
                    </a:ext>
                  </a:extLst>
                </p14:cNvPr>
                <p14:cNvContentPartPr/>
                <p14:nvPr/>
              </p14:nvContentPartPr>
              <p14:xfrm>
                <a:off x="4594883" y="1792621"/>
                <a:ext cx="1912786" cy="2485514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DD27BE4-0169-1130-6004-41D48091EBB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09536" y="1423850"/>
                  <a:ext cx="2281998" cy="3222318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C78593FE-542D-6311-2A34-FFE20D5282AA}"/>
              </a:ext>
            </a:extLst>
          </p:cNvPr>
          <p:cNvSpPr/>
          <p:nvPr/>
        </p:nvSpPr>
        <p:spPr>
          <a:xfrm rot="21282956">
            <a:off x="6430519" y="3675452"/>
            <a:ext cx="1751798" cy="2521819"/>
          </a:xfrm>
          <a:custGeom>
            <a:avLst/>
            <a:gdLst>
              <a:gd name="connsiteX0" fmla="*/ 0 w 1751798"/>
              <a:gd name="connsiteY0" fmla="*/ 0 h 2521819"/>
              <a:gd name="connsiteX1" fmla="*/ 394636 w 1751798"/>
              <a:gd name="connsiteY1" fmla="*/ 240632 h 2521819"/>
              <a:gd name="connsiteX2" fmla="*/ 673769 w 1751798"/>
              <a:gd name="connsiteY2" fmla="*/ 539015 h 2521819"/>
              <a:gd name="connsiteX3" fmla="*/ 981777 w 1751798"/>
              <a:gd name="connsiteY3" fmla="*/ 1078029 h 2521819"/>
              <a:gd name="connsiteX4" fmla="*/ 1232034 w 1751798"/>
              <a:gd name="connsiteY4" fmla="*/ 1674796 h 2521819"/>
              <a:gd name="connsiteX5" fmla="*/ 1405289 w 1751798"/>
              <a:gd name="connsiteY5" fmla="*/ 2117558 h 2521819"/>
              <a:gd name="connsiteX6" fmla="*/ 1597794 w 1751798"/>
              <a:gd name="connsiteY6" fmla="*/ 2396691 h 2521819"/>
              <a:gd name="connsiteX7" fmla="*/ 1751798 w 1751798"/>
              <a:gd name="connsiteY7" fmla="*/ 2521819 h 2521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51798" h="2521819">
                <a:moveTo>
                  <a:pt x="0" y="0"/>
                </a:moveTo>
                <a:cubicBezTo>
                  <a:pt x="141170" y="75398"/>
                  <a:pt x="282341" y="150796"/>
                  <a:pt x="394636" y="240632"/>
                </a:cubicBezTo>
                <a:cubicBezTo>
                  <a:pt x="506931" y="330468"/>
                  <a:pt x="575912" y="399449"/>
                  <a:pt x="673769" y="539015"/>
                </a:cubicBezTo>
                <a:cubicBezTo>
                  <a:pt x="771626" y="678581"/>
                  <a:pt x="888733" y="888732"/>
                  <a:pt x="981777" y="1078029"/>
                </a:cubicBezTo>
                <a:cubicBezTo>
                  <a:pt x="1074821" y="1267326"/>
                  <a:pt x="1161449" y="1501541"/>
                  <a:pt x="1232034" y="1674796"/>
                </a:cubicBezTo>
                <a:cubicBezTo>
                  <a:pt x="1302619" y="1848051"/>
                  <a:pt x="1344329" y="1997242"/>
                  <a:pt x="1405289" y="2117558"/>
                </a:cubicBezTo>
                <a:cubicBezTo>
                  <a:pt x="1466249" y="2237874"/>
                  <a:pt x="1540043" y="2329314"/>
                  <a:pt x="1597794" y="2396691"/>
                </a:cubicBezTo>
                <a:cubicBezTo>
                  <a:pt x="1655545" y="2464068"/>
                  <a:pt x="1703671" y="2492943"/>
                  <a:pt x="1751798" y="2521819"/>
                </a:cubicBezTo>
              </a:path>
            </a:pathLst>
          </a:custGeom>
          <a:noFill/>
          <a:ln w="254000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5513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A91B1-7FE0-2A71-8463-C6DA9102D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1E3E2E0-51F6-6E87-496B-3285AE3F5A5B}"/>
              </a:ext>
            </a:extLst>
          </p:cNvPr>
          <p:cNvSpPr/>
          <p:nvPr/>
        </p:nvSpPr>
        <p:spPr>
          <a:xfrm>
            <a:off x="165100" y="2260600"/>
            <a:ext cx="1155700" cy="800100"/>
          </a:xfrm>
          <a:prstGeom prst="rect">
            <a:avLst/>
          </a:prstGeom>
          <a:solidFill>
            <a:srgbClr val="34D3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#34d399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5762AB-C4A1-7F28-0C90-58C18FD4872D}"/>
              </a:ext>
            </a:extLst>
          </p:cNvPr>
          <p:cNvSpPr/>
          <p:nvPr/>
        </p:nvSpPr>
        <p:spPr>
          <a:xfrm>
            <a:off x="165100" y="1384300"/>
            <a:ext cx="1155700" cy="800100"/>
          </a:xfrm>
          <a:prstGeom prst="rect">
            <a:avLst/>
          </a:prstGeom>
          <a:solidFill>
            <a:srgbClr val="6EE7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#6ee7b7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043505-DCE2-C6FF-1381-1D64A56F3455}"/>
              </a:ext>
            </a:extLst>
          </p:cNvPr>
          <p:cNvSpPr/>
          <p:nvPr/>
        </p:nvSpPr>
        <p:spPr>
          <a:xfrm>
            <a:off x="165100" y="3136900"/>
            <a:ext cx="1155700" cy="800100"/>
          </a:xfrm>
          <a:prstGeom prst="rect">
            <a:avLst/>
          </a:prstGeom>
          <a:solidFill>
            <a:srgbClr val="10B98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#10b981</a:t>
            </a:r>
          </a:p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F3687F-2E8A-B53C-F00F-1C06F1E3E46E}"/>
              </a:ext>
            </a:extLst>
          </p:cNvPr>
          <p:cNvSpPr/>
          <p:nvPr/>
        </p:nvSpPr>
        <p:spPr>
          <a:xfrm>
            <a:off x="165100" y="4013200"/>
            <a:ext cx="1155700" cy="800100"/>
          </a:xfrm>
          <a:prstGeom prst="rect">
            <a:avLst/>
          </a:prstGeom>
          <a:solidFill>
            <a:srgbClr val="A7F3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#a7f3d0</a:t>
            </a:r>
          </a:p>
          <a:p>
            <a:pPr algn="ctr"/>
            <a:endParaRPr lang="en-GB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95D02A5-9D6E-4A74-2FCA-628B9768D56D}"/>
              </a:ext>
            </a:extLst>
          </p:cNvPr>
          <p:cNvGrpSpPr/>
          <p:nvPr/>
        </p:nvGrpSpPr>
        <p:grpSpPr>
          <a:xfrm>
            <a:off x="3048000" y="586583"/>
            <a:ext cx="6096000" cy="5990055"/>
            <a:chOff x="3048000" y="586583"/>
            <a:chExt cx="6096000" cy="599005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C0D9E40-BA5D-940D-EA8D-F9D67B19D575}"/>
                </a:ext>
              </a:extLst>
            </p:cNvPr>
            <p:cNvSpPr txBox="1"/>
            <p:nvPr/>
          </p:nvSpPr>
          <p:spPr>
            <a:xfrm>
              <a:off x="3048000" y="3643868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GB" dirty="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9C372E77-926A-B826-AFB0-6D9D0B963C47}"/>
                </a:ext>
              </a:extLst>
            </p:cNvPr>
            <p:cNvSpPr/>
            <p:nvPr/>
          </p:nvSpPr>
          <p:spPr>
            <a:xfrm rot="21388842">
              <a:off x="4664525" y="3536950"/>
              <a:ext cx="2692400" cy="2863850"/>
            </a:xfrm>
            <a:custGeom>
              <a:avLst/>
              <a:gdLst>
                <a:gd name="connsiteX0" fmla="*/ 0 w 2692400"/>
                <a:gd name="connsiteY0" fmla="*/ 0 h 2863850"/>
                <a:gd name="connsiteX1" fmla="*/ 469900 w 2692400"/>
                <a:gd name="connsiteY1" fmla="*/ 203200 h 2863850"/>
                <a:gd name="connsiteX2" fmla="*/ 793750 w 2692400"/>
                <a:gd name="connsiteY2" fmla="*/ 419100 h 2863850"/>
                <a:gd name="connsiteX3" fmla="*/ 1079500 w 2692400"/>
                <a:gd name="connsiteY3" fmla="*/ 723900 h 2863850"/>
                <a:gd name="connsiteX4" fmla="*/ 1358900 w 2692400"/>
                <a:gd name="connsiteY4" fmla="*/ 1162050 h 2863850"/>
                <a:gd name="connsiteX5" fmla="*/ 1879600 w 2692400"/>
                <a:gd name="connsiteY5" fmla="*/ 2082800 h 2863850"/>
                <a:gd name="connsiteX6" fmla="*/ 2247900 w 2692400"/>
                <a:gd name="connsiteY6" fmla="*/ 2514600 h 2863850"/>
                <a:gd name="connsiteX7" fmla="*/ 2692400 w 2692400"/>
                <a:gd name="connsiteY7" fmla="*/ 2863850 h 2863850"/>
                <a:gd name="connsiteX8" fmla="*/ 2692400 w 2692400"/>
                <a:gd name="connsiteY8" fmla="*/ 2863850 h 2863850"/>
                <a:gd name="connsiteX9" fmla="*/ 2692400 w 2692400"/>
                <a:gd name="connsiteY9" fmla="*/ 2863850 h 286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92400" h="2863850">
                  <a:moveTo>
                    <a:pt x="0" y="0"/>
                  </a:moveTo>
                  <a:cubicBezTo>
                    <a:pt x="168804" y="66675"/>
                    <a:pt x="337608" y="133350"/>
                    <a:pt x="469900" y="203200"/>
                  </a:cubicBezTo>
                  <a:cubicBezTo>
                    <a:pt x="602192" y="273050"/>
                    <a:pt x="692150" y="332317"/>
                    <a:pt x="793750" y="419100"/>
                  </a:cubicBezTo>
                  <a:cubicBezTo>
                    <a:pt x="895350" y="505883"/>
                    <a:pt x="985308" y="600075"/>
                    <a:pt x="1079500" y="723900"/>
                  </a:cubicBezTo>
                  <a:cubicBezTo>
                    <a:pt x="1173692" y="847725"/>
                    <a:pt x="1225550" y="935567"/>
                    <a:pt x="1358900" y="1162050"/>
                  </a:cubicBezTo>
                  <a:cubicBezTo>
                    <a:pt x="1492250" y="1388533"/>
                    <a:pt x="1731433" y="1857375"/>
                    <a:pt x="1879600" y="2082800"/>
                  </a:cubicBezTo>
                  <a:cubicBezTo>
                    <a:pt x="2027767" y="2308225"/>
                    <a:pt x="2112433" y="2384425"/>
                    <a:pt x="2247900" y="2514600"/>
                  </a:cubicBezTo>
                  <a:cubicBezTo>
                    <a:pt x="2383367" y="2644775"/>
                    <a:pt x="2692400" y="2863850"/>
                    <a:pt x="2692400" y="2863850"/>
                  </a:cubicBezTo>
                  <a:lnTo>
                    <a:pt x="2692400" y="2863850"/>
                  </a:lnTo>
                  <a:lnTo>
                    <a:pt x="2692400" y="2863850"/>
                  </a:lnTo>
                </a:path>
              </a:pathLst>
            </a:custGeom>
            <a:noFill/>
            <a:ln w="254000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8360DE3-2844-0D5B-08E0-F3972B09B6A4}"/>
                </a:ext>
              </a:extLst>
            </p:cNvPr>
            <p:cNvSpPr/>
            <p:nvPr/>
          </p:nvSpPr>
          <p:spPr>
            <a:xfrm rot="21331884">
              <a:off x="3434956" y="3712788"/>
              <a:ext cx="2692400" cy="2863850"/>
            </a:xfrm>
            <a:custGeom>
              <a:avLst/>
              <a:gdLst>
                <a:gd name="connsiteX0" fmla="*/ 0 w 2692400"/>
                <a:gd name="connsiteY0" fmla="*/ 0 h 2863850"/>
                <a:gd name="connsiteX1" fmla="*/ 469900 w 2692400"/>
                <a:gd name="connsiteY1" fmla="*/ 203200 h 2863850"/>
                <a:gd name="connsiteX2" fmla="*/ 793750 w 2692400"/>
                <a:gd name="connsiteY2" fmla="*/ 419100 h 2863850"/>
                <a:gd name="connsiteX3" fmla="*/ 1079500 w 2692400"/>
                <a:gd name="connsiteY3" fmla="*/ 723900 h 2863850"/>
                <a:gd name="connsiteX4" fmla="*/ 1358900 w 2692400"/>
                <a:gd name="connsiteY4" fmla="*/ 1162050 h 2863850"/>
                <a:gd name="connsiteX5" fmla="*/ 1879600 w 2692400"/>
                <a:gd name="connsiteY5" fmla="*/ 2082800 h 2863850"/>
                <a:gd name="connsiteX6" fmla="*/ 2247900 w 2692400"/>
                <a:gd name="connsiteY6" fmla="*/ 2514600 h 2863850"/>
                <a:gd name="connsiteX7" fmla="*/ 2692400 w 2692400"/>
                <a:gd name="connsiteY7" fmla="*/ 2863850 h 2863850"/>
                <a:gd name="connsiteX8" fmla="*/ 2692400 w 2692400"/>
                <a:gd name="connsiteY8" fmla="*/ 2863850 h 2863850"/>
                <a:gd name="connsiteX9" fmla="*/ 2692400 w 2692400"/>
                <a:gd name="connsiteY9" fmla="*/ 2863850 h 286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92400" h="2863850">
                  <a:moveTo>
                    <a:pt x="0" y="0"/>
                  </a:moveTo>
                  <a:cubicBezTo>
                    <a:pt x="168804" y="66675"/>
                    <a:pt x="337608" y="133350"/>
                    <a:pt x="469900" y="203200"/>
                  </a:cubicBezTo>
                  <a:cubicBezTo>
                    <a:pt x="602192" y="273050"/>
                    <a:pt x="692150" y="332317"/>
                    <a:pt x="793750" y="419100"/>
                  </a:cubicBezTo>
                  <a:cubicBezTo>
                    <a:pt x="895350" y="505883"/>
                    <a:pt x="985308" y="600075"/>
                    <a:pt x="1079500" y="723900"/>
                  </a:cubicBezTo>
                  <a:cubicBezTo>
                    <a:pt x="1173692" y="847725"/>
                    <a:pt x="1225550" y="935567"/>
                    <a:pt x="1358900" y="1162050"/>
                  </a:cubicBezTo>
                  <a:cubicBezTo>
                    <a:pt x="1492250" y="1388533"/>
                    <a:pt x="1731433" y="1857375"/>
                    <a:pt x="1879600" y="2082800"/>
                  </a:cubicBezTo>
                  <a:cubicBezTo>
                    <a:pt x="2027767" y="2308225"/>
                    <a:pt x="2112433" y="2384425"/>
                    <a:pt x="2247900" y="2514600"/>
                  </a:cubicBezTo>
                  <a:cubicBezTo>
                    <a:pt x="2383367" y="2644775"/>
                    <a:pt x="2692400" y="2863850"/>
                    <a:pt x="2692400" y="2863850"/>
                  </a:cubicBezTo>
                  <a:lnTo>
                    <a:pt x="2692400" y="2863850"/>
                  </a:lnTo>
                  <a:lnTo>
                    <a:pt x="2692400" y="2863850"/>
                  </a:lnTo>
                </a:path>
              </a:pathLst>
            </a:custGeom>
            <a:noFill/>
            <a:ln w="254000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C63C606-14DF-D47A-8309-5C26434A13FC}"/>
                </a:ext>
              </a:extLst>
            </p:cNvPr>
            <p:cNvSpPr/>
            <p:nvPr/>
          </p:nvSpPr>
          <p:spPr>
            <a:xfrm>
              <a:off x="3327483" y="4032320"/>
              <a:ext cx="4427621" cy="310181"/>
            </a:xfrm>
            <a:custGeom>
              <a:avLst/>
              <a:gdLst>
                <a:gd name="connsiteX0" fmla="*/ 0 w 4427621"/>
                <a:gd name="connsiteY0" fmla="*/ 310181 h 310181"/>
                <a:gd name="connsiteX1" fmla="*/ 587141 w 4427621"/>
                <a:gd name="connsiteY1" fmla="*/ 146551 h 310181"/>
                <a:gd name="connsiteX2" fmla="*/ 1289785 w 4427621"/>
                <a:gd name="connsiteY2" fmla="*/ 40674 h 310181"/>
                <a:gd name="connsiteX3" fmla="*/ 2050181 w 4427621"/>
                <a:gd name="connsiteY3" fmla="*/ 2172 h 310181"/>
                <a:gd name="connsiteX4" fmla="*/ 3022333 w 4427621"/>
                <a:gd name="connsiteY4" fmla="*/ 98425 h 310181"/>
                <a:gd name="connsiteX5" fmla="*/ 3965608 w 4427621"/>
                <a:gd name="connsiteY5" fmla="*/ 242804 h 310181"/>
                <a:gd name="connsiteX6" fmla="*/ 4427621 w 4427621"/>
                <a:gd name="connsiteY6" fmla="*/ 242804 h 310181"/>
                <a:gd name="connsiteX7" fmla="*/ 4427621 w 4427621"/>
                <a:gd name="connsiteY7" fmla="*/ 242804 h 310181"/>
                <a:gd name="connsiteX8" fmla="*/ 4427621 w 4427621"/>
                <a:gd name="connsiteY8" fmla="*/ 242804 h 310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27621" h="310181">
                  <a:moveTo>
                    <a:pt x="0" y="310181"/>
                  </a:moveTo>
                  <a:cubicBezTo>
                    <a:pt x="186088" y="250825"/>
                    <a:pt x="372177" y="191469"/>
                    <a:pt x="587141" y="146551"/>
                  </a:cubicBezTo>
                  <a:cubicBezTo>
                    <a:pt x="802105" y="101633"/>
                    <a:pt x="1045945" y="64737"/>
                    <a:pt x="1289785" y="40674"/>
                  </a:cubicBezTo>
                  <a:cubicBezTo>
                    <a:pt x="1533625" y="16611"/>
                    <a:pt x="1761423" y="-7453"/>
                    <a:pt x="2050181" y="2172"/>
                  </a:cubicBezTo>
                  <a:cubicBezTo>
                    <a:pt x="2338939" y="11797"/>
                    <a:pt x="2703095" y="58320"/>
                    <a:pt x="3022333" y="98425"/>
                  </a:cubicBezTo>
                  <a:cubicBezTo>
                    <a:pt x="3341571" y="138530"/>
                    <a:pt x="3731393" y="218741"/>
                    <a:pt x="3965608" y="242804"/>
                  </a:cubicBezTo>
                  <a:cubicBezTo>
                    <a:pt x="4199823" y="266867"/>
                    <a:pt x="4427621" y="242804"/>
                    <a:pt x="4427621" y="242804"/>
                  </a:cubicBezTo>
                  <a:lnTo>
                    <a:pt x="4427621" y="242804"/>
                  </a:lnTo>
                  <a:lnTo>
                    <a:pt x="4427621" y="242804"/>
                  </a:lnTo>
                </a:path>
              </a:pathLst>
            </a:custGeom>
            <a:noFill/>
            <a:ln w="254000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2C22A40-6529-925B-3D57-4E369DB06C12}"/>
                </a:ext>
              </a:extLst>
            </p:cNvPr>
            <p:cNvSpPr/>
            <p:nvPr/>
          </p:nvSpPr>
          <p:spPr>
            <a:xfrm rot="21395323">
              <a:off x="3856385" y="4809952"/>
              <a:ext cx="4427621" cy="310181"/>
            </a:xfrm>
            <a:custGeom>
              <a:avLst/>
              <a:gdLst>
                <a:gd name="connsiteX0" fmla="*/ 0 w 4427621"/>
                <a:gd name="connsiteY0" fmla="*/ 310181 h 310181"/>
                <a:gd name="connsiteX1" fmla="*/ 587141 w 4427621"/>
                <a:gd name="connsiteY1" fmla="*/ 146551 h 310181"/>
                <a:gd name="connsiteX2" fmla="*/ 1289785 w 4427621"/>
                <a:gd name="connsiteY2" fmla="*/ 40674 h 310181"/>
                <a:gd name="connsiteX3" fmla="*/ 2050181 w 4427621"/>
                <a:gd name="connsiteY3" fmla="*/ 2172 h 310181"/>
                <a:gd name="connsiteX4" fmla="*/ 3022333 w 4427621"/>
                <a:gd name="connsiteY4" fmla="*/ 98425 h 310181"/>
                <a:gd name="connsiteX5" fmla="*/ 3965608 w 4427621"/>
                <a:gd name="connsiteY5" fmla="*/ 242804 h 310181"/>
                <a:gd name="connsiteX6" fmla="*/ 4427621 w 4427621"/>
                <a:gd name="connsiteY6" fmla="*/ 242804 h 310181"/>
                <a:gd name="connsiteX7" fmla="*/ 4427621 w 4427621"/>
                <a:gd name="connsiteY7" fmla="*/ 242804 h 310181"/>
                <a:gd name="connsiteX8" fmla="*/ 4427621 w 4427621"/>
                <a:gd name="connsiteY8" fmla="*/ 242804 h 310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27621" h="310181">
                  <a:moveTo>
                    <a:pt x="0" y="310181"/>
                  </a:moveTo>
                  <a:cubicBezTo>
                    <a:pt x="186088" y="250825"/>
                    <a:pt x="372177" y="191469"/>
                    <a:pt x="587141" y="146551"/>
                  </a:cubicBezTo>
                  <a:cubicBezTo>
                    <a:pt x="802105" y="101633"/>
                    <a:pt x="1045945" y="64737"/>
                    <a:pt x="1289785" y="40674"/>
                  </a:cubicBezTo>
                  <a:cubicBezTo>
                    <a:pt x="1533625" y="16611"/>
                    <a:pt x="1761423" y="-7453"/>
                    <a:pt x="2050181" y="2172"/>
                  </a:cubicBezTo>
                  <a:cubicBezTo>
                    <a:pt x="2338939" y="11797"/>
                    <a:pt x="2703095" y="58320"/>
                    <a:pt x="3022333" y="98425"/>
                  </a:cubicBezTo>
                  <a:cubicBezTo>
                    <a:pt x="3341571" y="138530"/>
                    <a:pt x="3731393" y="218741"/>
                    <a:pt x="3965608" y="242804"/>
                  </a:cubicBezTo>
                  <a:cubicBezTo>
                    <a:pt x="4199823" y="266867"/>
                    <a:pt x="4427621" y="242804"/>
                    <a:pt x="4427621" y="242804"/>
                  </a:cubicBezTo>
                  <a:lnTo>
                    <a:pt x="4427621" y="242804"/>
                  </a:lnTo>
                  <a:lnTo>
                    <a:pt x="4427621" y="242804"/>
                  </a:lnTo>
                </a:path>
              </a:pathLst>
            </a:custGeom>
            <a:noFill/>
            <a:ln w="254000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B694648-B2CA-EF49-E171-714E5EE496C3}"/>
                </a:ext>
              </a:extLst>
            </p:cNvPr>
            <p:cNvSpPr/>
            <p:nvPr/>
          </p:nvSpPr>
          <p:spPr>
            <a:xfrm rot="21180538">
              <a:off x="4405747" y="5694097"/>
              <a:ext cx="4427621" cy="310181"/>
            </a:xfrm>
            <a:custGeom>
              <a:avLst/>
              <a:gdLst>
                <a:gd name="connsiteX0" fmla="*/ 0 w 4427621"/>
                <a:gd name="connsiteY0" fmla="*/ 310181 h 310181"/>
                <a:gd name="connsiteX1" fmla="*/ 587141 w 4427621"/>
                <a:gd name="connsiteY1" fmla="*/ 146551 h 310181"/>
                <a:gd name="connsiteX2" fmla="*/ 1289785 w 4427621"/>
                <a:gd name="connsiteY2" fmla="*/ 40674 h 310181"/>
                <a:gd name="connsiteX3" fmla="*/ 2050181 w 4427621"/>
                <a:gd name="connsiteY3" fmla="*/ 2172 h 310181"/>
                <a:gd name="connsiteX4" fmla="*/ 3022333 w 4427621"/>
                <a:gd name="connsiteY4" fmla="*/ 98425 h 310181"/>
                <a:gd name="connsiteX5" fmla="*/ 3965608 w 4427621"/>
                <a:gd name="connsiteY5" fmla="*/ 242804 h 310181"/>
                <a:gd name="connsiteX6" fmla="*/ 4427621 w 4427621"/>
                <a:gd name="connsiteY6" fmla="*/ 242804 h 310181"/>
                <a:gd name="connsiteX7" fmla="*/ 4427621 w 4427621"/>
                <a:gd name="connsiteY7" fmla="*/ 242804 h 310181"/>
                <a:gd name="connsiteX8" fmla="*/ 4427621 w 4427621"/>
                <a:gd name="connsiteY8" fmla="*/ 242804 h 310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27621" h="310181">
                  <a:moveTo>
                    <a:pt x="0" y="310181"/>
                  </a:moveTo>
                  <a:cubicBezTo>
                    <a:pt x="186088" y="250825"/>
                    <a:pt x="372177" y="191469"/>
                    <a:pt x="587141" y="146551"/>
                  </a:cubicBezTo>
                  <a:cubicBezTo>
                    <a:pt x="802105" y="101633"/>
                    <a:pt x="1045945" y="64737"/>
                    <a:pt x="1289785" y="40674"/>
                  </a:cubicBezTo>
                  <a:cubicBezTo>
                    <a:pt x="1533625" y="16611"/>
                    <a:pt x="1761423" y="-7453"/>
                    <a:pt x="2050181" y="2172"/>
                  </a:cubicBezTo>
                  <a:cubicBezTo>
                    <a:pt x="2338939" y="11797"/>
                    <a:pt x="2703095" y="58320"/>
                    <a:pt x="3022333" y="98425"/>
                  </a:cubicBezTo>
                  <a:cubicBezTo>
                    <a:pt x="3341571" y="138530"/>
                    <a:pt x="3731393" y="218741"/>
                    <a:pt x="3965608" y="242804"/>
                  </a:cubicBezTo>
                  <a:cubicBezTo>
                    <a:pt x="4199823" y="266867"/>
                    <a:pt x="4427621" y="242804"/>
                    <a:pt x="4427621" y="242804"/>
                  </a:cubicBezTo>
                  <a:lnTo>
                    <a:pt x="4427621" y="242804"/>
                  </a:lnTo>
                  <a:lnTo>
                    <a:pt x="4427621" y="242804"/>
                  </a:lnTo>
                </a:path>
              </a:pathLst>
            </a:custGeom>
            <a:noFill/>
            <a:ln w="254000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06E0B78-E756-06AA-E558-040DEA669A18}"/>
                </a:ext>
              </a:extLst>
            </p:cNvPr>
            <p:cNvSpPr/>
            <p:nvPr/>
          </p:nvSpPr>
          <p:spPr>
            <a:xfrm rot="21282956">
              <a:off x="6484603" y="3687561"/>
              <a:ext cx="1751798" cy="2521819"/>
            </a:xfrm>
            <a:custGeom>
              <a:avLst/>
              <a:gdLst>
                <a:gd name="connsiteX0" fmla="*/ 0 w 1751798"/>
                <a:gd name="connsiteY0" fmla="*/ 0 h 2521819"/>
                <a:gd name="connsiteX1" fmla="*/ 394636 w 1751798"/>
                <a:gd name="connsiteY1" fmla="*/ 240632 h 2521819"/>
                <a:gd name="connsiteX2" fmla="*/ 673769 w 1751798"/>
                <a:gd name="connsiteY2" fmla="*/ 539015 h 2521819"/>
                <a:gd name="connsiteX3" fmla="*/ 981777 w 1751798"/>
                <a:gd name="connsiteY3" fmla="*/ 1078029 h 2521819"/>
                <a:gd name="connsiteX4" fmla="*/ 1232034 w 1751798"/>
                <a:gd name="connsiteY4" fmla="*/ 1674796 h 2521819"/>
                <a:gd name="connsiteX5" fmla="*/ 1405289 w 1751798"/>
                <a:gd name="connsiteY5" fmla="*/ 2117558 h 2521819"/>
                <a:gd name="connsiteX6" fmla="*/ 1597794 w 1751798"/>
                <a:gd name="connsiteY6" fmla="*/ 2396691 h 2521819"/>
                <a:gd name="connsiteX7" fmla="*/ 1751798 w 1751798"/>
                <a:gd name="connsiteY7" fmla="*/ 2521819 h 2521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51798" h="2521819">
                  <a:moveTo>
                    <a:pt x="0" y="0"/>
                  </a:moveTo>
                  <a:cubicBezTo>
                    <a:pt x="141170" y="75398"/>
                    <a:pt x="282341" y="150796"/>
                    <a:pt x="394636" y="240632"/>
                  </a:cubicBezTo>
                  <a:cubicBezTo>
                    <a:pt x="506931" y="330468"/>
                    <a:pt x="575912" y="399449"/>
                    <a:pt x="673769" y="539015"/>
                  </a:cubicBezTo>
                  <a:cubicBezTo>
                    <a:pt x="771626" y="678581"/>
                    <a:pt x="888733" y="888732"/>
                    <a:pt x="981777" y="1078029"/>
                  </a:cubicBezTo>
                  <a:cubicBezTo>
                    <a:pt x="1074821" y="1267326"/>
                    <a:pt x="1161449" y="1501541"/>
                    <a:pt x="1232034" y="1674796"/>
                  </a:cubicBezTo>
                  <a:cubicBezTo>
                    <a:pt x="1302619" y="1848051"/>
                    <a:pt x="1344329" y="1997242"/>
                    <a:pt x="1405289" y="2117558"/>
                  </a:cubicBezTo>
                  <a:cubicBezTo>
                    <a:pt x="1466249" y="2237874"/>
                    <a:pt x="1540043" y="2329314"/>
                    <a:pt x="1597794" y="2396691"/>
                  </a:cubicBezTo>
                  <a:cubicBezTo>
                    <a:pt x="1655545" y="2464068"/>
                    <a:pt x="1703671" y="2492943"/>
                    <a:pt x="1751798" y="2521819"/>
                  </a:cubicBezTo>
                </a:path>
              </a:pathLst>
            </a:custGeom>
            <a:noFill/>
            <a:ln w="254000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9FD745B0-E406-0751-90CB-899018E0DE3E}"/>
                </a:ext>
              </a:extLst>
            </p:cNvPr>
            <p:cNvGrpSpPr/>
            <p:nvPr/>
          </p:nvGrpSpPr>
          <p:grpSpPr>
            <a:xfrm rot="163920">
              <a:off x="4440959" y="586583"/>
              <a:ext cx="3139531" cy="4148135"/>
              <a:chOff x="4252692" y="579765"/>
              <a:chExt cx="3139531" cy="4148135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4E603B86-BAFA-7D5C-09B1-70607128553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21519283">
                <a:off x="4252692" y="579765"/>
                <a:ext cx="1324603" cy="1831474"/>
                <a:chOff x="4342418" y="1282700"/>
                <a:chExt cx="2493781" cy="3448050"/>
              </a:xfrm>
            </p:grpSpPr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B29D82DF-60EE-85CD-F2BA-552157C0378E}"/>
                    </a:ext>
                  </a:extLst>
                </p:cNvPr>
                <p:cNvSpPr/>
                <p:nvPr/>
              </p:nvSpPr>
              <p:spPr>
                <a:xfrm>
                  <a:off x="4356100" y="1282700"/>
                  <a:ext cx="2480099" cy="3448050"/>
                </a:xfrm>
                <a:custGeom>
                  <a:avLst/>
                  <a:gdLst>
                    <a:gd name="connsiteX0" fmla="*/ 2387600 w 2480099"/>
                    <a:gd name="connsiteY0" fmla="*/ 3448050 h 3448050"/>
                    <a:gd name="connsiteX1" fmla="*/ 2470150 w 2480099"/>
                    <a:gd name="connsiteY1" fmla="*/ 2959100 h 3448050"/>
                    <a:gd name="connsiteX2" fmla="*/ 2463800 w 2480099"/>
                    <a:gd name="connsiteY2" fmla="*/ 2286000 h 3448050"/>
                    <a:gd name="connsiteX3" fmla="*/ 2336800 w 2480099"/>
                    <a:gd name="connsiteY3" fmla="*/ 1727200 h 3448050"/>
                    <a:gd name="connsiteX4" fmla="*/ 2070100 w 2480099"/>
                    <a:gd name="connsiteY4" fmla="*/ 1206500 h 3448050"/>
                    <a:gd name="connsiteX5" fmla="*/ 1727200 w 2480099"/>
                    <a:gd name="connsiteY5" fmla="*/ 812800 h 3448050"/>
                    <a:gd name="connsiteX6" fmla="*/ 1244600 w 2480099"/>
                    <a:gd name="connsiteY6" fmla="*/ 457200 h 3448050"/>
                    <a:gd name="connsiteX7" fmla="*/ 673100 w 2480099"/>
                    <a:gd name="connsiteY7" fmla="*/ 171450 h 3448050"/>
                    <a:gd name="connsiteX8" fmla="*/ 0 w 2480099"/>
                    <a:gd name="connsiteY8" fmla="*/ 0 h 3448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480099" h="3448050">
                      <a:moveTo>
                        <a:pt x="2387600" y="3448050"/>
                      </a:moveTo>
                      <a:cubicBezTo>
                        <a:pt x="2422525" y="3300412"/>
                        <a:pt x="2457450" y="3152775"/>
                        <a:pt x="2470150" y="2959100"/>
                      </a:cubicBezTo>
                      <a:cubicBezTo>
                        <a:pt x="2482850" y="2765425"/>
                        <a:pt x="2486025" y="2491317"/>
                        <a:pt x="2463800" y="2286000"/>
                      </a:cubicBezTo>
                      <a:cubicBezTo>
                        <a:pt x="2441575" y="2080683"/>
                        <a:pt x="2402417" y="1907117"/>
                        <a:pt x="2336800" y="1727200"/>
                      </a:cubicBezTo>
                      <a:cubicBezTo>
                        <a:pt x="2271183" y="1547283"/>
                        <a:pt x="2171700" y="1358900"/>
                        <a:pt x="2070100" y="1206500"/>
                      </a:cubicBezTo>
                      <a:cubicBezTo>
                        <a:pt x="1968500" y="1054100"/>
                        <a:pt x="1864783" y="937683"/>
                        <a:pt x="1727200" y="812800"/>
                      </a:cubicBezTo>
                      <a:cubicBezTo>
                        <a:pt x="1589617" y="687917"/>
                        <a:pt x="1420283" y="564092"/>
                        <a:pt x="1244600" y="457200"/>
                      </a:cubicBezTo>
                      <a:cubicBezTo>
                        <a:pt x="1068917" y="350308"/>
                        <a:pt x="880533" y="247650"/>
                        <a:pt x="673100" y="171450"/>
                      </a:cubicBezTo>
                      <a:cubicBezTo>
                        <a:pt x="465667" y="95250"/>
                        <a:pt x="232833" y="47625"/>
                        <a:pt x="0" y="0"/>
                      </a:cubicBezTo>
                    </a:path>
                  </a:pathLst>
                </a:custGeom>
                <a:noFill/>
                <a:ln w="254000" cap="rnd">
                  <a:solidFill>
                    <a:srgbClr val="6EE7B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35087605-494E-810A-9883-EE7E02D92C29}"/>
                    </a:ext>
                  </a:extLst>
                </p:cNvPr>
                <p:cNvSpPr/>
                <p:nvPr/>
              </p:nvSpPr>
              <p:spPr>
                <a:xfrm>
                  <a:off x="4342418" y="1282700"/>
                  <a:ext cx="2394932" cy="3441700"/>
                </a:xfrm>
                <a:custGeom>
                  <a:avLst/>
                  <a:gdLst>
                    <a:gd name="connsiteX0" fmla="*/ 2394932 w 2394932"/>
                    <a:gd name="connsiteY0" fmla="*/ 3441700 h 3441700"/>
                    <a:gd name="connsiteX1" fmla="*/ 1607532 w 2394932"/>
                    <a:gd name="connsiteY1" fmla="*/ 3219450 h 3441700"/>
                    <a:gd name="connsiteX2" fmla="*/ 928082 w 2394932"/>
                    <a:gd name="connsiteY2" fmla="*/ 2832100 h 3441700"/>
                    <a:gd name="connsiteX3" fmla="*/ 464532 w 2394932"/>
                    <a:gd name="connsiteY3" fmla="*/ 2305050 h 3441700"/>
                    <a:gd name="connsiteX4" fmla="*/ 216882 w 2394932"/>
                    <a:gd name="connsiteY4" fmla="*/ 1803400 h 3441700"/>
                    <a:gd name="connsiteX5" fmla="*/ 83532 w 2394932"/>
                    <a:gd name="connsiteY5" fmla="*/ 1314450 h 3441700"/>
                    <a:gd name="connsiteX6" fmla="*/ 7332 w 2394932"/>
                    <a:gd name="connsiteY6" fmla="*/ 717550 h 3441700"/>
                    <a:gd name="connsiteX7" fmla="*/ 7332 w 2394932"/>
                    <a:gd name="connsiteY7" fmla="*/ 0 h 3441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394932" h="3441700">
                      <a:moveTo>
                        <a:pt x="2394932" y="3441700"/>
                      </a:moveTo>
                      <a:cubicBezTo>
                        <a:pt x="2123469" y="3381375"/>
                        <a:pt x="1852007" y="3321050"/>
                        <a:pt x="1607532" y="3219450"/>
                      </a:cubicBezTo>
                      <a:cubicBezTo>
                        <a:pt x="1363057" y="3117850"/>
                        <a:pt x="1118582" y="2984500"/>
                        <a:pt x="928082" y="2832100"/>
                      </a:cubicBezTo>
                      <a:cubicBezTo>
                        <a:pt x="737582" y="2679700"/>
                        <a:pt x="583065" y="2476500"/>
                        <a:pt x="464532" y="2305050"/>
                      </a:cubicBezTo>
                      <a:cubicBezTo>
                        <a:pt x="345999" y="2133600"/>
                        <a:pt x="280382" y="1968500"/>
                        <a:pt x="216882" y="1803400"/>
                      </a:cubicBezTo>
                      <a:cubicBezTo>
                        <a:pt x="153382" y="1638300"/>
                        <a:pt x="118457" y="1495425"/>
                        <a:pt x="83532" y="1314450"/>
                      </a:cubicBezTo>
                      <a:cubicBezTo>
                        <a:pt x="48607" y="1133475"/>
                        <a:pt x="20032" y="936625"/>
                        <a:pt x="7332" y="717550"/>
                      </a:cubicBezTo>
                      <a:cubicBezTo>
                        <a:pt x="-5368" y="498475"/>
                        <a:pt x="982" y="249237"/>
                        <a:pt x="7332" y="0"/>
                      </a:cubicBezTo>
                    </a:path>
                  </a:pathLst>
                </a:custGeom>
                <a:noFill/>
                <a:ln w="254000" cap="rnd">
                  <a:solidFill>
                    <a:srgbClr val="6EE7B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0C075EFF-364E-D289-C926-607F43FF3CF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289076" flipH="1">
                <a:off x="6114183" y="1160226"/>
                <a:ext cx="1210464" cy="1682891"/>
                <a:chOff x="4342418" y="1282700"/>
                <a:chExt cx="2493781" cy="3448050"/>
              </a:xfrm>
            </p:grpSpPr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05A7FB06-034B-6484-A890-4F521ACABD9F}"/>
                    </a:ext>
                  </a:extLst>
                </p:cNvPr>
                <p:cNvSpPr/>
                <p:nvPr/>
              </p:nvSpPr>
              <p:spPr>
                <a:xfrm>
                  <a:off x="4356100" y="1282700"/>
                  <a:ext cx="2480099" cy="3448050"/>
                </a:xfrm>
                <a:custGeom>
                  <a:avLst/>
                  <a:gdLst>
                    <a:gd name="connsiteX0" fmla="*/ 2387600 w 2480099"/>
                    <a:gd name="connsiteY0" fmla="*/ 3448050 h 3448050"/>
                    <a:gd name="connsiteX1" fmla="*/ 2470150 w 2480099"/>
                    <a:gd name="connsiteY1" fmla="*/ 2959100 h 3448050"/>
                    <a:gd name="connsiteX2" fmla="*/ 2463800 w 2480099"/>
                    <a:gd name="connsiteY2" fmla="*/ 2286000 h 3448050"/>
                    <a:gd name="connsiteX3" fmla="*/ 2336800 w 2480099"/>
                    <a:gd name="connsiteY3" fmla="*/ 1727200 h 3448050"/>
                    <a:gd name="connsiteX4" fmla="*/ 2070100 w 2480099"/>
                    <a:gd name="connsiteY4" fmla="*/ 1206500 h 3448050"/>
                    <a:gd name="connsiteX5" fmla="*/ 1727200 w 2480099"/>
                    <a:gd name="connsiteY5" fmla="*/ 812800 h 3448050"/>
                    <a:gd name="connsiteX6" fmla="*/ 1244600 w 2480099"/>
                    <a:gd name="connsiteY6" fmla="*/ 457200 h 3448050"/>
                    <a:gd name="connsiteX7" fmla="*/ 673100 w 2480099"/>
                    <a:gd name="connsiteY7" fmla="*/ 171450 h 3448050"/>
                    <a:gd name="connsiteX8" fmla="*/ 0 w 2480099"/>
                    <a:gd name="connsiteY8" fmla="*/ 0 h 3448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480099" h="3448050">
                      <a:moveTo>
                        <a:pt x="2387600" y="3448050"/>
                      </a:moveTo>
                      <a:cubicBezTo>
                        <a:pt x="2422525" y="3300412"/>
                        <a:pt x="2457450" y="3152775"/>
                        <a:pt x="2470150" y="2959100"/>
                      </a:cubicBezTo>
                      <a:cubicBezTo>
                        <a:pt x="2482850" y="2765425"/>
                        <a:pt x="2486025" y="2491317"/>
                        <a:pt x="2463800" y="2286000"/>
                      </a:cubicBezTo>
                      <a:cubicBezTo>
                        <a:pt x="2441575" y="2080683"/>
                        <a:pt x="2402417" y="1907117"/>
                        <a:pt x="2336800" y="1727200"/>
                      </a:cubicBezTo>
                      <a:cubicBezTo>
                        <a:pt x="2271183" y="1547283"/>
                        <a:pt x="2171700" y="1358900"/>
                        <a:pt x="2070100" y="1206500"/>
                      </a:cubicBezTo>
                      <a:cubicBezTo>
                        <a:pt x="1968500" y="1054100"/>
                        <a:pt x="1864783" y="937683"/>
                        <a:pt x="1727200" y="812800"/>
                      </a:cubicBezTo>
                      <a:cubicBezTo>
                        <a:pt x="1589617" y="687917"/>
                        <a:pt x="1420283" y="564092"/>
                        <a:pt x="1244600" y="457200"/>
                      </a:cubicBezTo>
                      <a:cubicBezTo>
                        <a:pt x="1068917" y="350308"/>
                        <a:pt x="880533" y="247650"/>
                        <a:pt x="673100" y="171450"/>
                      </a:cubicBezTo>
                      <a:cubicBezTo>
                        <a:pt x="465667" y="95250"/>
                        <a:pt x="232833" y="47625"/>
                        <a:pt x="0" y="0"/>
                      </a:cubicBezTo>
                    </a:path>
                  </a:pathLst>
                </a:custGeom>
                <a:noFill/>
                <a:ln w="254000" cap="rnd">
                  <a:solidFill>
                    <a:srgbClr val="6EE7B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B75E3D5C-E20B-2518-531C-C66D7D3E2002}"/>
                    </a:ext>
                  </a:extLst>
                </p:cNvPr>
                <p:cNvSpPr/>
                <p:nvPr/>
              </p:nvSpPr>
              <p:spPr>
                <a:xfrm>
                  <a:off x="4342418" y="1282700"/>
                  <a:ext cx="2394932" cy="3441700"/>
                </a:xfrm>
                <a:custGeom>
                  <a:avLst/>
                  <a:gdLst>
                    <a:gd name="connsiteX0" fmla="*/ 2394932 w 2394932"/>
                    <a:gd name="connsiteY0" fmla="*/ 3441700 h 3441700"/>
                    <a:gd name="connsiteX1" fmla="*/ 1607532 w 2394932"/>
                    <a:gd name="connsiteY1" fmla="*/ 3219450 h 3441700"/>
                    <a:gd name="connsiteX2" fmla="*/ 928082 w 2394932"/>
                    <a:gd name="connsiteY2" fmla="*/ 2832100 h 3441700"/>
                    <a:gd name="connsiteX3" fmla="*/ 464532 w 2394932"/>
                    <a:gd name="connsiteY3" fmla="*/ 2305050 h 3441700"/>
                    <a:gd name="connsiteX4" fmla="*/ 216882 w 2394932"/>
                    <a:gd name="connsiteY4" fmla="*/ 1803400 h 3441700"/>
                    <a:gd name="connsiteX5" fmla="*/ 83532 w 2394932"/>
                    <a:gd name="connsiteY5" fmla="*/ 1314450 h 3441700"/>
                    <a:gd name="connsiteX6" fmla="*/ 7332 w 2394932"/>
                    <a:gd name="connsiteY6" fmla="*/ 717550 h 3441700"/>
                    <a:gd name="connsiteX7" fmla="*/ 7332 w 2394932"/>
                    <a:gd name="connsiteY7" fmla="*/ 0 h 3441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394932" h="3441700">
                      <a:moveTo>
                        <a:pt x="2394932" y="3441700"/>
                      </a:moveTo>
                      <a:cubicBezTo>
                        <a:pt x="2123469" y="3381375"/>
                        <a:pt x="1852007" y="3321050"/>
                        <a:pt x="1607532" y="3219450"/>
                      </a:cubicBezTo>
                      <a:cubicBezTo>
                        <a:pt x="1363057" y="3117850"/>
                        <a:pt x="1118582" y="2984500"/>
                        <a:pt x="928082" y="2832100"/>
                      </a:cubicBezTo>
                      <a:cubicBezTo>
                        <a:pt x="737582" y="2679700"/>
                        <a:pt x="583065" y="2476500"/>
                        <a:pt x="464532" y="2305050"/>
                      </a:cubicBezTo>
                      <a:cubicBezTo>
                        <a:pt x="345999" y="2133600"/>
                        <a:pt x="280382" y="1968500"/>
                        <a:pt x="216882" y="1803400"/>
                      </a:cubicBezTo>
                      <a:cubicBezTo>
                        <a:pt x="153382" y="1638300"/>
                        <a:pt x="118457" y="1495425"/>
                        <a:pt x="83532" y="1314450"/>
                      </a:cubicBezTo>
                      <a:cubicBezTo>
                        <a:pt x="48607" y="1133475"/>
                        <a:pt x="20032" y="936625"/>
                        <a:pt x="7332" y="717550"/>
                      </a:cubicBezTo>
                      <a:cubicBezTo>
                        <a:pt x="-5368" y="498475"/>
                        <a:pt x="982" y="249237"/>
                        <a:pt x="7332" y="0"/>
                      </a:cubicBezTo>
                    </a:path>
                  </a:pathLst>
                </a:custGeom>
                <a:noFill/>
                <a:ln w="254000" cap="rnd">
                  <a:solidFill>
                    <a:srgbClr val="6EE7B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9738C537-B652-4C91-E305-E9DC28C9B32A}"/>
                  </a:ext>
                </a:extLst>
              </p:cNvPr>
              <p:cNvGrpSpPr/>
              <p:nvPr/>
            </p:nvGrpSpPr>
            <p:grpSpPr>
              <a:xfrm>
                <a:off x="4371823" y="765600"/>
                <a:ext cx="3020400" cy="3962300"/>
                <a:chOff x="4371823" y="765600"/>
                <a:chExt cx="3020400" cy="3962300"/>
              </a:xfrm>
            </p:grpSpPr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F7305A24-EAC8-C1AA-922C-00231FF014BB}"/>
                    </a:ext>
                  </a:extLst>
                </p:cNvPr>
                <p:cNvSpPr/>
                <p:nvPr/>
              </p:nvSpPr>
              <p:spPr>
                <a:xfrm rot="289076">
                  <a:off x="5118317" y="1918420"/>
                  <a:ext cx="981777" cy="2791326"/>
                </a:xfrm>
                <a:custGeom>
                  <a:avLst/>
                  <a:gdLst>
                    <a:gd name="connsiteX0" fmla="*/ 981777 w 981777"/>
                    <a:gd name="connsiteY0" fmla="*/ 2791326 h 2791326"/>
                    <a:gd name="connsiteX1" fmla="*/ 721895 w 981777"/>
                    <a:gd name="connsiteY1" fmla="*/ 1328286 h 2791326"/>
                    <a:gd name="connsiteX2" fmla="*/ 385011 w 981777"/>
                    <a:gd name="connsiteY2" fmla="*/ 548640 h 2791326"/>
                    <a:gd name="connsiteX3" fmla="*/ 0 w 981777"/>
                    <a:gd name="connsiteY3" fmla="*/ 0 h 2791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81777" h="2791326">
                      <a:moveTo>
                        <a:pt x="981777" y="2791326"/>
                      </a:moveTo>
                      <a:cubicBezTo>
                        <a:pt x="901566" y="2246696"/>
                        <a:pt x="821356" y="1702067"/>
                        <a:pt x="721895" y="1328286"/>
                      </a:cubicBezTo>
                      <a:cubicBezTo>
                        <a:pt x="622434" y="954505"/>
                        <a:pt x="505327" y="770021"/>
                        <a:pt x="385011" y="548640"/>
                      </a:cubicBezTo>
                      <a:cubicBezTo>
                        <a:pt x="264695" y="327259"/>
                        <a:pt x="132347" y="163629"/>
                        <a:pt x="0" y="0"/>
                      </a:cubicBezTo>
                    </a:path>
                  </a:pathLst>
                </a:custGeom>
                <a:noFill/>
                <a:ln w="241300" cap="rnd">
                  <a:solidFill>
                    <a:srgbClr val="6EE7B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C829902C-8BF6-C9A4-55AD-F72367FC6001}"/>
                    </a:ext>
                  </a:extLst>
                </p:cNvPr>
                <p:cNvSpPr/>
                <p:nvPr/>
              </p:nvSpPr>
              <p:spPr>
                <a:xfrm rot="289076">
                  <a:off x="5878201" y="2757586"/>
                  <a:ext cx="174171" cy="1970314"/>
                </a:xfrm>
                <a:custGeom>
                  <a:avLst/>
                  <a:gdLst>
                    <a:gd name="connsiteX0" fmla="*/ 174171 w 174171"/>
                    <a:gd name="connsiteY0" fmla="*/ 1970314 h 1970314"/>
                    <a:gd name="connsiteX1" fmla="*/ 54428 w 174171"/>
                    <a:gd name="connsiteY1" fmla="*/ 1099457 h 1970314"/>
                    <a:gd name="connsiteX2" fmla="*/ 0 w 174171"/>
                    <a:gd name="connsiteY2" fmla="*/ 664029 h 1970314"/>
                    <a:gd name="connsiteX3" fmla="*/ 54428 w 174171"/>
                    <a:gd name="connsiteY3" fmla="*/ 239486 h 1970314"/>
                    <a:gd name="connsiteX4" fmla="*/ 152400 w 174171"/>
                    <a:gd name="connsiteY4" fmla="*/ 0 h 19703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171" h="1970314">
                      <a:moveTo>
                        <a:pt x="174171" y="1970314"/>
                      </a:moveTo>
                      <a:cubicBezTo>
                        <a:pt x="128813" y="1643742"/>
                        <a:pt x="83456" y="1317171"/>
                        <a:pt x="54428" y="1099457"/>
                      </a:cubicBezTo>
                      <a:cubicBezTo>
                        <a:pt x="25400" y="881743"/>
                        <a:pt x="0" y="807357"/>
                        <a:pt x="0" y="664029"/>
                      </a:cubicBezTo>
                      <a:cubicBezTo>
                        <a:pt x="0" y="520701"/>
                        <a:pt x="29028" y="350158"/>
                        <a:pt x="54428" y="239486"/>
                      </a:cubicBezTo>
                      <a:cubicBezTo>
                        <a:pt x="79828" y="128814"/>
                        <a:pt x="116114" y="64407"/>
                        <a:pt x="152400" y="0"/>
                      </a:cubicBezTo>
                    </a:path>
                  </a:pathLst>
                </a:custGeom>
                <a:noFill/>
                <a:ln w="241300" cap="rnd">
                  <a:solidFill>
                    <a:srgbClr val="6EE7B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mc:AlternateContent xmlns:mc="http://schemas.openxmlformats.org/markup-compatibility/2006" xmlns:p14="http://schemas.microsoft.com/office/powerpoint/2010/main">
              <mc:Choice Requires="p14">
                <p:contentPart p14:bwMode="auto" r:id="rId2">
                  <p14:nvContentPartPr>
                    <p14:cNvPr id="39" name="Ink 38">
                      <a:extLst>
                        <a:ext uri="{FF2B5EF4-FFF2-40B4-BE49-F238E27FC236}">
                          <a16:creationId xmlns:a16="http://schemas.microsoft.com/office/drawing/2014/main" id="{795C44C9-C8A1-01A2-1F32-D8D2200CA7C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216463" y="1238640"/>
                    <a:ext cx="1175760" cy="1424160"/>
                  </p14:xfrm>
                </p:contentPart>
              </mc:Choice>
              <mc:Fallback xmlns="">
                <p:pic>
                  <p:nvPicPr>
                    <p:cNvPr id="39" name="Ink 38">
                      <a:extLst>
                        <a:ext uri="{FF2B5EF4-FFF2-40B4-BE49-F238E27FC236}">
                          <a16:creationId xmlns:a16="http://schemas.microsoft.com/office/drawing/2014/main" id="{795C44C9-C8A1-01A2-1F32-D8D2200CA7CC}"/>
                        </a:ext>
                      </a:extLst>
                    </p:cNvPr>
                    <p:cNvPicPr/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6153463" y="1175640"/>
                      <a:ext cx="1301400" cy="15498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">
                  <p14:nvContentPartPr>
                    <p14:cNvPr id="40" name="Ink 39">
                      <a:extLst>
                        <a:ext uri="{FF2B5EF4-FFF2-40B4-BE49-F238E27FC236}">
                          <a16:creationId xmlns:a16="http://schemas.microsoft.com/office/drawing/2014/main" id="{B7473F56-4EC6-4D24-9747-4BEFA5EF94DA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371823" y="765600"/>
                    <a:ext cx="1083600" cy="1408320"/>
                  </p14:xfrm>
                </p:contentPart>
              </mc:Choice>
              <mc:Fallback xmlns="">
                <p:pic>
                  <p:nvPicPr>
                    <p:cNvPr id="40" name="Ink 39">
                      <a:extLst>
                        <a:ext uri="{FF2B5EF4-FFF2-40B4-BE49-F238E27FC236}">
                          <a16:creationId xmlns:a16="http://schemas.microsoft.com/office/drawing/2014/main" id="{B7473F56-4EC6-4D24-9747-4BEFA5EF94DA}"/>
                        </a:ext>
                      </a:extLst>
                    </p:cNvPr>
                    <p:cNvPicPr/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4308823" y="702600"/>
                      <a:ext cx="1209240" cy="153396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</p:grpSp>
    </p:spTree>
    <p:extLst>
      <p:ext uri="{BB962C8B-B14F-4D97-AF65-F5344CB8AC3E}">
        <p14:creationId xmlns:p14="http://schemas.microsoft.com/office/powerpoint/2010/main" val="3746541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F9A0F-D6A4-D103-4240-BB0844739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272AB08-3092-7F64-99F7-5E7BD8DBB7DD}"/>
              </a:ext>
            </a:extLst>
          </p:cNvPr>
          <p:cNvSpPr/>
          <p:nvPr/>
        </p:nvSpPr>
        <p:spPr>
          <a:xfrm>
            <a:off x="165100" y="2260600"/>
            <a:ext cx="1155700" cy="800100"/>
          </a:xfrm>
          <a:prstGeom prst="rect">
            <a:avLst/>
          </a:prstGeom>
          <a:solidFill>
            <a:srgbClr val="34D3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#34d399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63A06F-12AB-DE14-85FB-75B0FC84B7CE}"/>
              </a:ext>
            </a:extLst>
          </p:cNvPr>
          <p:cNvSpPr/>
          <p:nvPr/>
        </p:nvSpPr>
        <p:spPr>
          <a:xfrm>
            <a:off x="165100" y="1384300"/>
            <a:ext cx="1155700" cy="800100"/>
          </a:xfrm>
          <a:prstGeom prst="rect">
            <a:avLst/>
          </a:prstGeom>
          <a:solidFill>
            <a:srgbClr val="6EE7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#6ee7b7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080C03-EB2F-F914-5062-38ABE3ACB36E}"/>
              </a:ext>
            </a:extLst>
          </p:cNvPr>
          <p:cNvSpPr/>
          <p:nvPr/>
        </p:nvSpPr>
        <p:spPr>
          <a:xfrm>
            <a:off x="165100" y="3136900"/>
            <a:ext cx="1155700" cy="800100"/>
          </a:xfrm>
          <a:prstGeom prst="rect">
            <a:avLst/>
          </a:prstGeom>
          <a:solidFill>
            <a:srgbClr val="10B98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#10b981</a:t>
            </a:r>
          </a:p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E5708E-5BDA-2A0A-49DE-A583EA216163}"/>
              </a:ext>
            </a:extLst>
          </p:cNvPr>
          <p:cNvSpPr/>
          <p:nvPr/>
        </p:nvSpPr>
        <p:spPr>
          <a:xfrm>
            <a:off x="165100" y="4013200"/>
            <a:ext cx="1155700" cy="800100"/>
          </a:xfrm>
          <a:prstGeom prst="rect">
            <a:avLst/>
          </a:prstGeom>
          <a:solidFill>
            <a:srgbClr val="A7F3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#a7f3d0</a:t>
            </a:r>
          </a:p>
          <a:p>
            <a:pPr algn="ctr"/>
            <a:endParaRPr lang="en-GB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FFA435F-F202-64A3-12A7-E86CA606515D}"/>
              </a:ext>
            </a:extLst>
          </p:cNvPr>
          <p:cNvGrpSpPr/>
          <p:nvPr/>
        </p:nvGrpSpPr>
        <p:grpSpPr>
          <a:xfrm rot="289076">
            <a:off x="3045840" y="686327"/>
            <a:ext cx="6096000" cy="5892244"/>
            <a:chOff x="3048000" y="686418"/>
            <a:chExt cx="6096000" cy="589224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863BEAC-DF5D-B213-CF0C-202A0BFC9243}"/>
                </a:ext>
              </a:extLst>
            </p:cNvPr>
            <p:cNvSpPr txBox="1"/>
            <p:nvPr/>
          </p:nvSpPr>
          <p:spPr>
            <a:xfrm>
              <a:off x="3048000" y="3643868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GB" dirty="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23B73A5-6FE4-8DA2-25B0-93F84D4C8C20}"/>
                </a:ext>
              </a:extLst>
            </p:cNvPr>
            <p:cNvSpPr/>
            <p:nvPr/>
          </p:nvSpPr>
          <p:spPr>
            <a:xfrm>
              <a:off x="4664258" y="3536434"/>
              <a:ext cx="2692400" cy="2863850"/>
            </a:xfrm>
            <a:custGeom>
              <a:avLst/>
              <a:gdLst>
                <a:gd name="connsiteX0" fmla="*/ 0 w 2692400"/>
                <a:gd name="connsiteY0" fmla="*/ 0 h 2863850"/>
                <a:gd name="connsiteX1" fmla="*/ 469900 w 2692400"/>
                <a:gd name="connsiteY1" fmla="*/ 203200 h 2863850"/>
                <a:gd name="connsiteX2" fmla="*/ 793750 w 2692400"/>
                <a:gd name="connsiteY2" fmla="*/ 419100 h 2863850"/>
                <a:gd name="connsiteX3" fmla="*/ 1079500 w 2692400"/>
                <a:gd name="connsiteY3" fmla="*/ 723900 h 2863850"/>
                <a:gd name="connsiteX4" fmla="*/ 1358900 w 2692400"/>
                <a:gd name="connsiteY4" fmla="*/ 1162050 h 2863850"/>
                <a:gd name="connsiteX5" fmla="*/ 1879600 w 2692400"/>
                <a:gd name="connsiteY5" fmla="*/ 2082800 h 2863850"/>
                <a:gd name="connsiteX6" fmla="*/ 2247900 w 2692400"/>
                <a:gd name="connsiteY6" fmla="*/ 2514600 h 2863850"/>
                <a:gd name="connsiteX7" fmla="*/ 2692400 w 2692400"/>
                <a:gd name="connsiteY7" fmla="*/ 2863850 h 2863850"/>
                <a:gd name="connsiteX8" fmla="*/ 2692400 w 2692400"/>
                <a:gd name="connsiteY8" fmla="*/ 2863850 h 2863850"/>
                <a:gd name="connsiteX9" fmla="*/ 2692400 w 2692400"/>
                <a:gd name="connsiteY9" fmla="*/ 2863850 h 286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92400" h="2863850">
                  <a:moveTo>
                    <a:pt x="0" y="0"/>
                  </a:moveTo>
                  <a:cubicBezTo>
                    <a:pt x="168804" y="66675"/>
                    <a:pt x="337608" y="133350"/>
                    <a:pt x="469900" y="203200"/>
                  </a:cubicBezTo>
                  <a:cubicBezTo>
                    <a:pt x="602192" y="273050"/>
                    <a:pt x="692150" y="332317"/>
                    <a:pt x="793750" y="419100"/>
                  </a:cubicBezTo>
                  <a:cubicBezTo>
                    <a:pt x="895350" y="505883"/>
                    <a:pt x="985308" y="600075"/>
                    <a:pt x="1079500" y="723900"/>
                  </a:cubicBezTo>
                  <a:cubicBezTo>
                    <a:pt x="1173692" y="847725"/>
                    <a:pt x="1225550" y="935567"/>
                    <a:pt x="1358900" y="1162050"/>
                  </a:cubicBezTo>
                  <a:cubicBezTo>
                    <a:pt x="1492250" y="1388533"/>
                    <a:pt x="1731433" y="1857375"/>
                    <a:pt x="1879600" y="2082800"/>
                  </a:cubicBezTo>
                  <a:cubicBezTo>
                    <a:pt x="2027767" y="2308225"/>
                    <a:pt x="2112433" y="2384425"/>
                    <a:pt x="2247900" y="2514600"/>
                  </a:cubicBezTo>
                  <a:cubicBezTo>
                    <a:pt x="2383367" y="2644775"/>
                    <a:pt x="2692400" y="2863850"/>
                    <a:pt x="2692400" y="2863850"/>
                  </a:cubicBezTo>
                  <a:lnTo>
                    <a:pt x="2692400" y="2863850"/>
                  </a:lnTo>
                  <a:lnTo>
                    <a:pt x="2692400" y="2863850"/>
                  </a:lnTo>
                </a:path>
              </a:pathLst>
            </a:custGeom>
            <a:noFill/>
            <a:ln w="254000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5CD927E-7CEA-E502-D984-3F2A5ECF5996}"/>
                </a:ext>
              </a:extLst>
            </p:cNvPr>
            <p:cNvSpPr/>
            <p:nvPr/>
          </p:nvSpPr>
          <p:spPr>
            <a:xfrm rot="21502434">
              <a:off x="3562889" y="3714812"/>
              <a:ext cx="2692400" cy="2863850"/>
            </a:xfrm>
            <a:custGeom>
              <a:avLst/>
              <a:gdLst>
                <a:gd name="connsiteX0" fmla="*/ 0 w 2692400"/>
                <a:gd name="connsiteY0" fmla="*/ 0 h 2863850"/>
                <a:gd name="connsiteX1" fmla="*/ 469900 w 2692400"/>
                <a:gd name="connsiteY1" fmla="*/ 203200 h 2863850"/>
                <a:gd name="connsiteX2" fmla="*/ 793750 w 2692400"/>
                <a:gd name="connsiteY2" fmla="*/ 419100 h 2863850"/>
                <a:gd name="connsiteX3" fmla="*/ 1079500 w 2692400"/>
                <a:gd name="connsiteY3" fmla="*/ 723900 h 2863850"/>
                <a:gd name="connsiteX4" fmla="*/ 1358900 w 2692400"/>
                <a:gd name="connsiteY4" fmla="*/ 1162050 h 2863850"/>
                <a:gd name="connsiteX5" fmla="*/ 1879600 w 2692400"/>
                <a:gd name="connsiteY5" fmla="*/ 2082800 h 2863850"/>
                <a:gd name="connsiteX6" fmla="*/ 2247900 w 2692400"/>
                <a:gd name="connsiteY6" fmla="*/ 2514600 h 2863850"/>
                <a:gd name="connsiteX7" fmla="*/ 2692400 w 2692400"/>
                <a:gd name="connsiteY7" fmla="*/ 2863850 h 2863850"/>
                <a:gd name="connsiteX8" fmla="*/ 2692400 w 2692400"/>
                <a:gd name="connsiteY8" fmla="*/ 2863850 h 2863850"/>
                <a:gd name="connsiteX9" fmla="*/ 2692400 w 2692400"/>
                <a:gd name="connsiteY9" fmla="*/ 2863850 h 286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92400" h="2863850">
                  <a:moveTo>
                    <a:pt x="0" y="0"/>
                  </a:moveTo>
                  <a:cubicBezTo>
                    <a:pt x="168804" y="66675"/>
                    <a:pt x="337608" y="133350"/>
                    <a:pt x="469900" y="203200"/>
                  </a:cubicBezTo>
                  <a:cubicBezTo>
                    <a:pt x="602192" y="273050"/>
                    <a:pt x="692150" y="332317"/>
                    <a:pt x="793750" y="419100"/>
                  </a:cubicBezTo>
                  <a:cubicBezTo>
                    <a:pt x="895350" y="505883"/>
                    <a:pt x="985308" y="600075"/>
                    <a:pt x="1079500" y="723900"/>
                  </a:cubicBezTo>
                  <a:cubicBezTo>
                    <a:pt x="1173692" y="847725"/>
                    <a:pt x="1225550" y="935567"/>
                    <a:pt x="1358900" y="1162050"/>
                  </a:cubicBezTo>
                  <a:cubicBezTo>
                    <a:pt x="1492250" y="1388533"/>
                    <a:pt x="1731433" y="1857375"/>
                    <a:pt x="1879600" y="2082800"/>
                  </a:cubicBezTo>
                  <a:cubicBezTo>
                    <a:pt x="2027767" y="2308225"/>
                    <a:pt x="2112433" y="2384425"/>
                    <a:pt x="2247900" y="2514600"/>
                  </a:cubicBezTo>
                  <a:cubicBezTo>
                    <a:pt x="2383367" y="2644775"/>
                    <a:pt x="2692400" y="2863850"/>
                    <a:pt x="2692400" y="2863850"/>
                  </a:cubicBezTo>
                  <a:lnTo>
                    <a:pt x="2692400" y="2863850"/>
                  </a:lnTo>
                  <a:lnTo>
                    <a:pt x="2692400" y="2863850"/>
                  </a:lnTo>
                </a:path>
              </a:pathLst>
            </a:custGeom>
            <a:noFill/>
            <a:ln w="254000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1D9B5F2-B6E7-759E-BA7A-6FEBD5F22E1D}"/>
                </a:ext>
              </a:extLst>
            </p:cNvPr>
            <p:cNvSpPr/>
            <p:nvPr/>
          </p:nvSpPr>
          <p:spPr>
            <a:xfrm>
              <a:off x="3351188" y="4050563"/>
              <a:ext cx="4427621" cy="310181"/>
            </a:xfrm>
            <a:custGeom>
              <a:avLst/>
              <a:gdLst>
                <a:gd name="connsiteX0" fmla="*/ 0 w 4427621"/>
                <a:gd name="connsiteY0" fmla="*/ 310181 h 310181"/>
                <a:gd name="connsiteX1" fmla="*/ 587141 w 4427621"/>
                <a:gd name="connsiteY1" fmla="*/ 146551 h 310181"/>
                <a:gd name="connsiteX2" fmla="*/ 1289785 w 4427621"/>
                <a:gd name="connsiteY2" fmla="*/ 40674 h 310181"/>
                <a:gd name="connsiteX3" fmla="*/ 2050181 w 4427621"/>
                <a:gd name="connsiteY3" fmla="*/ 2172 h 310181"/>
                <a:gd name="connsiteX4" fmla="*/ 3022333 w 4427621"/>
                <a:gd name="connsiteY4" fmla="*/ 98425 h 310181"/>
                <a:gd name="connsiteX5" fmla="*/ 3965608 w 4427621"/>
                <a:gd name="connsiteY5" fmla="*/ 242804 h 310181"/>
                <a:gd name="connsiteX6" fmla="*/ 4427621 w 4427621"/>
                <a:gd name="connsiteY6" fmla="*/ 242804 h 310181"/>
                <a:gd name="connsiteX7" fmla="*/ 4427621 w 4427621"/>
                <a:gd name="connsiteY7" fmla="*/ 242804 h 310181"/>
                <a:gd name="connsiteX8" fmla="*/ 4427621 w 4427621"/>
                <a:gd name="connsiteY8" fmla="*/ 242804 h 310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27621" h="310181">
                  <a:moveTo>
                    <a:pt x="0" y="310181"/>
                  </a:moveTo>
                  <a:cubicBezTo>
                    <a:pt x="186088" y="250825"/>
                    <a:pt x="372177" y="191469"/>
                    <a:pt x="587141" y="146551"/>
                  </a:cubicBezTo>
                  <a:cubicBezTo>
                    <a:pt x="802105" y="101633"/>
                    <a:pt x="1045945" y="64737"/>
                    <a:pt x="1289785" y="40674"/>
                  </a:cubicBezTo>
                  <a:cubicBezTo>
                    <a:pt x="1533625" y="16611"/>
                    <a:pt x="1761423" y="-7453"/>
                    <a:pt x="2050181" y="2172"/>
                  </a:cubicBezTo>
                  <a:cubicBezTo>
                    <a:pt x="2338939" y="11797"/>
                    <a:pt x="2703095" y="58320"/>
                    <a:pt x="3022333" y="98425"/>
                  </a:cubicBezTo>
                  <a:cubicBezTo>
                    <a:pt x="3341571" y="138530"/>
                    <a:pt x="3731393" y="218741"/>
                    <a:pt x="3965608" y="242804"/>
                  </a:cubicBezTo>
                  <a:cubicBezTo>
                    <a:pt x="4199823" y="266867"/>
                    <a:pt x="4427621" y="242804"/>
                    <a:pt x="4427621" y="242804"/>
                  </a:cubicBezTo>
                  <a:lnTo>
                    <a:pt x="4427621" y="242804"/>
                  </a:lnTo>
                  <a:lnTo>
                    <a:pt x="4427621" y="242804"/>
                  </a:lnTo>
                </a:path>
              </a:pathLst>
            </a:custGeom>
            <a:noFill/>
            <a:ln w="254000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91FB248-F0D2-C7B7-CA61-590456DF645E}"/>
                </a:ext>
              </a:extLst>
            </p:cNvPr>
            <p:cNvSpPr/>
            <p:nvPr/>
          </p:nvSpPr>
          <p:spPr>
            <a:xfrm rot="21395323">
              <a:off x="3856385" y="4809952"/>
              <a:ext cx="4427621" cy="310181"/>
            </a:xfrm>
            <a:custGeom>
              <a:avLst/>
              <a:gdLst>
                <a:gd name="connsiteX0" fmla="*/ 0 w 4427621"/>
                <a:gd name="connsiteY0" fmla="*/ 310181 h 310181"/>
                <a:gd name="connsiteX1" fmla="*/ 587141 w 4427621"/>
                <a:gd name="connsiteY1" fmla="*/ 146551 h 310181"/>
                <a:gd name="connsiteX2" fmla="*/ 1289785 w 4427621"/>
                <a:gd name="connsiteY2" fmla="*/ 40674 h 310181"/>
                <a:gd name="connsiteX3" fmla="*/ 2050181 w 4427621"/>
                <a:gd name="connsiteY3" fmla="*/ 2172 h 310181"/>
                <a:gd name="connsiteX4" fmla="*/ 3022333 w 4427621"/>
                <a:gd name="connsiteY4" fmla="*/ 98425 h 310181"/>
                <a:gd name="connsiteX5" fmla="*/ 3965608 w 4427621"/>
                <a:gd name="connsiteY5" fmla="*/ 242804 h 310181"/>
                <a:gd name="connsiteX6" fmla="*/ 4427621 w 4427621"/>
                <a:gd name="connsiteY6" fmla="*/ 242804 h 310181"/>
                <a:gd name="connsiteX7" fmla="*/ 4427621 w 4427621"/>
                <a:gd name="connsiteY7" fmla="*/ 242804 h 310181"/>
                <a:gd name="connsiteX8" fmla="*/ 4427621 w 4427621"/>
                <a:gd name="connsiteY8" fmla="*/ 242804 h 310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27621" h="310181">
                  <a:moveTo>
                    <a:pt x="0" y="310181"/>
                  </a:moveTo>
                  <a:cubicBezTo>
                    <a:pt x="186088" y="250825"/>
                    <a:pt x="372177" y="191469"/>
                    <a:pt x="587141" y="146551"/>
                  </a:cubicBezTo>
                  <a:cubicBezTo>
                    <a:pt x="802105" y="101633"/>
                    <a:pt x="1045945" y="64737"/>
                    <a:pt x="1289785" y="40674"/>
                  </a:cubicBezTo>
                  <a:cubicBezTo>
                    <a:pt x="1533625" y="16611"/>
                    <a:pt x="1761423" y="-7453"/>
                    <a:pt x="2050181" y="2172"/>
                  </a:cubicBezTo>
                  <a:cubicBezTo>
                    <a:pt x="2338939" y="11797"/>
                    <a:pt x="2703095" y="58320"/>
                    <a:pt x="3022333" y="98425"/>
                  </a:cubicBezTo>
                  <a:cubicBezTo>
                    <a:pt x="3341571" y="138530"/>
                    <a:pt x="3731393" y="218741"/>
                    <a:pt x="3965608" y="242804"/>
                  </a:cubicBezTo>
                  <a:cubicBezTo>
                    <a:pt x="4199823" y="266867"/>
                    <a:pt x="4427621" y="242804"/>
                    <a:pt x="4427621" y="242804"/>
                  </a:cubicBezTo>
                  <a:lnTo>
                    <a:pt x="4427621" y="242804"/>
                  </a:lnTo>
                  <a:lnTo>
                    <a:pt x="4427621" y="242804"/>
                  </a:lnTo>
                </a:path>
              </a:pathLst>
            </a:custGeom>
            <a:noFill/>
            <a:ln w="254000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9C462CF-4421-9F74-ECE5-BBEAFEE6D52B}"/>
                </a:ext>
              </a:extLst>
            </p:cNvPr>
            <p:cNvSpPr/>
            <p:nvPr/>
          </p:nvSpPr>
          <p:spPr>
            <a:xfrm rot="21180538">
              <a:off x="4405747" y="5694097"/>
              <a:ext cx="4427621" cy="310181"/>
            </a:xfrm>
            <a:custGeom>
              <a:avLst/>
              <a:gdLst>
                <a:gd name="connsiteX0" fmla="*/ 0 w 4427621"/>
                <a:gd name="connsiteY0" fmla="*/ 310181 h 310181"/>
                <a:gd name="connsiteX1" fmla="*/ 587141 w 4427621"/>
                <a:gd name="connsiteY1" fmla="*/ 146551 h 310181"/>
                <a:gd name="connsiteX2" fmla="*/ 1289785 w 4427621"/>
                <a:gd name="connsiteY2" fmla="*/ 40674 h 310181"/>
                <a:gd name="connsiteX3" fmla="*/ 2050181 w 4427621"/>
                <a:gd name="connsiteY3" fmla="*/ 2172 h 310181"/>
                <a:gd name="connsiteX4" fmla="*/ 3022333 w 4427621"/>
                <a:gd name="connsiteY4" fmla="*/ 98425 h 310181"/>
                <a:gd name="connsiteX5" fmla="*/ 3965608 w 4427621"/>
                <a:gd name="connsiteY5" fmla="*/ 242804 h 310181"/>
                <a:gd name="connsiteX6" fmla="*/ 4427621 w 4427621"/>
                <a:gd name="connsiteY6" fmla="*/ 242804 h 310181"/>
                <a:gd name="connsiteX7" fmla="*/ 4427621 w 4427621"/>
                <a:gd name="connsiteY7" fmla="*/ 242804 h 310181"/>
                <a:gd name="connsiteX8" fmla="*/ 4427621 w 4427621"/>
                <a:gd name="connsiteY8" fmla="*/ 242804 h 310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27621" h="310181">
                  <a:moveTo>
                    <a:pt x="0" y="310181"/>
                  </a:moveTo>
                  <a:cubicBezTo>
                    <a:pt x="186088" y="250825"/>
                    <a:pt x="372177" y="191469"/>
                    <a:pt x="587141" y="146551"/>
                  </a:cubicBezTo>
                  <a:cubicBezTo>
                    <a:pt x="802105" y="101633"/>
                    <a:pt x="1045945" y="64737"/>
                    <a:pt x="1289785" y="40674"/>
                  </a:cubicBezTo>
                  <a:cubicBezTo>
                    <a:pt x="1533625" y="16611"/>
                    <a:pt x="1761423" y="-7453"/>
                    <a:pt x="2050181" y="2172"/>
                  </a:cubicBezTo>
                  <a:cubicBezTo>
                    <a:pt x="2338939" y="11797"/>
                    <a:pt x="2703095" y="58320"/>
                    <a:pt x="3022333" y="98425"/>
                  </a:cubicBezTo>
                  <a:cubicBezTo>
                    <a:pt x="3341571" y="138530"/>
                    <a:pt x="3731393" y="218741"/>
                    <a:pt x="3965608" y="242804"/>
                  </a:cubicBezTo>
                  <a:cubicBezTo>
                    <a:pt x="4199823" y="266867"/>
                    <a:pt x="4427621" y="242804"/>
                    <a:pt x="4427621" y="242804"/>
                  </a:cubicBezTo>
                  <a:lnTo>
                    <a:pt x="4427621" y="242804"/>
                  </a:lnTo>
                  <a:lnTo>
                    <a:pt x="4427621" y="242804"/>
                  </a:lnTo>
                </a:path>
              </a:pathLst>
            </a:custGeom>
            <a:noFill/>
            <a:ln w="254000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9BA61AF-5645-6C58-9675-CBD92B6B665A}"/>
                </a:ext>
              </a:extLst>
            </p:cNvPr>
            <p:cNvSpPr/>
            <p:nvPr/>
          </p:nvSpPr>
          <p:spPr>
            <a:xfrm>
              <a:off x="5095450" y="1960340"/>
              <a:ext cx="981777" cy="2791326"/>
            </a:xfrm>
            <a:custGeom>
              <a:avLst/>
              <a:gdLst>
                <a:gd name="connsiteX0" fmla="*/ 981777 w 981777"/>
                <a:gd name="connsiteY0" fmla="*/ 2791326 h 2791326"/>
                <a:gd name="connsiteX1" fmla="*/ 721895 w 981777"/>
                <a:gd name="connsiteY1" fmla="*/ 1328286 h 2791326"/>
                <a:gd name="connsiteX2" fmla="*/ 385011 w 981777"/>
                <a:gd name="connsiteY2" fmla="*/ 548640 h 2791326"/>
                <a:gd name="connsiteX3" fmla="*/ 0 w 981777"/>
                <a:gd name="connsiteY3" fmla="*/ 0 h 279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1777" h="2791326">
                  <a:moveTo>
                    <a:pt x="981777" y="2791326"/>
                  </a:moveTo>
                  <a:cubicBezTo>
                    <a:pt x="901566" y="2246696"/>
                    <a:pt x="821356" y="1702067"/>
                    <a:pt x="721895" y="1328286"/>
                  </a:cubicBezTo>
                  <a:cubicBezTo>
                    <a:pt x="622434" y="954505"/>
                    <a:pt x="505327" y="770021"/>
                    <a:pt x="385011" y="548640"/>
                  </a:cubicBezTo>
                  <a:cubicBezTo>
                    <a:pt x="264695" y="327259"/>
                    <a:pt x="132347" y="163629"/>
                    <a:pt x="0" y="0"/>
                  </a:cubicBezTo>
                </a:path>
              </a:pathLst>
            </a:custGeom>
            <a:noFill/>
            <a:ln w="241300" cap="rnd">
              <a:solidFill>
                <a:srgbClr val="6EE7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D130BFB-8296-1ADE-5F19-A8568B68D7B0}"/>
                </a:ext>
              </a:extLst>
            </p:cNvPr>
            <p:cNvSpPr/>
            <p:nvPr/>
          </p:nvSpPr>
          <p:spPr>
            <a:xfrm>
              <a:off x="5890079" y="2768084"/>
              <a:ext cx="174171" cy="1970314"/>
            </a:xfrm>
            <a:custGeom>
              <a:avLst/>
              <a:gdLst>
                <a:gd name="connsiteX0" fmla="*/ 174171 w 174171"/>
                <a:gd name="connsiteY0" fmla="*/ 1970314 h 1970314"/>
                <a:gd name="connsiteX1" fmla="*/ 54428 w 174171"/>
                <a:gd name="connsiteY1" fmla="*/ 1099457 h 1970314"/>
                <a:gd name="connsiteX2" fmla="*/ 0 w 174171"/>
                <a:gd name="connsiteY2" fmla="*/ 664029 h 1970314"/>
                <a:gd name="connsiteX3" fmla="*/ 54428 w 174171"/>
                <a:gd name="connsiteY3" fmla="*/ 239486 h 1970314"/>
                <a:gd name="connsiteX4" fmla="*/ 152400 w 174171"/>
                <a:gd name="connsiteY4" fmla="*/ 0 h 197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171" h="1970314">
                  <a:moveTo>
                    <a:pt x="174171" y="1970314"/>
                  </a:moveTo>
                  <a:cubicBezTo>
                    <a:pt x="128813" y="1643742"/>
                    <a:pt x="83456" y="1317171"/>
                    <a:pt x="54428" y="1099457"/>
                  </a:cubicBezTo>
                  <a:cubicBezTo>
                    <a:pt x="25400" y="881743"/>
                    <a:pt x="0" y="807357"/>
                    <a:pt x="0" y="664029"/>
                  </a:cubicBezTo>
                  <a:cubicBezTo>
                    <a:pt x="0" y="520701"/>
                    <a:pt x="29028" y="350158"/>
                    <a:pt x="54428" y="239486"/>
                  </a:cubicBezTo>
                  <a:cubicBezTo>
                    <a:pt x="79828" y="128814"/>
                    <a:pt x="116114" y="64407"/>
                    <a:pt x="152400" y="0"/>
                  </a:cubicBezTo>
                </a:path>
              </a:pathLst>
            </a:custGeom>
            <a:noFill/>
            <a:ln w="241300" cap="rnd">
              <a:solidFill>
                <a:srgbClr val="6EE7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2DCED20-FEA0-B3E1-F60B-E492002BA6D2}"/>
                </a:ext>
              </a:extLst>
            </p:cNvPr>
            <p:cNvGrpSpPr>
              <a:grpSpLocks noChangeAspect="1"/>
            </p:cNvGrpSpPr>
            <p:nvPr/>
          </p:nvGrpSpPr>
          <p:grpSpPr>
            <a:xfrm rot="21230207">
              <a:off x="4079536" y="686418"/>
              <a:ext cx="1324603" cy="1831474"/>
              <a:chOff x="4342418" y="1282700"/>
              <a:chExt cx="2493781" cy="3448050"/>
            </a:xfrm>
          </p:grpSpPr>
          <p:sp>
            <p:nvSpPr>
              <p:cNvPr id="3" name="Freeform: Shape 2">
                <a:extLst>
                  <a:ext uri="{FF2B5EF4-FFF2-40B4-BE49-F238E27FC236}">
                    <a16:creationId xmlns:a16="http://schemas.microsoft.com/office/drawing/2014/main" id="{64388AE8-76FF-2869-4081-587648FC0CA7}"/>
                  </a:ext>
                </a:extLst>
              </p:cNvPr>
              <p:cNvSpPr/>
              <p:nvPr/>
            </p:nvSpPr>
            <p:spPr>
              <a:xfrm>
                <a:off x="4356100" y="1282700"/>
                <a:ext cx="2480099" cy="3448050"/>
              </a:xfrm>
              <a:custGeom>
                <a:avLst/>
                <a:gdLst>
                  <a:gd name="connsiteX0" fmla="*/ 2387600 w 2480099"/>
                  <a:gd name="connsiteY0" fmla="*/ 3448050 h 3448050"/>
                  <a:gd name="connsiteX1" fmla="*/ 2470150 w 2480099"/>
                  <a:gd name="connsiteY1" fmla="*/ 2959100 h 3448050"/>
                  <a:gd name="connsiteX2" fmla="*/ 2463800 w 2480099"/>
                  <a:gd name="connsiteY2" fmla="*/ 2286000 h 3448050"/>
                  <a:gd name="connsiteX3" fmla="*/ 2336800 w 2480099"/>
                  <a:gd name="connsiteY3" fmla="*/ 1727200 h 3448050"/>
                  <a:gd name="connsiteX4" fmla="*/ 2070100 w 2480099"/>
                  <a:gd name="connsiteY4" fmla="*/ 1206500 h 3448050"/>
                  <a:gd name="connsiteX5" fmla="*/ 1727200 w 2480099"/>
                  <a:gd name="connsiteY5" fmla="*/ 812800 h 3448050"/>
                  <a:gd name="connsiteX6" fmla="*/ 1244600 w 2480099"/>
                  <a:gd name="connsiteY6" fmla="*/ 457200 h 3448050"/>
                  <a:gd name="connsiteX7" fmla="*/ 673100 w 2480099"/>
                  <a:gd name="connsiteY7" fmla="*/ 171450 h 3448050"/>
                  <a:gd name="connsiteX8" fmla="*/ 0 w 2480099"/>
                  <a:gd name="connsiteY8" fmla="*/ 0 h 3448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80099" h="3448050">
                    <a:moveTo>
                      <a:pt x="2387600" y="3448050"/>
                    </a:moveTo>
                    <a:cubicBezTo>
                      <a:pt x="2422525" y="3300412"/>
                      <a:pt x="2457450" y="3152775"/>
                      <a:pt x="2470150" y="2959100"/>
                    </a:cubicBezTo>
                    <a:cubicBezTo>
                      <a:pt x="2482850" y="2765425"/>
                      <a:pt x="2486025" y="2491317"/>
                      <a:pt x="2463800" y="2286000"/>
                    </a:cubicBezTo>
                    <a:cubicBezTo>
                      <a:pt x="2441575" y="2080683"/>
                      <a:pt x="2402417" y="1907117"/>
                      <a:pt x="2336800" y="1727200"/>
                    </a:cubicBezTo>
                    <a:cubicBezTo>
                      <a:pt x="2271183" y="1547283"/>
                      <a:pt x="2171700" y="1358900"/>
                      <a:pt x="2070100" y="1206500"/>
                    </a:cubicBezTo>
                    <a:cubicBezTo>
                      <a:pt x="1968500" y="1054100"/>
                      <a:pt x="1864783" y="937683"/>
                      <a:pt x="1727200" y="812800"/>
                    </a:cubicBezTo>
                    <a:cubicBezTo>
                      <a:pt x="1589617" y="687917"/>
                      <a:pt x="1420283" y="564092"/>
                      <a:pt x="1244600" y="457200"/>
                    </a:cubicBezTo>
                    <a:cubicBezTo>
                      <a:pt x="1068917" y="350308"/>
                      <a:pt x="880533" y="247650"/>
                      <a:pt x="673100" y="171450"/>
                    </a:cubicBezTo>
                    <a:cubicBezTo>
                      <a:pt x="465667" y="95250"/>
                      <a:pt x="232833" y="47625"/>
                      <a:pt x="0" y="0"/>
                    </a:cubicBezTo>
                  </a:path>
                </a:pathLst>
              </a:custGeom>
              <a:noFill/>
              <a:ln w="254000" cap="rnd">
                <a:solidFill>
                  <a:srgbClr val="6EE7B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2D08CD7F-C579-CD09-46E7-A98DCA057FE2}"/>
                  </a:ext>
                </a:extLst>
              </p:cNvPr>
              <p:cNvSpPr/>
              <p:nvPr/>
            </p:nvSpPr>
            <p:spPr>
              <a:xfrm>
                <a:off x="4342418" y="1282700"/>
                <a:ext cx="2394932" cy="3441700"/>
              </a:xfrm>
              <a:custGeom>
                <a:avLst/>
                <a:gdLst>
                  <a:gd name="connsiteX0" fmla="*/ 2394932 w 2394932"/>
                  <a:gd name="connsiteY0" fmla="*/ 3441700 h 3441700"/>
                  <a:gd name="connsiteX1" fmla="*/ 1607532 w 2394932"/>
                  <a:gd name="connsiteY1" fmla="*/ 3219450 h 3441700"/>
                  <a:gd name="connsiteX2" fmla="*/ 928082 w 2394932"/>
                  <a:gd name="connsiteY2" fmla="*/ 2832100 h 3441700"/>
                  <a:gd name="connsiteX3" fmla="*/ 464532 w 2394932"/>
                  <a:gd name="connsiteY3" fmla="*/ 2305050 h 3441700"/>
                  <a:gd name="connsiteX4" fmla="*/ 216882 w 2394932"/>
                  <a:gd name="connsiteY4" fmla="*/ 1803400 h 3441700"/>
                  <a:gd name="connsiteX5" fmla="*/ 83532 w 2394932"/>
                  <a:gd name="connsiteY5" fmla="*/ 1314450 h 3441700"/>
                  <a:gd name="connsiteX6" fmla="*/ 7332 w 2394932"/>
                  <a:gd name="connsiteY6" fmla="*/ 717550 h 3441700"/>
                  <a:gd name="connsiteX7" fmla="*/ 7332 w 2394932"/>
                  <a:gd name="connsiteY7" fmla="*/ 0 h 3441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94932" h="3441700">
                    <a:moveTo>
                      <a:pt x="2394932" y="3441700"/>
                    </a:moveTo>
                    <a:cubicBezTo>
                      <a:pt x="2123469" y="3381375"/>
                      <a:pt x="1852007" y="3321050"/>
                      <a:pt x="1607532" y="3219450"/>
                    </a:cubicBezTo>
                    <a:cubicBezTo>
                      <a:pt x="1363057" y="3117850"/>
                      <a:pt x="1118582" y="2984500"/>
                      <a:pt x="928082" y="2832100"/>
                    </a:cubicBezTo>
                    <a:cubicBezTo>
                      <a:pt x="737582" y="2679700"/>
                      <a:pt x="583065" y="2476500"/>
                      <a:pt x="464532" y="2305050"/>
                    </a:cubicBezTo>
                    <a:cubicBezTo>
                      <a:pt x="345999" y="2133600"/>
                      <a:pt x="280382" y="1968500"/>
                      <a:pt x="216882" y="1803400"/>
                    </a:cubicBezTo>
                    <a:cubicBezTo>
                      <a:pt x="153382" y="1638300"/>
                      <a:pt x="118457" y="1495425"/>
                      <a:pt x="83532" y="1314450"/>
                    </a:cubicBezTo>
                    <a:cubicBezTo>
                      <a:pt x="48607" y="1133475"/>
                      <a:pt x="20032" y="936625"/>
                      <a:pt x="7332" y="717550"/>
                    </a:cubicBezTo>
                    <a:cubicBezTo>
                      <a:pt x="-5368" y="498475"/>
                      <a:pt x="982" y="249237"/>
                      <a:pt x="7332" y="0"/>
                    </a:cubicBezTo>
                  </a:path>
                </a:pathLst>
              </a:custGeom>
              <a:noFill/>
              <a:ln w="254000" cap="rnd">
                <a:solidFill>
                  <a:srgbClr val="6EE7B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2">
                <p14:nvContentPartPr>
                  <p14:cNvPr id="17" name="Ink 16">
                    <a:extLst>
                      <a:ext uri="{FF2B5EF4-FFF2-40B4-BE49-F238E27FC236}">
                        <a16:creationId xmlns:a16="http://schemas.microsoft.com/office/drawing/2014/main" id="{66C249E7-E781-9FA9-EC07-C3A107FC953D}"/>
                      </a:ext>
                    </a:extLst>
                  </p14:cNvPr>
                  <p14:cNvContentPartPr/>
                  <p14:nvPr/>
                </p14:nvContentPartPr>
                <p14:xfrm>
                  <a:off x="4594883" y="1792621"/>
                  <a:ext cx="1912786" cy="2485514"/>
                </p14:xfrm>
              </p:contentPart>
            </mc:Choice>
            <mc:Fallback xmlns="">
              <p:pic>
                <p:nvPicPr>
                  <p:cNvPr id="17" name="Ink 16">
                    <a:extLst>
                      <a:ext uri="{FF2B5EF4-FFF2-40B4-BE49-F238E27FC236}">
                        <a16:creationId xmlns:a16="http://schemas.microsoft.com/office/drawing/2014/main" id="{66C249E7-E781-9FA9-EC07-C3A107FC953D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4425490" y="1453810"/>
                    <a:ext cx="2250894" cy="3162457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582D616-8851-57B3-65F9-179A25C3E87C}"/>
                </a:ext>
              </a:extLst>
            </p:cNvPr>
            <p:cNvGrpSpPr>
              <a:grpSpLocks noChangeAspect="1"/>
            </p:cNvGrpSpPr>
            <p:nvPr/>
          </p:nvGrpSpPr>
          <p:grpSpPr>
            <a:xfrm flipH="1">
              <a:off x="5977164" y="1113537"/>
              <a:ext cx="1210464" cy="1682891"/>
              <a:chOff x="4342418" y="1282700"/>
              <a:chExt cx="2493781" cy="3448050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C6AA69A-052D-7DC7-9A52-46D587DD9B35}"/>
                  </a:ext>
                </a:extLst>
              </p:cNvPr>
              <p:cNvSpPr/>
              <p:nvPr/>
            </p:nvSpPr>
            <p:spPr>
              <a:xfrm>
                <a:off x="4356100" y="1282700"/>
                <a:ext cx="2480099" cy="3448050"/>
              </a:xfrm>
              <a:custGeom>
                <a:avLst/>
                <a:gdLst>
                  <a:gd name="connsiteX0" fmla="*/ 2387600 w 2480099"/>
                  <a:gd name="connsiteY0" fmla="*/ 3448050 h 3448050"/>
                  <a:gd name="connsiteX1" fmla="*/ 2470150 w 2480099"/>
                  <a:gd name="connsiteY1" fmla="*/ 2959100 h 3448050"/>
                  <a:gd name="connsiteX2" fmla="*/ 2463800 w 2480099"/>
                  <a:gd name="connsiteY2" fmla="*/ 2286000 h 3448050"/>
                  <a:gd name="connsiteX3" fmla="*/ 2336800 w 2480099"/>
                  <a:gd name="connsiteY3" fmla="*/ 1727200 h 3448050"/>
                  <a:gd name="connsiteX4" fmla="*/ 2070100 w 2480099"/>
                  <a:gd name="connsiteY4" fmla="*/ 1206500 h 3448050"/>
                  <a:gd name="connsiteX5" fmla="*/ 1727200 w 2480099"/>
                  <a:gd name="connsiteY5" fmla="*/ 812800 h 3448050"/>
                  <a:gd name="connsiteX6" fmla="*/ 1244600 w 2480099"/>
                  <a:gd name="connsiteY6" fmla="*/ 457200 h 3448050"/>
                  <a:gd name="connsiteX7" fmla="*/ 673100 w 2480099"/>
                  <a:gd name="connsiteY7" fmla="*/ 171450 h 3448050"/>
                  <a:gd name="connsiteX8" fmla="*/ 0 w 2480099"/>
                  <a:gd name="connsiteY8" fmla="*/ 0 h 3448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80099" h="3448050">
                    <a:moveTo>
                      <a:pt x="2387600" y="3448050"/>
                    </a:moveTo>
                    <a:cubicBezTo>
                      <a:pt x="2422525" y="3300412"/>
                      <a:pt x="2457450" y="3152775"/>
                      <a:pt x="2470150" y="2959100"/>
                    </a:cubicBezTo>
                    <a:cubicBezTo>
                      <a:pt x="2482850" y="2765425"/>
                      <a:pt x="2486025" y="2491317"/>
                      <a:pt x="2463800" y="2286000"/>
                    </a:cubicBezTo>
                    <a:cubicBezTo>
                      <a:pt x="2441575" y="2080683"/>
                      <a:pt x="2402417" y="1907117"/>
                      <a:pt x="2336800" y="1727200"/>
                    </a:cubicBezTo>
                    <a:cubicBezTo>
                      <a:pt x="2271183" y="1547283"/>
                      <a:pt x="2171700" y="1358900"/>
                      <a:pt x="2070100" y="1206500"/>
                    </a:cubicBezTo>
                    <a:cubicBezTo>
                      <a:pt x="1968500" y="1054100"/>
                      <a:pt x="1864783" y="937683"/>
                      <a:pt x="1727200" y="812800"/>
                    </a:cubicBezTo>
                    <a:cubicBezTo>
                      <a:pt x="1589617" y="687917"/>
                      <a:pt x="1420283" y="564092"/>
                      <a:pt x="1244600" y="457200"/>
                    </a:cubicBezTo>
                    <a:cubicBezTo>
                      <a:pt x="1068917" y="350308"/>
                      <a:pt x="880533" y="247650"/>
                      <a:pt x="673100" y="171450"/>
                    </a:cubicBezTo>
                    <a:cubicBezTo>
                      <a:pt x="465667" y="95250"/>
                      <a:pt x="232833" y="47625"/>
                      <a:pt x="0" y="0"/>
                    </a:cubicBezTo>
                  </a:path>
                </a:pathLst>
              </a:custGeom>
              <a:noFill/>
              <a:ln w="254000" cap="rnd">
                <a:solidFill>
                  <a:srgbClr val="6EE7B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605253DA-6FD2-3192-6CCE-B9E1C915C8C1}"/>
                  </a:ext>
                </a:extLst>
              </p:cNvPr>
              <p:cNvSpPr/>
              <p:nvPr/>
            </p:nvSpPr>
            <p:spPr>
              <a:xfrm>
                <a:off x="4342418" y="1282700"/>
                <a:ext cx="2394932" cy="3441700"/>
              </a:xfrm>
              <a:custGeom>
                <a:avLst/>
                <a:gdLst>
                  <a:gd name="connsiteX0" fmla="*/ 2394932 w 2394932"/>
                  <a:gd name="connsiteY0" fmla="*/ 3441700 h 3441700"/>
                  <a:gd name="connsiteX1" fmla="*/ 1607532 w 2394932"/>
                  <a:gd name="connsiteY1" fmla="*/ 3219450 h 3441700"/>
                  <a:gd name="connsiteX2" fmla="*/ 928082 w 2394932"/>
                  <a:gd name="connsiteY2" fmla="*/ 2832100 h 3441700"/>
                  <a:gd name="connsiteX3" fmla="*/ 464532 w 2394932"/>
                  <a:gd name="connsiteY3" fmla="*/ 2305050 h 3441700"/>
                  <a:gd name="connsiteX4" fmla="*/ 216882 w 2394932"/>
                  <a:gd name="connsiteY4" fmla="*/ 1803400 h 3441700"/>
                  <a:gd name="connsiteX5" fmla="*/ 83532 w 2394932"/>
                  <a:gd name="connsiteY5" fmla="*/ 1314450 h 3441700"/>
                  <a:gd name="connsiteX6" fmla="*/ 7332 w 2394932"/>
                  <a:gd name="connsiteY6" fmla="*/ 717550 h 3441700"/>
                  <a:gd name="connsiteX7" fmla="*/ 7332 w 2394932"/>
                  <a:gd name="connsiteY7" fmla="*/ 0 h 3441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94932" h="3441700">
                    <a:moveTo>
                      <a:pt x="2394932" y="3441700"/>
                    </a:moveTo>
                    <a:cubicBezTo>
                      <a:pt x="2123469" y="3381375"/>
                      <a:pt x="1852007" y="3321050"/>
                      <a:pt x="1607532" y="3219450"/>
                    </a:cubicBezTo>
                    <a:cubicBezTo>
                      <a:pt x="1363057" y="3117850"/>
                      <a:pt x="1118582" y="2984500"/>
                      <a:pt x="928082" y="2832100"/>
                    </a:cubicBezTo>
                    <a:cubicBezTo>
                      <a:pt x="737582" y="2679700"/>
                      <a:pt x="583065" y="2476500"/>
                      <a:pt x="464532" y="2305050"/>
                    </a:cubicBezTo>
                    <a:cubicBezTo>
                      <a:pt x="345999" y="2133600"/>
                      <a:pt x="280382" y="1968500"/>
                      <a:pt x="216882" y="1803400"/>
                    </a:cubicBezTo>
                    <a:cubicBezTo>
                      <a:pt x="153382" y="1638300"/>
                      <a:pt x="118457" y="1495425"/>
                      <a:pt x="83532" y="1314450"/>
                    </a:cubicBezTo>
                    <a:cubicBezTo>
                      <a:pt x="48607" y="1133475"/>
                      <a:pt x="20032" y="936625"/>
                      <a:pt x="7332" y="717550"/>
                    </a:cubicBezTo>
                    <a:cubicBezTo>
                      <a:pt x="-5368" y="498475"/>
                      <a:pt x="982" y="249237"/>
                      <a:pt x="7332" y="0"/>
                    </a:cubicBezTo>
                  </a:path>
                </a:pathLst>
              </a:custGeom>
              <a:noFill/>
              <a:ln w="254000" cap="rnd">
                <a:solidFill>
                  <a:srgbClr val="6EE7B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4">
                <p14:nvContentPartPr>
                  <p14:cNvPr id="23" name="Ink 22">
                    <a:extLst>
                      <a:ext uri="{FF2B5EF4-FFF2-40B4-BE49-F238E27FC236}">
                        <a16:creationId xmlns:a16="http://schemas.microsoft.com/office/drawing/2014/main" id="{0A55F651-B985-4B77-BF2F-53E92912F1FF}"/>
                      </a:ext>
                    </a:extLst>
                  </p14:cNvPr>
                  <p14:cNvContentPartPr/>
                  <p14:nvPr/>
                </p14:nvContentPartPr>
                <p14:xfrm>
                  <a:off x="4594883" y="1792621"/>
                  <a:ext cx="1912786" cy="2485514"/>
                </p14:xfrm>
              </p:contentPart>
            </mc:Choice>
            <mc:Fallback xmlns="">
              <p:pic>
                <p:nvPicPr>
                  <p:cNvPr id="23" name="Ink 22">
                    <a:extLst>
                      <a:ext uri="{FF2B5EF4-FFF2-40B4-BE49-F238E27FC236}">
                        <a16:creationId xmlns:a16="http://schemas.microsoft.com/office/drawing/2014/main" id="{0A55F651-B985-4B77-BF2F-53E92912F1FF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4409536" y="1423960"/>
                    <a:ext cx="2282740" cy="3222099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96EB785-8467-3FA3-CE25-969D3038FD36}"/>
                </a:ext>
              </a:extLst>
            </p:cNvPr>
            <p:cNvSpPr/>
            <p:nvPr/>
          </p:nvSpPr>
          <p:spPr>
            <a:xfrm rot="21282956">
              <a:off x="6430519" y="3675452"/>
              <a:ext cx="1751798" cy="2521819"/>
            </a:xfrm>
            <a:custGeom>
              <a:avLst/>
              <a:gdLst>
                <a:gd name="connsiteX0" fmla="*/ 0 w 1751798"/>
                <a:gd name="connsiteY0" fmla="*/ 0 h 2521819"/>
                <a:gd name="connsiteX1" fmla="*/ 394636 w 1751798"/>
                <a:gd name="connsiteY1" fmla="*/ 240632 h 2521819"/>
                <a:gd name="connsiteX2" fmla="*/ 673769 w 1751798"/>
                <a:gd name="connsiteY2" fmla="*/ 539015 h 2521819"/>
                <a:gd name="connsiteX3" fmla="*/ 981777 w 1751798"/>
                <a:gd name="connsiteY3" fmla="*/ 1078029 h 2521819"/>
                <a:gd name="connsiteX4" fmla="*/ 1232034 w 1751798"/>
                <a:gd name="connsiteY4" fmla="*/ 1674796 h 2521819"/>
                <a:gd name="connsiteX5" fmla="*/ 1405289 w 1751798"/>
                <a:gd name="connsiteY5" fmla="*/ 2117558 h 2521819"/>
                <a:gd name="connsiteX6" fmla="*/ 1597794 w 1751798"/>
                <a:gd name="connsiteY6" fmla="*/ 2396691 h 2521819"/>
                <a:gd name="connsiteX7" fmla="*/ 1751798 w 1751798"/>
                <a:gd name="connsiteY7" fmla="*/ 2521819 h 2521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51798" h="2521819">
                  <a:moveTo>
                    <a:pt x="0" y="0"/>
                  </a:moveTo>
                  <a:cubicBezTo>
                    <a:pt x="141170" y="75398"/>
                    <a:pt x="282341" y="150796"/>
                    <a:pt x="394636" y="240632"/>
                  </a:cubicBezTo>
                  <a:cubicBezTo>
                    <a:pt x="506931" y="330468"/>
                    <a:pt x="575912" y="399449"/>
                    <a:pt x="673769" y="539015"/>
                  </a:cubicBezTo>
                  <a:cubicBezTo>
                    <a:pt x="771626" y="678581"/>
                    <a:pt x="888733" y="888732"/>
                    <a:pt x="981777" y="1078029"/>
                  </a:cubicBezTo>
                  <a:cubicBezTo>
                    <a:pt x="1074821" y="1267326"/>
                    <a:pt x="1161449" y="1501541"/>
                    <a:pt x="1232034" y="1674796"/>
                  </a:cubicBezTo>
                  <a:cubicBezTo>
                    <a:pt x="1302619" y="1848051"/>
                    <a:pt x="1344329" y="1997242"/>
                    <a:pt x="1405289" y="2117558"/>
                  </a:cubicBezTo>
                  <a:cubicBezTo>
                    <a:pt x="1466249" y="2237874"/>
                    <a:pt x="1540043" y="2329314"/>
                    <a:pt x="1597794" y="2396691"/>
                  </a:cubicBezTo>
                  <a:cubicBezTo>
                    <a:pt x="1655545" y="2464068"/>
                    <a:pt x="1703671" y="2492943"/>
                    <a:pt x="1751798" y="2521819"/>
                  </a:cubicBezTo>
                </a:path>
              </a:pathLst>
            </a:custGeom>
            <a:noFill/>
            <a:ln w="254000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563583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CC275-A864-1799-2F9C-553A9B74A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06FFB50-1A55-E3D1-D41F-6D85100ACB06}"/>
              </a:ext>
            </a:extLst>
          </p:cNvPr>
          <p:cNvSpPr/>
          <p:nvPr/>
        </p:nvSpPr>
        <p:spPr>
          <a:xfrm>
            <a:off x="165100" y="2260600"/>
            <a:ext cx="1155700" cy="800100"/>
          </a:xfrm>
          <a:prstGeom prst="rect">
            <a:avLst/>
          </a:prstGeom>
          <a:solidFill>
            <a:srgbClr val="34D3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#34d399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4FA565-CECB-EFFB-F31E-3B4215A27FA3}"/>
              </a:ext>
            </a:extLst>
          </p:cNvPr>
          <p:cNvSpPr/>
          <p:nvPr/>
        </p:nvSpPr>
        <p:spPr>
          <a:xfrm>
            <a:off x="165100" y="1384300"/>
            <a:ext cx="1155700" cy="800100"/>
          </a:xfrm>
          <a:prstGeom prst="rect">
            <a:avLst/>
          </a:prstGeom>
          <a:solidFill>
            <a:srgbClr val="6EE7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#6ee7b7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6C6D76-3B20-4459-F15D-2D3469E4C87E}"/>
              </a:ext>
            </a:extLst>
          </p:cNvPr>
          <p:cNvSpPr/>
          <p:nvPr/>
        </p:nvSpPr>
        <p:spPr>
          <a:xfrm>
            <a:off x="165100" y="3136900"/>
            <a:ext cx="1155700" cy="800100"/>
          </a:xfrm>
          <a:prstGeom prst="rect">
            <a:avLst/>
          </a:prstGeom>
          <a:solidFill>
            <a:srgbClr val="10B98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#10b981</a:t>
            </a:r>
          </a:p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2CE334-F14D-6FE0-9BC3-EF94EABBE7F7}"/>
              </a:ext>
            </a:extLst>
          </p:cNvPr>
          <p:cNvSpPr/>
          <p:nvPr/>
        </p:nvSpPr>
        <p:spPr>
          <a:xfrm>
            <a:off x="165100" y="4013200"/>
            <a:ext cx="1155700" cy="800100"/>
          </a:xfrm>
          <a:prstGeom prst="rect">
            <a:avLst/>
          </a:prstGeom>
          <a:solidFill>
            <a:srgbClr val="A7F3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#a7f3d0</a:t>
            </a:r>
          </a:p>
          <a:p>
            <a:pPr algn="ctr"/>
            <a:endParaRPr lang="en-GB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5C9D4C3-A230-D8B9-A0ED-EEE4666EFCB4}"/>
              </a:ext>
            </a:extLst>
          </p:cNvPr>
          <p:cNvGrpSpPr/>
          <p:nvPr/>
        </p:nvGrpSpPr>
        <p:grpSpPr>
          <a:xfrm>
            <a:off x="3045840" y="686327"/>
            <a:ext cx="6096000" cy="5892244"/>
            <a:chOff x="3045840" y="686327"/>
            <a:chExt cx="6096000" cy="589224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C7A3409-AFF5-862B-BB29-88ADF8B147E2}"/>
                </a:ext>
              </a:extLst>
            </p:cNvPr>
            <p:cNvGrpSpPr/>
            <p:nvPr/>
          </p:nvGrpSpPr>
          <p:grpSpPr>
            <a:xfrm rot="289076">
              <a:off x="3045840" y="686327"/>
              <a:ext cx="6096000" cy="5892244"/>
              <a:chOff x="3048000" y="686418"/>
              <a:chExt cx="6096000" cy="5892244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1DBAC9E-F87F-B191-7709-4896C83E0F55}"/>
                  </a:ext>
                </a:extLst>
              </p:cNvPr>
              <p:cNvSpPr txBox="1"/>
              <p:nvPr/>
            </p:nvSpPr>
            <p:spPr>
              <a:xfrm>
                <a:off x="3048000" y="3643868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GB" dirty="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1675DB6A-BB65-EB7B-416B-D61E66BEF685}"/>
                  </a:ext>
                </a:extLst>
              </p:cNvPr>
              <p:cNvSpPr/>
              <p:nvPr/>
            </p:nvSpPr>
            <p:spPr>
              <a:xfrm>
                <a:off x="4664258" y="3536434"/>
                <a:ext cx="2692400" cy="2863850"/>
              </a:xfrm>
              <a:custGeom>
                <a:avLst/>
                <a:gdLst>
                  <a:gd name="connsiteX0" fmla="*/ 0 w 2692400"/>
                  <a:gd name="connsiteY0" fmla="*/ 0 h 2863850"/>
                  <a:gd name="connsiteX1" fmla="*/ 469900 w 2692400"/>
                  <a:gd name="connsiteY1" fmla="*/ 203200 h 2863850"/>
                  <a:gd name="connsiteX2" fmla="*/ 793750 w 2692400"/>
                  <a:gd name="connsiteY2" fmla="*/ 419100 h 2863850"/>
                  <a:gd name="connsiteX3" fmla="*/ 1079500 w 2692400"/>
                  <a:gd name="connsiteY3" fmla="*/ 723900 h 2863850"/>
                  <a:gd name="connsiteX4" fmla="*/ 1358900 w 2692400"/>
                  <a:gd name="connsiteY4" fmla="*/ 1162050 h 2863850"/>
                  <a:gd name="connsiteX5" fmla="*/ 1879600 w 2692400"/>
                  <a:gd name="connsiteY5" fmla="*/ 2082800 h 2863850"/>
                  <a:gd name="connsiteX6" fmla="*/ 2247900 w 2692400"/>
                  <a:gd name="connsiteY6" fmla="*/ 2514600 h 2863850"/>
                  <a:gd name="connsiteX7" fmla="*/ 2692400 w 2692400"/>
                  <a:gd name="connsiteY7" fmla="*/ 2863850 h 2863850"/>
                  <a:gd name="connsiteX8" fmla="*/ 2692400 w 2692400"/>
                  <a:gd name="connsiteY8" fmla="*/ 2863850 h 2863850"/>
                  <a:gd name="connsiteX9" fmla="*/ 2692400 w 2692400"/>
                  <a:gd name="connsiteY9" fmla="*/ 2863850 h 286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92400" h="2863850">
                    <a:moveTo>
                      <a:pt x="0" y="0"/>
                    </a:moveTo>
                    <a:cubicBezTo>
                      <a:pt x="168804" y="66675"/>
                      <a:pt x="337608" y="133350"/>
                      <a:pt x="469900" y="203200"/>
                    </a:cubicBezTo>
                    <a:cubicBezTo>
                      <a:pt x="602192" y="273050"/>
                      <a:pt x="692150" y="332317"/>
                      <a:pt x="793750" y="419100"/>
                    </a:cubicBezTo>
                    <a:cubicBezTo>
                      <a:pt x="895350" y="505883"/>
                      <a:pt x="985308" y="600075"/>
                      <a:pt x="1079500" y="723900"/>
                    </a:cubicBezTo>
                    <a:cubicBezTo>
                      <a:pt x="1173692" y="847725"/>
                      <a:pt x="1225550" y="935567"/>
                      <a:pt x="1358900" y="1162050"/>
                    </a:cubicBezTo>
                    <a:cubicBezTo>
                      <a:pt x="1492250" y="1388533"/>
                      <a:pt x="1731433" y="1857375"/>
                      <a:pt x="1879600" y="2082800"/>
                    </a:cubicBezTo>
                    <a:cubicBezTo>
                      <a:pt x="2027767" y="2308225"/>
                      <a:pt x="2112433" y="2384425"/>
                      <a:pt x="2247900" y="2514600"/>
                    </a:cubicBezTo>
                    <a:cubicBezTo>
                      <a:pt x="2383367" y="2644775"/>
                      <a:pt x="2692400" y="2863850"/>
                      <a:pt x="2692400" y="2863850"/>
                    </a:cubicBezTo>
                    <a:lnTo>
                      <a:pt x="2692400" y="2863850"/>
                    </a:lnTo>
                    <a:lnTo>
                      <a:pt x="2692400" y="2863850"/>
                    </a:lnTo>
                  </a:path>
                </a:pathLst>
              </a:custGeom>
              <a:noFill/>
              <a:ln w="254000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0D33620-7992-F36B-A2E2-F539E348A9AD}"/>
                  </a:ext>
                </a:extLst>
              </p:cNvPr>
              <p:cNvSpPr/>
              <p:nvPr/>
            </p:nvSpPr>
            <p:spPr>
              <a:xfrm rot="21502434">
                <a:off x="3562889" y="3714812"/>
                <a:ext cx="2692400" cy="2863850"/>
              </a:xfrm>
              <a:custGeom>
                <a:avLst/>
                <a:gdLst>
                  <a:gd name="connsiteX0" fmla="*/ 0 w 2692400"/>
                  <a:gd name="connsiteY0" fmla="*/ 0 h 2863850"/>
                  <a:gd name="connsiteX1" fmla="*/ 469900 w 2692400"/>
                  <a:gd name="connsiteY1" fmla="*/ 203200 h 2863850"/>
                  <a:gd name="connsiteX2" fmla="*/ 793750 w 2692400"/>
                  <a:gd name="connsiteY2" fmla="*/ 419100 h 2863850"/>
                  <a:gd name="connsiteX3" fmla="*/ 1079500 w 2692400"/>
                  <a:gd name="connsiteY3" fmla="*/ 723900 h 2863850"/>
                  <a:gd name="connsiteX4" fmla="*/ 1358900 w 2692400"/>
                  <a:gd name="connsiteY4" fmla="*/ 1162050 h 2863850"/>
                  <a:gd name="connsiteX5" fmla="*/ 1879600 w 2692400"/>
                  <a:gd name="connsiteY5" fmla="*/ 2082800 h 2863850"/>
                  <a:gd name="connsiteX6" fmla="*/ 2247900 w 2692400"/>
                  <a:gd name="connsiteY6" fmla="*/ 2514600 h 2863850"/>
                  <a:gd name="connsiteX7" fmla="*/ 2692400 w 2692400"/>
                  <a:gd name="connsiteY7" fmla="*/ 2863850 h 2863850"/>
                  <a:gd name="connsiteX8" fmla="*/ 2692400 w 2692400"/>
                  <a:gd name="connsiteY8" fmla="*/ 2863850 h 2863850"/>
                  <a:gd name="connsiteX9" fmla="*/ 2692400 w 2692400"/>
                  <a:gd name="connsiteY9" fmla="*/ 2863850 h 286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92400" h="2863850">
                    <a:moveTo>
                      <a:pt x="0" y="0"/>
                    </a:moveTo>
                    <a:cubicBezTo>
                      <a:pt x="168804" y="66675"/>
                      <a:pt x="337608" y="133350"/>
                      <a:pt x="469900" y="203200"/>
                    </a:cubicBezTo>
                    <a:cubicBezTo>
                      <a:pt x="602192" y="273050"/>
                      <a:pt x="692150" y="332317"/>
                      <a:pt x="793750" y="419100"/>
                    </a:cubicBezTo>
                    <a:cubicBezTo>
                      <a:pt x="895350" y="505883"/>
                      <a:pt x="985308" y="600075"/>
                      <a:pt x="1079500" y="723900"/>
                    </a:cubicBezTo>
                    <a:cubicBezTo>
                      <a:pt x="1173692" y="847725"/>
                      <a:pt x="1225550" y="935567"/>
                      <a:pt x="1358900" y="1162050"/>
                    </a:cubicBezTo>
                    <a:cubicBezTo>
                      <a:pt x="1492250" y="1388533"/>
                      <a:pt x="1731433" y="1857375"/>
                      <a:pt x="1879600" y="2082800"/>
                    </a:cubicBezTo>
                    <a:cubicBezTo>
                      <a:pt x="2027767" y="2308225"/>
                      <a:pt x="2112433" y="2384425"/>
                      <a:pt x="2247900" y="2514600"/>
                    </a:cubicBezTo>
                    <a:cubicBezTo>
                      <a:pt x="2383367" y="2644775"/>
                      <a:pt x="2692400" y="2863850"/>
                      <a:pt x="2692400" y="2863850"/>
                    </a:cubicBezTo>
                    <a:lnTo>
                      <a:pt x="2692400" y="2863850"/>
                    </a:lnTo>
                    <a:lnTo>
                      <a:pt x="2692400" y="2863850"/>
                    </a:lnTo>
                  </a:path>
                </a:pathLst>
              </a:custGeom>
              <a:noFill/>
              <a:ln w="254000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960F488D-24F6-2D36-CC9C-89DC5FFAE984}"/>
                  </a:ext>
                </a:extLst>
              </p:cNvPr>
              <p:cNvSpPr/>
              <p:nvPr/>
            </p:nvSpPr>
            <p:spPr>
              <a:xfrm>
                <a:off x="3351188" y="4050563"/>
                <a:ext cx="4427621" cy="310181"/>
              </a:xfrm>
              <a:custGeom>
                <a:avLst/>
                <a:gdLst>
                  <a:gd name="connsiteX0" fmla="*/ 0 w 4427621"/>
                  <a:gd name="connsiteY0" fmla="*/ 310181 h 310181"/>
                  <a:gd name="connsiteX1" fmla="*/ 587141 w 4427621"/>
                  <a:gd name="connsiteY1" fmla="*/ 146551 h 310181"/>
                  <a:gd name="connsiteX2" fmla="*/ 1289785 w 4427621"/>
                  <a:gd name="connsiteY2" fmla="*/ 40674 h 310181"/>
                  <a:gd name="connsiteX3" fmla="*/ 2050181 w 4427621"/>
                  <a:gd name="connsiteY3" fmla="*/ 2172 h 310181"/>
                  <a:gd name="connsiteX4" fmla="*/ 3022333 w 4427621"/>
                  <a:gd name="connsiteY4" fmla="*/ 98425 h 310181"/>
                  <a:gd name="connsiteX5" fmla="*/ 3965608 w 4427621"/>
                  <a:gd name="connsiteY5" fmla="*/ 242804 h 310181"/>
                  <a:gd name="connsiteX6" fmla="*/ 4427621 w 4427621"/>
                  <a:gd name="connsiteY6" fmla="*/ 242804 h 310181"/>
                  <a:gd name="connsiteX7" fmla="*/ 4427621 w 4427621"/>
                  <a:gd name="connsiteY7" fmla="*/ 242804 h 310181"/>
                  <a:gd name="connsiteX8" fmla="*/ 4427621 w 4427621"/>
                  <a:gd name="connsiteY8" fmla="*/ 242804 h 31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427621" h="310181">
                    <a:moveTo>
                      <a:pt x="0" y="310181"/>
                    </a:moveTo>
                    <a:cubicBezTo>
                      <a:pt x="186088" y="250825"/>
                      <a:pt x="372177" y="191469"/>
                      <a:pt x="587141" y="146551"/>
                    </a:cubicBezTo>
                    <a:cubicBezTo>
                      <a:pt x="802105" y="101633"/>
                      <a:pt x="1045945" y="64737"/>
                      <a:pt x="1289785" y="40674"/>
                    </a:cubicBezTo>
                    <a:cubicBezTo>
                      <a:pt x="1533625" y="16611"/>
                      <a:pt x="1761423" y="-7453"/>
                      <a:pt x="2050181" y="2172"/>
                    </a:cubicBezTo>
                    <a:cubicBezTo>
                      <a:pt x="2338939" y="11797"/>
                      <a:pt x="2703095" y="58320"/>
                      <a:pt x="3022333" y="98425"/>
                    </a:cubicBezTo>
                    <a:cubicBezTo>
                      <a:pt x="3341571" y="138530"/>
                      <a:pt x="3731393" y="218741"/>
                      <a:pt x="3965608" y="242804"/>
                    </a:cubicBezTo>
                    <a:cubicBezTo>
                      <a:pt x="4199823" y="266867"/>
                      <a:pt x="4427621" y="242804"/>
                      <a:pt x="4427621" y="242804"/>
                    </a:cubicBezTo>
                    <a:lnTo>
                      <a:pt x="4427621" y="242804"/>
                    </a:lnTo>
                    <a:lnTo>
                      <a:pt x="4427621" y="242804"/>
                    </a:lnTo>
                  </a:path>
                </a:pathLst>
              </a:custGeom>
              <a:noFill/>
              <a:ln w="254000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A89D9587-7C23-4BCC-4DDB-D0CDD9EFE017}"/>
                  </a:ext>
                </a:extLst>
              </p:cNvPr>
              <p:cNvSpPr/>
              <p:nvPr/>
            </p:nvSpPr>
            <p:spPr>
              <a:xfrm rot="21395323">
                <a:off x="3856385" y="4809952"/>
                <a:ext cx="4427621" cy="310181"/>
              </a:xfrm>
              <a:custGeom>
                <a:avLst/>
                <a:gdLst>
                  <a:gd name="connsiteX0" fmla="*/ 0 w 4427621"/>
                  <a:gd name="connsiteY0" fmla="*/ 310181 h 310181"/>
                  <a:gd name="connsiteX1" fmla="*/ 587141 w 4427621"/>
                  <a:gd name="connsiteY1" fmla="*/ 146551 h 310181"/>
                  <a:gd name="connsiteX2" fmla="*/ 1289785 w 4427621"/>
                  <a:gd name="connsiteY2" fmla="*/ 40674 h 310181"/>
                  <a:gd name="connsiteX3" fmla="*/ 2050181 w 4427621"/>
                  <a:gd name="connsiteY3" fmla="*/ 2172 h 310181"/>
                  <a:gd name="connsiteX4" fmla="*/ 3022333 w 4427621"/>
                  <a:gd name="connsiteY4" fmla="*/ 98425 h 310181"/>
                  <a:gd name="connsiteX5" fmla="*/ 3965608 w 4427621"/>
                  <a:gd name="connsiteY5" fmla="*/ 242804 h 310181"/>
                  <a:gd name="connsiteX6" fmla="*/ 4427621 w 4427621"/>
                  <a:gd name="connsiteY6" fmla="*/ 242804 h 310181"/>
                  <a:gd name="connsiteX7" fmla="*/ 4427621 w 4427621"/>
                  <a:gd name="connsiteY7" fmla="*/ 242804 h 310181"/>
                  <a:gd name="connsiteX8" fmla="*/ 4427621 w 4427621"/>
                  <a:gd name="connsiteY8" fmla="*/ 242804 h 31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427621" h="310181">
                    <a:moveTo>
                      <a:pt x="0" y="310181"/>
                    </a:moveTo>
                    <a:cubicBezTo>
                      <a:pt x="186088" y="250825"/>
                      <a:pt x="372177" y="191469"/>
                      <a:pt x="587141" y="146551"/>
                    </a:cubicBezTo>
                    <a:cubicBezTo>
                      <a:pt x="802105" y="101633"/>
                      <a:pt x="1045945" y="64737"/>
                      <a:pt x="1289785" y="40674"/>
                    </a:cubicBezTo>
                    <a:cubicBezTo>
                      <a:pt x="1533625" y="16611"/>
                      <a:pt x="1761423" y="-7453"/>
                      <a:pt x="2050181" y="2172"/>
                    </a:cubicBezTo>
                    <a:cubicBezTo>
                      <a:pt x="2338939" y="11797"/>
                      <a:pt x="2703095" y="58320"/>
                      <a:pt x="3022333" y="98425"/>
                    </a:cubicBezTo>
                    <a:cubicBezTo>
                      <a:pt x="3341571" y="138530"/>
                      <a:pt x="3731393" y="218741"/>
                      <a:pt x="3965608" y="242804"/>
                    </a:cubicBezTo>
                    <a:cubicBezTo>
                      <a:pt x="4199823" y="266867"/>
                      <a:pt x="4427621" y="242804"/>
                      <a:pt x="4427621" y="242804"/>
                    </a:cubicBezTo>
                    <a:lnTo>
                      <a:pt x="4427621" y="242804"/>
                    </a:lnTo>
                    <a:lnTo>
                      <a:pt x="4427621" y="242804"/>
                    </a:lnTo>
                  </a:path>
                </a:pathLst>
              </a:custGeom>
              <a:noFill/>
              <a:ln w="254000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5ADBEF60-174D-6F20-7105-698628ACD41E}"/>
                  </a:ext>
                </a:extLst>
              </p:cNvPr>
              <p:cNvSpPr/>
              <p:nvPr/>
            </p:nvSpPr>
            <p:spPr>
              <a:xfrm rot="21180538">
                <a:off x="4405747" y="5694097"/>
                <a:ext cx="4427621" cy="310181"/>
              </a:xfrm>
              <a:custGeom>
                <a:avLst/>
                <a:gdLst>
                  <a:gd name="connsiteX0" fmla="*/ 0 w 4427621"/>
                  <a:gd name="connsiteY0" fmla="*/ 310181 h 310181"/>
                  <a:gd name="connsiteX1" fmla="*/ 587141 w 4427621"/>
                  <a:gd name="connsiteY1" fmla="*/ 146551 h 310181"/>
                  <a:gd name="connsiteX2" fmla="*/ 1289785 w 4427621"/>
                  <a:gd name="connsiteY2" fmla="*/ 40674 h 310181"/>
                  <a:gd name="connsiteX3" fmla="*/ 2050181 w 4427621"/>
                  <a:gd name="connsiteY3" fmla="*/ 2172 h 310181"/>
                  <a:gd name="connsiteX4" fmla="*/ 3022333 w 4427621"/>
                  <a:gd name="connsiteY4" fmla="*/ 98425 h 310181"/>
                  <a:gd name="connsiteX5" fmla="*/ 3965608 w 4427621"/>
                  <a:gd name="connsiteY5" fmla="*/ 242804 h 310181"/>
                  <a:gd name="connsiteX6" fmla="*/ 4427621 w 4427621"/>
                  <a:gd name="connsiteY6" fmla="*/ 242804 h 310181"/>
                  <a:gd name="connsiteX7" fmla="*/ 4427621 w 4427621"/>
                  <a:gd name="connsiteY7" fmla="*/ 242804 h 310181"/>
                  <a:gd name="connsiteX8" fmla="*/ 4427621 w 4427621"/>
                  <a:gd name="connsiteY8" fmla="*/ 242804 h 31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427621" h="310181">
                    <a:moveTo>
                      <a:pt x="0" y="310181"/>
                    </a:moveTo>
                    <a:cubicBezTo>
                      <a:pt x="186088" y="250825"/>
                      <a:pt x="372177" y="191469"/>
                      <a:pt x="587141" y="146551"/>
                    </a:cubicBezTo>
                    <a:cubicBezTo>
                      <a:pt x="802105" y="101633"/>
                      <a:pt x="1045945" y="64737"/>
                      <a:pt x="1289785" y="40674"/>
                    </a:cubicBezTo>
                    <a:cubicBezTo>
                      <a:pt x="1533625" y="16611"/>
                      <a:pt x="1761423" y="-7453"/>
                      <a:pt x="2050181" y="2172"/>
                    </a:cubicBezTo>
                    <a:cubicBezTo>
                      <a:pt x="2338939" y="11797"/>
                      <a:pt x="2703095" y="58320"/>
                      <a:pt x="3022333" y="98425"/>
                    </a:cubicBezTo>
                    <a:cubicBezTo>
                      <a:pt x="3341571" y="138530"/>
                      <a:pt x="3731393" y="218741"/>
                      <a:pt x="3965608" y="242804"/>
                    </a:cubicBezTo>
                    <a:cubicBezTo>
                      <a:pt x="4199823" y="266867"/>
                      <a:pt x="4427621" y="242804"/>
                      <a:pt x="4427621" y="242804"/>
                    </a:cubicBezTo>
                    <a:lnTo>
                      <a:pt x="4427621" y="242804"/>
                    </a:lnTo>
                    <a:lnTo>
                      <a:pt x="4427621" y="242804"/>
                    </a:lnTo>
                  </a:path>
                </a:pathLst>
              </a:custGeom>
              <a:noFill/>
              <a:ln w="254000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9DAA8B52-0EE8-FEDA-982A-E472172D2914}"/>
                  </a:ext>
                </a:extLst>
              </p:cNvPr>
              <p:cNvSpPr/>
              <p:nvPr/>
            </p:nvSpPr>
            <p:spPr>
              <a:xfrm>
                <a:off x="5095450" y="1960340"/>
                <a:ext cx="981777" cy="2791326"/>
              </a:xfrm>
              <a:custGeom>
                <a:avLst/>
                <a:gdLst>
                  <a:gd name="connsiteX0" fmla="*/ 981777 w 981777"/>
                  <a:gd name="connsiteY0" fmla="*/ 2791326 h 2791326"/>
                  <a:gd name="connsiteX1" fmla="*/ 721895 w 981777"/>
                  <a:gd name="connsiteY1" fmla="*/ 1328286 h 2791326"/>
                  <a:gd name="connsiteX2" fmla="*/ 385011 w 981777"/>
                  <a:gd name="connsiteY2" fmla="*/ 548640 h 2791326"/>
                  <a:gd name="connsiteX3" fmla="*/ 0 w 981777"/>
                  <a:gd name="connsiteY3" fmla="*/ 0 h 2791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1777" h="2791326">
                    <a:moveTo>
                      <a:pt x="981777" y="2791326"/>
                    </a:moveTo>
                    <a:cubicBezTo>
                      <a:pt x="901566" y="2246696"/>
                      <a:pt x="821356" y="1702067"/>
                      <a:pt x="721895" y="1328286"/>
                    </a:cubicBezTo>
                    <a:cubicBezTo>
                      <a:pt x="622434" y="954505"/>
                      <a:pt x="505327" y="770021"/>
                      <a:pt x="385011" y="548640"/>
                    </a:cubicBezTo>
                    <a:cubicBezTo>
                      <a:pt x="264695" y="327259"/>
                      <a:pt x="132347" y="163629"/>
                      <a:pt x="0" y="0"/>
                    </a:cubicBezTo>
                  </a:path>
                </a:pathLst>
              </a:custGeom>
              <a:noFill/>
              <a:ln w="241300" cap="rnd">
                <a:solidFill>
                  <a:srgbClr val="6EE7B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68BEAFED-9FA6-234A-5B16-F5F390763A89}"/>
                  </a:ext>
                </a:extLst>
              </p:cNvPr>
              <p:cNvSpPr/>
              <p:nvPr/>
            </p:nvSpPr>
            <p:spPr>
              <a:xfrm>
                <a:off x="5890079" y="2768084"/>
                <a:ext cx="174171" cy="1970314"/>
              </a:xfrm>
              <a:custGeom>
                <a:avLst/>
                <a:gdLst>
                  <a:gd name="connsiteX0" fmla="*/ 174171 w 174171"/>
                  <a:gd name="connsiteY0" fmla="*/ 1970314 h 1970314"/>
                  <a:gd name="connsiteX1" fmla="*/ 54428 w 174171"/>
                  <a:gd name="connsiteY1" fmla="*/ 1099457 h 1970314"/>
                  <a:gd name="connsiteX2" fmla="*/ 0 w 174171"/>
                  <a:gd name="connsiteY2" fmla="*/ 664029 h 1970314"/>
                  <a:gd name="connsiteX3" fmla="*/ 54428 w 174171"/>
                  <a:gd name="connsiteY3" fmla="*/ 239486 h 1970314"/>
                  <a:gd name="connsiteX4" fmla="*/ 152400 w 174171"/>
                  <a:gd name="connsiteY4" fmla="*/ 0 h 1970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171" h="1970314">
                    <a:moveTo>
                      <a:pt x="174171" y="1970314"/>
                    </a:moveTo>
                    <a:cubicBezTo>
                      <a:pt x="128813" y="1643742"/>
                      <a:pt x="83456" y="1317171"/>
                      <a:pt x="54428" y="1099457"/>
                    </a:cubicBezTo>
                    <a:cubicBezTo>
                      <a:pt x="25400" y="881743"/>
                      <a:pt x="0" y="807357"/>
                      <a:pt x="0" y="664029"/>
                    </a:cubicBezTo>
                    <a:cubicBezTo>
                      <a:pt x="0" y="520701"/>
                      <a:pt x="29028" y="350158"/>
                      <a:pt x="54428" y="239486"/>
                    </a:cubicBezTo>
                    <a:cubicBezTo>
                      <a:pt x="79828" y="128814"/>
                      <a:pt x="116114" y="64407"/>
                      <a:pt x="152400" y="0"/>
                    </a:cubicBezTo>
                  </a:path>
                </a:pathLst>
              </a:custGeom>
              <a:noFill/>
              <a:ln w="241300" cap="rnd">
                <a:solidFill>
                  <a:srgbClr val="6EE7B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7868D7FE-6645-7DD5-4D10-693D2821EDA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21230207">
                <a:off x="4079536" y="686418"/>
                <a:ext cx="1324603" cy="1831474"/>
                <a:chOff x="4342418" y="1282700"/>
                <a:chExt cx="2493781" cy="3448050"/>
              </a:xfrm>
            </p:grpSpPr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6ED78C44-ECF0-3576-4FA2-4C69FC53A778}"/>
                    </a:ext>
                  </a:extLst>
                </p:cNvPr>
                <p:cNvSpPr/>
                <p:nvPr/>
              </p:nvSpPr>
              <p:spPr>
                <a:xfrm>
                  <a:off x="4356100" y="1282700"/>
                  <a:ext cx="2480099" cy="3448050"/>
                </a:xfrm>
                <a:custGeom>
                  <a:avLst/>
                  <a:gdLst>
                    <a:gd name="connsiteX0" fmla="*/ 2387600 w 2480099"/>
                    <a:gd name="connsiteY0" fmla="*/ 3448050 h 3448050"/>
                    <a:gd name="connsiteX1" fmla="*/ 2470150 w 2480099"/>
                    <a:gd name="connsiteY1" fmla="*/ 2959100 h 3448050"/>
                    <a:gd name="connsiteX2" fmla="*/ 2463800 w 2480099"/>
                    <a:gd name="connsiteY2" fmla="*/ 2286000 h 3448050"/>
                    <a:gd name="connsiteX3" fmla="*/ 2336800 w 2480099"/>
                    <a:gd name="connsiteY3" fmla="*/ 1727200 h 3448050"/>
                    <a:gd name="connsiteX4" fmla="*/ 2070100 w 2480099"/>
                    <a:gd name="connsiteY4" fmla="*/ 1206500 h 3448050"/>
                    <a:gd name="connsiteX5" fmla="*/ 1727200 w 2480099"/>
                    <a:gd name="connsiteY5" fmla="*/ 812800 h 3448050"/>
                    <a:gd name="connsiteX6" fmla="*/ 1244600 w 2480099"/>
                    <a:gd name="connsiteY6" fmla="*/ 457200 h 3448050"/>
                    <a:gd name="connsiteX7" fmla="*/ 673100 w 2480099"/>
                    <a:gd name="connsiteY7" fmla="*/ 171450 h 3448050"/>
                    <a:gd name="connsiteX8" fmla="*/ 0 w 2480099"/>
                    <a:gd name="connsiteY8" fmla="*/ 0 h 3448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480099" h="3448050">
                      <a:moveTo>
                        <a:pt x="2387600" y="3448050"/>
                      </a:moveTo>
                      <a:cubicBezTo>
                        <a:pt x="2422525" y="3300412"/>
                        <a:pt x="2457450" y="3152775"/>
                        <a:pt x="2470150" y="2959100"/>
                      </a:cubicBezTo>
                      <a:cubicBezTo>
                        <a:pt x="2482850" y="2765425"/>
                        <a:pt x="2486025" y="2491317"/>
                        <a:pt x="2463800" y="2286000"/>
                      </a:cubicBezTo>
                      <a:cubicBezTo>
                        <a:pt x="2441575" y="2080683"/>
                        <a:pt x="2402417" y="1907117"/>
                        <a:pt x="2336800" y="1727200"/>
                      </a:cubicBezTo>
                      <a:cubicBezTo>
                        <a:pt x="2271183" y="1547283"/>
                        <a:pt x="2171700" y="1358900"/>
                        <a:pt x="2070100" y="1206500"/>
                      </a:cubicBezTo>
                      <a:cubicBezTo>
                        <a:pt x="1968500" y="1054100"/>
                        <a:pt x="1864783" y="937683"/>
                        <a:pt x="1727200" y="812800"/>
                      </a:cubicBezTo>
                      <a:cubicBezTo>
                        <a:pt x="1589617" y="687917"/>
                        <a:pt x="1420283" y="564092"/>
                        <a:pt x="1244600" y="457200"/>
                      </a:cubicBezTo>
                      <a:cubicBezTo>
                        <a:pt x="1068917" y="350308"/>
                        <a:pt x="880533" y="247650"/>
                        <a:pt x="673100" y="171450"/>
                      </a:cubicBezTo>
                      <a:cubicBezTo>
                        <a:pt x="465667" y="95250"/>
                        <a:pt x="232833" y="47625"/>
                        <a:pt x="0" y="0"/>
                      </a:cubicBezTo>
                    </a:path>
                  </a:pathLst>
                </a:custGeom>
                <a:noFill/>
                <a:ln w="254000" cap="rnd">
                  <a:solidFill>
                    <a:srgbClr val="6EE7B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C6FB30E9-23E0-C60F-0F90-884BB8979F90}"/>
                    </a:ext>
                  </a:extLst>
                </p:cNvPr>
                <p:cNvSpPr/>
                <p:nvPr/>
              </p:nvSpPr>
              <p:spPr>
                <a:xfrm>
                  <a:off x="4342418" y="1282700"/>
                  <a:ext cx="2394932" cy="3441700"/>
                </a:xfrm>
                <a:custGeom>
                  <a:avLst/>
                  <a:gdLst>
                    <a:gd name="connsiteX0" fmla="*/ 2394932 w 2394932"/>
                    <a:gd name="connsiteY0" fmla="*/ 3441700 h 3441700"/>
                    <a:gd name="connsiteX1" fmla="*/ 1607532 w 2394932"/>
                    <a:gd name="connsiteY1" fmla="*/ 3219450 h 3441700"/>
                    <a:gd name="connsiteX2" fmla="*/ 928082 w 2394932"/>
                    <a:gd name="connsiteY2" fmla="*/ 2832100 h 3441700"/>
                    <a:gd name="connsiteX3" fmla="*/ 464532 w 2394932"/>
                    <a:gd name="connsiteY3" fmla="*/ 2305050 h 3441700"/>
                    <a:gd name="connsiteX4" fmla="*/ 216882 w 2394932"/>
                    <a:gd name="connsiteY4" fmla="*/ 1803400 h 3441700"/>
                    <a:gd name="connsiteX5" fmla="*/ 83532 w 2394932"/>
                    <a:gd name="connsiteY5" fmla="*/ 1314450 h 3441700"/>
                    <a:gd name="connsiteX6" fmla="*/ 7332 w 2394932"/>
                    <a:gd name="connsiteY6" fmla="*/ 717550 h 3441700"/>
                    <a:gd name="connsiteX7" fmla="*/ 7332 w 2394932"/>
                    <a:gd name="connsiteY7" fmla="*/ 0 h 3441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394932" h="3441700">
                      <a:moveTo>
                        <a:pt x="2394932" y="3441700"/>
                      </a:moveTo>
                      <a:cubicBezTo>
                        <a:pt x="2123469" y="3381375"/>
                        <a:pt x="1852007" y="3321050"/>
                        <a:pt x="1607532" y="3219450"/>
                      </a:cubicBezTo>
                      <a:cubicBezTo>
                        <a:pt x="1363057" y="3117850"/>
                        <a:pt x="1118582" y="2984500"/>
                        <a:pt x="928082" y="2832100"/>
                      </a:cubicBezTo>
                      <a:cubicBezTo>
                        <a:pt x="737582" y="2679700"/>
                        <a:pt x="583065" y="2476500"/>
                        <a:pt x="464532" y="2305050"/>
                      </a:cubicBezTo>
                      <a:cubicBezTo>
                        <a:pt x="345999" y="2133600"/>
                        <a:pt x="280382" y="1968500"/>
                        <a:pt x="216882" y="1803400"/>
                      </a:cubicBezTo>
                      <a:cubicBezTo>
                        <a:pt x="153382" y="1638300"/>
                        <a:pt x="118457" y="1495425"/>
                        <a:pt x="83532" y="1314450"/>
                      </a:cubicBezTo>
                      <a:cubicBezTo>
                        <a:pt x="48607" y="1133475"/>
                        <a:pt x="20032" y="936625"/>
                        <a:pt x="7332" y="717550"/>
                      </a:cubicBezTo>
                      <a:cubicBezTo>
                        <a:pt x="-5368" y="498475"/>
                        <a:pt x="982" y="249237"/>
                        <a:pt x="7332" y="0"/>
                      </a:cubicBezTo>
                    </a:path>
                  </a:pathLst>
                </a:custGeom>
                <a:noFill/>
                <a:ln w="254000" cap="rnd">
                  <a:solidFill>
                    <a:srgbClr val="6EE7B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0C52920F-69F6-BA63-9BD0-6FC1593A67D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flipH="1">
                <a:off x="5977164" y="1113537"/>
                <a:ext cx="1210464" cy="1682891"/>
                <a:chOff x="4342418" y="1282700"/>
                <a:chExt cx="2493781" cy="3448050"/>
              </a:xfrm>
            </p:grpSpPr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96C952F8-165E-B6DE-B246-3862B1CF14C3}"/>
                    </a:ext>
                  </a:extLst>
                </p:cNvPr>
                <p:cNvSpPr/>
                <p:nvPr/>
              </p:nvSpPr>
              <p:spPr>
                <a:xfrm>
                  <a:off x="4356100" y="1282700"/>
                  <a:ext cx="2480099" cy="3448050"/>
                </a:xfrm>
                <a:custGeom>
                  <a:avLst/>
                  <a:gdLst>
                    <a:gd name="connsiteX0" fmla="*/ 2387600 w 2480099"/>
                    <a:gd name="connsiteY0" fmla="*/ 3448050 h 3448050"/>
                    <a:gd name="connsiteX1" fmla="*/ 2470150 w 2480099"/>
                    <a:gd name="connsiteY1" fmla="*/ 2959100 h 3448050"/>
                    <a:gd name="connsiteX2" fmla="*/ 2463800 w 2480099"/>
                    <a:gd name="connsiteY2" fmla="*/ 2286000 h 3448050"/>
                    <a:gd name="connsiteX3" fmla="*/ 2336800 w 2480099"/>
                    <a:gd name="connsiteY3" fmla="*/ 1727200 h 3448050"/>
                    <a:gd name="connsiteX4" fmla="*/ 2070100 w 2480099"/>
                    <a:gd name="connsiteY4" fmla="*/ 1206500 h 3448050"/>
                    <a:gd name="connsiteX5" fmla="*/ 1727200 w 2480099"/>
                    <a:gd name="connsiteY5" fmla="*/ 812800 h 3448050"/>
                    <a:gd name="connsiteX6" fmla="*/ 1244600 w 2480099"/>
                    <a:gd name="connsiteY6" fmla="*/ 457200 h 3448050"/>
                    <a:gd name="connsiteX7" fmla="*/ 673100 w 2480099"/>
                    <a:gd name="connsiteY7" fmla="*/ 171450 h 3448050"/>
                    <a:gd name="connsiteX8" fmla="*/ 0 w 2480099"/>
                    <a:gd name="connsiteY8" fmla="*/ 0 h 3448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480099" h="3448050">
                      <a:moveTo>
                        <a:pt x="2387600" y="3448050"/>
                      </a:moveTo>
                      <a:cubicBezTo>
                        <a:pt x="2422525" y="3300412"/>
                        <a:pt x="2457450" y="3152775"/>
                        <a:pt x="2470150" y="2959100"/>
                      </a:cubicBezTo>
                      <a:cubicBezTo>
                        <a:pt x="2482850" y="2765425"/>
                        <a:pt x="2486025" y="2491317"/>
                        <a:pt x="2463800" y="2286000"/>
                      </a:cubicBezTo>
                      <a:cubicBezTo>
                        <a:pt x="2441575" y="2080683"/>
                        <a:pt x="2402417" y="1907117"/>
                        <a:pt x="2336800" y="1727200"/>
                      </a:cubicBezTo>
                      <a:cubicBezTo>
                        <a:pt x="2271183" y="1547283"/>
                        <a:pt x="2171700" y="1358900"/>
                        <a:pt x="2070100" y="1206500"/>
                      </a:cubicBezTo>
                      <a:cubicBezTo>
                        <a:pt x="1968500" y="1054100"/>
                        <a:pt x="1864783" y="937683"/>
                        <a:pt x="1727200" y="812800"/>
                      </a:cubicBezTo>
                      <a:cubicBezTo>
                        <a:pt x="1589617" y="687917"/>
                        <a:pt x="1420283" y="564092"/>
                        <a:pt x="1244600" y="457200"/>
                      </a:cubicBezTo>
                      <a:cubicBezTo>
                        <a:pt x="1068917" y="350308"/>
                        <a:pt x="880533" y="247650"/>
                        <a:pt x="673100" y="171450"/>
                      </a:cubicBezTo>
                      <a:cubicBezTo>
                        <a:pt x="465667" y="95250"/>
                        <a:pt x="232833" y="47625"/>
                        <a:pt x="0" y="0"/>
                      </a:cubicBezTo>
                    </a:path>
                  </a:pathLst>
                </a:custGeom>
                <a:noFill/>
                <a:ln w="254000" cap="rnd">
                  <a:solidFill>
                    <a:srgbClr val="6EE7B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EB743D1E-7F60-5418-AD25-CE391AE8F243}"/>
                    </a:ext>
                  </a:extLst>
                </p:cNvPr>
                <p:cNvSpPr/>
                <p:nvPr/>
              </p:nvSpPr>
              <p:spPr>
                <a:xfrm>
                  <a:off x="4342418" y="1282700"/>
                  <a:ext cx="2394932" cy="3441700"/>
                </a:xfrm>
                <a:custGeom>
                  <a:avLst/>
                  <a:gdLst>
                    <a:gd name="connsiteX0" fmla="*/ 2394932 w 2394932"/>
                    <a:gd name="connsiteY0" fmla="*/ 3441700 h 3441700"/>
                    <a:gd name="connsiteX1" fmla="*/ 1607532 w 2394932"/>
                    <a:gd name="connsiteY1" fmla="*/ 3219450 h 3441700"/>
                    <a:gd name="connsiteX2" fmla="*/ 928082 w 2394932"/>
                    <a:gd name="connsiteY2" fmla="*/ 2832100 h 3441700"/>
                    <a:gd name="connsiteX3" fmla="*/ 464532 w 2394932"/>
                    <a:gd name="connsiteY3" fmla="*/ 2305050 h 3441700"/>
                    <a:gd name="connsiteX4" fmla="*/ 216882 w 2394932"/>
                    <a:gd name="connsiteY4" fmla="*/ 1803400 h 3441700"/>
                    <a:gd name="connsiteX5" fmla="*/ 83532 w 2394932"/>
                    <a:gd name="connsiteY5" fmla="*/ 1314450 h 3441700"/>
                    <a:gd name="connsiteX6" fmla="*/ 7332 w 2394932"/>
                    <a:gd name="connsiteY6" fmla="*/ 717550 h 3441700"/>
                    <a:gd name="connsiteX7" fmla="*/ 7332 w 2394932"/>
                    <a:gd name="connsiteY7" fmla="*/ 0 h 3441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394932" h="3441700">
                      <a:moveTo>
                        <a:pt x="2394932" y="3441700"/>
                      </a:moveTo>
                      <a:cubicBezTo>
                        <a:pt x="2123469" y="3381375"/>
                        <a:pt x="1852007" y="3321050"/>
                        <a:pt x="1607532" y="3219450"/>
                      </a:cubicBezTo>
                      <a:cubicBezTo>
                        <a:pt x="1363057" y="3117850"/>
                        <a:pt x="1118582" y="2984500"/>
                        <a:pt x="928082" y="2832100"/>
                      </a:cubicBezTo>
                      <a:cubicBezTo>
                        <a:pt x="737582" y="2679700"/>
                        <a:pt x="583065" y="2476500"/>
                        <a:pt x="464532" y="2305050"/>
                      </a:cubicBezTo>
                      <a:cubicBezTo>
                        <a:pt x="345999" y="2133600"/>
                        <a:pt x="280382" y="1968500"/>
                        <a:pt x="216882" y="1803400"/>
                      </a:cubicBezTo>
                      <a:cubicBezTo>
                        <a:pt x="153382" y="1638300"/>
                        <a:pt x="118457" y="1495425"/>
                        <a:pt x="83532" y="1314450"/>
                      </a:cubicBezTo>
                      <a:cubicBezTo>
                        <a:pt x="48607" y="1133475"/>
                        <a:pt x="20032" y="936625"/>
                        <a:pt x="7332" y="717550"/>
                      </a:cubicBezTo>
                      <a:cubicBezTo>
                        <a:pt x="-5368" y="498475"/>
                        <a:pt x="982" y="249237"/>
                        <a:pt x="7332" y="0"/>
                      </a:cubicBezTo>
                    </a:path>
                  </a:pathLst>
                </a:custGeom>
                <a:noFill/>
                <a:ln w="254000" cap="rnd">
                  <a:solidFill>
                    <a:srgbClr val="6EE7B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240A9754-182C-3D51-753B-22F9B7E4956A}"/>
                  </a:ext>
                </a:extLst>
              </p:cNvPr>
              <p:cNvSpPr/>
              <p:nvPr/>
            </p:nvSpPr>
            <p:spPr>
              <a:xfrm rot="21282956">
                <a:off x="6430519" y="3675452"/>
                <a:ext cx="1751798" cy="2521819"/>
              </a:xfrm>
              <a:custGeom>
                <a:avLst/>
                <a:gdLst>
                  <a:gd name="connsiteX0" fmla="*/ 0 w 1751798"/>
                  <a:gd name="connsiteY0" fmla="*/ 0 h 2521819"/>
                  <a:gd name="connsiteX1" fmla="*/ 394636 w 1751798"/>
                  <a:gd name="connsiteY1" fmla="*/ 240632 h 2521819"/>
                  <a:gd name="connsiteX2" fmla="*/ 673769 w 1751798"/>
                  <a:gd name="connsiteY2" fmla="*/ 539015 h 2521819"/>
                  <a:gd name="connsiteX3" fmla="*/ 981777 w 1751798"/>
                  <a:gd name="connsiteY3" fmla="*/ 1078029 h 2521819"/>
                  <a:gd name="connsiteX4" fmla="*/ 1232034 w 1751798"/>
                  <a:gd name="connsiteY4" fmla="*/ 1674796 h 2521819"/>
                  <a:gd name="connsiteX5" fmla="*/ 1405289 w 1751798"/>
                  <a:gd name="connsiteY5" fmla="*/ 2117558 h 2521819"/>
                  <a:gd name="connsiteX6" fmla="*/ 1597794 w 1751798"/>
                  <a:gd name="connsiteY6" fmla="*/ 2396691 h 2521819"/>
                  <a:gd name="connsiteX7" fmla="*/ 1751798 w 1751798"/>
                  <a:gd name="connsiteY7" fmla="*/ 2521819 h 2521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51798" h="2521819">
                    <a:moveTo>
                      <a:pt x="0" y="0"/>
                    </a:moveTo>
                    <a:cubicBezTo>
                      <a:pt x="141170" y="75398"/>
                      <a:pt x="282341" y="150796"/>
                      <a:pt x="394636" y="240632"/>
                    </a:cubicBezTo>
                    <a:cubicBezTo>
                      <a:pt x="506931" y="330468"/>
                      <a:pt x="575912" y="399449"/>
                      <a:pt x="673769" y="539015"/>
                    </a:cubicBezTo>
                    <a:cubicBezTo>
                      <a:pt x="771626" y="678581"/>
                      <a:pt x="888733" y="888732"/>
                      <a:pt x="981777" y="1078029"/>
                    </a:cubicBezTo>
                    <a:cubicBezTo>
                      <a:pt x="1074821" y="1267326"/>
                      <a:pt x="1161449" y="1501541"/>
                      <a:pt x="1232034" y="1674796"/>
                    </a:cubicBezTo>
                    <a:cubicBezTo>
                      <a:pt x="1302619" y="1848051"/>
                      <a:pt x="1344329" y="1997242"/>
                      <a:pt x="1405289" y="2117558"/>
                    </a:cubicBezTo>
                    <a:cubicBezTo>
                      <a:pt x="1466249" y="2237874"/>
                      <a:pt x="1540043" y="2329314"/>
                      <a:pt x="1597794" y="2396691"/>
                    </a:cubicBezTo>
                    <a:cubicBezTo>
                      <a:pt x="1655545" y="2464068"/>
                      <a:pt x="1703671" y="2492943"/>
                      <a:pt x="1751798" y="2521819"/>
                    </a:cubicBezTo>
                  </a:path>
                </a:pathLst>
              </a:custGeom>
              <a:noFill/>
              <a:ln w="254000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0FAE36C-45BB-CD3A-57BC-3C4E5918B351}"/>
                    </a:ext>
                  </a:extLst>
                </p14:cNvPr>
                <p14:cNvContentPartPr/>
                <p14:nvPr/>
              </p14:nvContentPartPr>
              <p14:xfrm>
                <a:off x="6216463" y="1238640"/>
                <a:ext cx="1175760" cy="14241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0FAE36C-45BB-CD3A-57BC-3C4E5918B35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153463" y="1175640"/>
                  <a:ext cx="1301400" cy="154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730A66D-89DC-4C84-1F5D-F76B704B2B9E}"/>
                    </a:ext>
                  </a:extLst>
                </p14:cNvPr>
                <p14:cNvContentPartPr/>
                <p14:nvPr/>
              </p14:nvContentPartPr>
              <p14:xfrm>
                <a:off x="4371823" y="765600"/>
                <a:ext cx="1083600" cy="1408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730A66D-89DC-4C84-1F5D-F76B704B2B9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308823" y="702600"/>
                  <a:ext cx="1209240" cy="1533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81628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68C11-5E26-8A39-A511-803F99B1F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1CF2E3-639C-CE1E-8AAF-10DE58124BE0}"/>
              </a:ext>
            </a:extLst>
          </p:cNvPr>
          <p:cNvSpPr txBox="1"/>
          <p:nvPr/>
        </p:nvSpPr>
        <p:spPr>
          <a:xfrm>
            <a:off x="1039585" y="1905506"/>
            <a:ext cx="1011282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600" b="1" dirty="0"/>
              <a:t>Current Working:</a:t>
            </a:r>
          </a:p>
          <a:p>
            <a:pPr algn="ctr"/>
            <a:r>
              <a:rPr lang="en-GB" sz="9600" b="1" dirty="0"/>
              <a:t>Mini</a:t>
            </a:r>
          </a:p>
        </p:txBody>
      </p:sp>
    </p:spTree>
    <p:extLst>
      <p:ext uri="{BB962C8B-B14F-4D97-AF65-F5344CB8AC3E}">
        <p14:creationId xmlns:p14="http://schemas.microsoft.com/office/powerpoint/2010/main" val="3690925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DD9B74-293A-1E9B-158E-4311F4E1D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1">
            <a:extLst>
              <a:ext uri="{FF2B5EF4-FFF2-40B4-BE49-F238E27FC236}">
                <a16:creationId xmlns:a16="http://schemas.microsoft.com/office/drawing/2014/main" id="{11C0EDBB-0A10-0A50-691B-A667270661D9}"/>
              </a:ext>
            </a:extLst>
          </p:cNvPr>
          <p:cNvSpPr txBox="1"/>
          <p:nvPr/>
        </p:nvSpPr>
        <p:spPr>
          <a:xfrm>
            <a:off x="3048000" y="36438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69B02D31-15E4-C64F-7622-AB2F0BA3C118}"/>
              </a:ext>
            </a:extLst>
          </p:cNvPr>
          <p:cNvSpPr/>
          <p:nvPr/>
        </p:nvSpPr>
        <p:spPr>
          <a:xfrm rot="21388842">
            <a:off x="4664525" y="3536950"/>
            <a:ext cx="2692400" cy="2863850"/>
          </a:xfrm>
          <a:custGeom>
            <a:avLst/>
            <a:gdLst>
              <a:gd name="connsiteX0" fmla="*/ 0 w 2692400"/>
              <a:gd name="connsiteY0" fmla="*/ 0 h 2863850"/>
              <a:gd name="connsiteX1" fmla="*/ 469900 w 2692400"/>
              <a:gd name="connsiteY1" fmla="*/ 203200 h 2863850"/>
              <a:gd name="connsiteX2" fmla="*/ 793750 w 2692400"/>
              <a:gd name="connsiteY2" fmla="*/ 419100 h 2863850"/>
              <a:gd name="connsiteX3" fmla="*/ 1079500 w 2692400"/>
              <a:gd name="connsiteY3" fmla="*/ 723900 h 2863850"/>
              <a:gd name="connsiteX4" fmla="*/ 1358900 w 2692400"/>
              <a:gd name="connsiteY4" fmla="*/ 1162050 h 2863850"/>
              <a:gd name="connsiteX5" fmla="*/ 1879600 w 2692400"/>
              <a:gd name="connsiteY5" fmla="*/ 2082800 h 2863850"/>
              <a:gd name="connsiteX6" fmla="*/ 2247900 w 2692400"/>
              <a:gd name="connsiteY6" fmla="*/ 2514600 h 2863850"/>
              <a:gd name="connsiteX7" fmla="*/ 2692400 w 2692400"/>
              <a:gd name="connsiteY7" fmla="*/ 2863850 h 2863850"/>
              <a:gd name="connsiteX8" fmla="*/ 2692400 w 2692400"/>
              <a:gd name="connsiteY8" fmla="*/ 2863850 h 2863850"/>
              <a:gd name="connsiteX9" fmla="*/ 2692400 w 2692400"/>
              <a:gd name="connsiteY9" fmla="*/ 2863850 h 286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2400" h="2863850">
                <a:moveTo>
                  <a:pt x="0" y="0"/>
                </a:moveTo>
                <a:cubicBezTo>
                  <a:pt x="168804" y="66675"/>
                  <a:pt x="337608" y="133350"/>
                  <a:pt x="469900" y="203200"/>
                </a:cubicBezTo>
                <a:cubicBezTo>
                  <a:pt x="602192" y="273050"/>
                  <a:pt x="692150" y="332317"/>
                  <a:pt x="793750" y="419100"/>
                </a:cubicBezTo>
                <a:cubicBezTo>
                  <a:pt x="895350" y="505883"/>
                  <a:pt x="985308" y="600075"/>
                  <a:pt x="1079500" y="723900"/>
                </a:cubicBezTo>
                <a:cubicBezTo>
                  <a:pt x="1173692" y="847725"/>
                  <a:pt x="1225550" y="935567"/>
                  <a:pt x="1358900" y="1162050"/>
                </a:cubicBezTo>
                <a:cubicBezTo>
                  <a:pt x="1492250" y="1388533"/>
                  <a:pt x="1731433" y="1857375"/>
                  <a:pt x="1879600" y="2082800"/>
                </a:cubicBezTo>
                <a:cubicBezTo>
                  <a:pt x="2027767" y="2308225"/>
                  <a:pt x="2112433" y="2384425"/>
                  <a:pt x="2247900" y="2514600"/>
                </a:cubicBezTo>
                <a:cubicBezTo>
                  <a:pt x="2383367" y="2644775"/>
                  <a:pt x="2692400" y="2863850"/>
                  <a:pt x="2692400" y="2863850"/>
                </a:cubicBezTo>
                <a:lnTo>
                  <a:pt x="2692400" y="2863850"/>
                </a:lnTo>
                <a:lnTo>
                  <a:pt x="2692400" y="2863850"/>
                </a:lnTo>
              </a:path>
            </a:pathLst>
          </a:custGeom>
          <a:noFill/>
          <a:ln w="254000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99DC7F48-4299-74D4-CAE2-A217132D7F26}"/>
              </a:ext>
            </a:extLst>
          </p:cNvPr>
          <p:cNvSpPr/>
          <p:nvPr/>
        </p:nvSpPr>
        <p:spPr>
          <a:xfrm rot="21331884">
            <a:off x="3434956" y="3712788"/>
            <a:ext cx="2692400" cy="2863850"/>
          </a:xfrm>
          <a:custGeom>
            <a:avLst/>
            <a:gdLst>
              <a:gd name="connsiteX0" fmla="*/ 0 w 2692400"/>
              <a:gd name="connsiteY0" fmla="*/ 0 h 2863850"/>
              <a:gd name="connsiteX1" fmla="*/ 469900 w 2692400"/>
              <a:gd name="connsiteY1" fmla="*/ 203200 h 2863850"/>
              <a:gd name="connsiteX2" fmla="*/ 793750 w 2692400"/>
              <a:gd name="connsiteY2" fmla="*/ 419100 h 2863850"/>
              <a:gd name="connsiteX3" fmla="*/ 1079500 w 2692400"/>
              <a:gd name="connsiteY3" fmla="*/ 723900 h 2863850"/>
              <a:gd name="connsiteX4" fmla="*/ 1358900 w 2692400"/>
              <a:gd name="connsiteY4" fmla="*/ 1162050 h 2863850"/>
              <a:gd name="connsiteX5" fmla="*/ 1879600 w 2692400"/>
              <a:gd name="connsiteY5" fmla="*/ 2082800 h 2863850"/>
              <a:gd name="connsiteX6" fmla="*/ 2247900 w 2692400"/>
              <a:gd name="connsiteY6" fmla="*/ 2514600 h 2863850"/>
              <a:gd name="connsiteX7" fmla="*/ 2692400 w 2692400"/>
              <a:gd name="connsiteY7" fmla="*/ 2863850 h 2863850"/>
              <a:gd name="connsiteX8" fmla="*/ 2692400 w 2692400"/>
              <a:gd name="connsiteY8" fmla="*/ 2863850 h 2863850"/>
              <a:gd name="connsiteX9" fmla="*/ 2692400 w 2692400"/>
              <a:gd name="connsiteY9" fmla="*/ 2863850 h 286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2400" h="2863850">
                <a:moveTo>
                  <a:pt x="0" y="0"/>
                </a:moveTo>
                <a:cubicBezTo>
                  <a:pt x="168804" y="66675"/>
                  <a:pt x="337608" y="133350"/>
                  <a:pt x="469900" y="203200"/>
                </a:cubicBezTo>
                <a:cubicBezTo>
                  <a:pt x="602192" y="273050"/>
                  <a:pt x="692150" y="332317"/>
                  <a:pt x="793750" y="419100"/>
                </a:cubicBezTo>
                <a:cubicBezTo>
                  <a:pt x="895350" y="505883"/>
                  <a:pt x="985308" y="600075"/>
                  <a:pt x="1079500" y="723900"/>
                </a:cubicBezTo>
                <a:cubicBezTo>
                  <a:pt x="1173692" y="847725"/>
                  <a:pt x="1225550" y="935567"/>
                  <a:pt x="1358900" y="1162050"/>
                </a:cubicBezTo>
                <a:cubicBezTo>
                  <a:pt x="1492250" y="1388533"/>
                  <a:pt x="1731433" y="1857375"/>
                  <a:pt x="1879600" y="2082800"/>
                </a:cubicBezTo>
                <a:cubicBezTo>
                  <a:pt x="2027767" y="2308225"/>
                  <a:pt x="2112433" y="2384425"/>
                  <a:pt x="2247900" y="2514600"/>
                </a:cubicBezTo>
                <a:cubicBezTo>
                  <a:pt x="2383367" y="2644775"/>
                  <a:pt x="2692400" y="2863850"/>
                  <a:pt x="2692400" y="2863850"/>
                </a:cubicBezTo>
                <a:lnTo>
                  <a:pt x="2692400" y="2863850"/>
                </a:lnTo>
                <a:lnTo>
                  <a:pt x="2692400" y="2863850"/>
                </a:lnTo>
              </a:path>
            </a:pathLst>
          </a:custGeom>
          <a:noFill/>
          <a:ln w="254000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8942F11A-48E0-8EE4-41E7-345D2AAC4579}"/>
              </a:ext>
            </a:extLst>
          </p:cNvPr>
          <p:cNvSpPr/>
          <p:nvPr/>
        </p:nvSpPr>
        <p:spPr>
          <a:xfrm>
            <a:off x="3327483" y="4032320"/>
            <a:ext cx="4427621" cy="310181"/>
          </a:xfrm>
          <a:custGeom>
            <a:avLst/>
            <a:gdLst>
              <a:gd name="connsiteX0" fmla="*/ 0 w 4427621"/>
              <a:gd name="connsiteY0" fmla="*/ 310181 h 310181"/>
              <a:gd name="connsiteX1" fmla="*/ 587141 w 4427621"/>
              <a:gd name="connsiteY1" fmla="*/ 146551 h 310181"/>
              <a:gd name="connsiteX2" fmla="*/ 1289785 w 4427621"/>
              <a:gd name="connsiteY2" fmla="*/ 40674 h 310181"/>
              <a:gd name="connsiteX3" fmla="*/ 2050181 w 4427621"/>
              <a:gd name="connsiteY3" fmla="*/ 2172 h 310181"/>
              <a:gd name="connsiteX4" fmla="*/ 3022333 w 4427621"/>
              <a:gd name="connsiteY4" fmla="*/ 98425 h 310181"/>
              <a:gd name="connsiteX5" fmla="*/ 3965608 w 4427621"/>
              <a:gd name="connsiteY5" fmla="*/ 242804 h 310181"/>
              <a:gd name="connsiteX6" fmla="*/ 4427621 w 4427621"/>
              <a:gd name="connsiteY6" fmla="*/ 242804 h 310181"/>
              <a:gd name="connsiteX7" fmla="*/ 4427621 w 4427621"/>
              <a:gd name="connsiteY7" fmla="*/ 242804 h 310181"/>
              <a:gd name="connsiteX8" fmla="*/ 4427621 w 4427621"/>
              <a:gd name="connsiteY8" fmla="*/ 242804 h 31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27621" h="310181">
                <a:moveTo>
                  <a:pt x="0" y="310181"/>
                </a:moveTo>
                <a:cubicBezTo>
                  <a:pt x="186088" y="250825"/>
                  <a:pt x="372177" y="191469"/>
                  <a:pt x="587141" y="146551"/>
                </a:cubicBezTo>
                <a:cubicBezTo>
                  <a:pt x="802105" y="101633"/>
                  <a:pt x="1045945" y="64737"/>
                  <a:pt x="1289785" y="40674"/>
                </a:cubicBezTo>
                <a:cubicBezTo>
                  <a:pt x="1533625" y="16611"/>
                  <a:pt x="1761423" y="-7453"/>
                  <a:pt x="2050181" y="2172"/>
                </a:cubicBezTo>
                <a:cubicBezTo>
                  <a:pt x="2338939" y="11797"/>
                  <a:pt x="2703095" y="58320"/>
                  <a:pt x="3022333" y="98425"/>
                </a:cubicBezTo>
                <a:cubicBezTo>
                  <a:pt x="3341571" y="138530"/>
                  <a:pt x="3731393" y="218741"/>
                  <a:pt x="3965608" y="242804"/>
                </a:cubicBezTo>
                <a:cubicBezTo>
                  <a:pt x="4199823" y="266867"/>
                  <a:pt x="4427621" y="242804"/>
                  <a:pt x="4427621" y="242804"/>
                </a:cubicBezTo>
                <a:lnTo>
                  <a:pt x="4427621" y="242804"/>
                </a:lnTo>
                <a:lnTo>
                  <a:pt x="4427621" y="242804"/>
                </a:lnTo>
              </a:path>
            </a:pathLst>
          </a:custGeom>
          <a:noFill/>
          <a:ln w="254000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CB9BD14F-EA1F-0919-8E38-44E584EEB732}"/>
              </a:ext>
            </a:extLst>
          </p:cNvPr>
          <p:cNvSpPr/>
          <p:nvPr/>
        </p:nvSpPr>
        <p:spPr>
          <a:xfrm rot="21395323">
            <a:off x="3856385" y="4809952"/>
            <a:ext cx="4427621" cy="310181"/>
          </a:xfrm>
          <a:custGeom>
            <a:avLst/>
            <a:gdLst>
              <a:gd name="connsiteX0" fmla="*/ 0 w 4427621"/>
              <a:gd name="connsiteY0" fmla="*/ 310181 h 310181"/>
              <a:gd name="connsiteX1" fmla="*/ 587141 w 4427621"/>
              <a:gd name="connsiteY1" fmla="*/ 146551 h 310181"/>
              <a:gd name="connsiteX2" fmla="*/ 1289785 w 4427621"/>
              <a:gd name="connsiteY2" fmla="*/ 40674 h 310181"/>
              <a:gd name="connsiteX3" fmla="*/ 2050181 w 4427621"/>
              <a:gd name="connsiteY3" fmla="*/ 2172 h 310181"/>
              <a:gd name="connsiteX4" fmla="*/ 3022333 w 4427621"/>
              <a:gd name="connsiteY4" fmla="*/ 98425 h 310181"/>
              <a:gd name="connsiteX5" fmla="*/ 3965608 w 4427621"/>
              <a:gd name="connsiteY5" fmla="*/ 242804 h 310181"/>
              <a:gd name="connsiteX6" fmla="*/ 4427621 w 4427621"/>
              <a:gd name="connsiteY6" fmla="*/ 242804 h 310181"/>
              <a:gd name="connsiteX7" fmla="*/ 4427621 w 4427621"/>
              <a:gd name="connsiteY7" fmla="*/ 242804 h 310181"/>
              <a:gd name="connsiteX8" fmla="*/ 4427621 w 4427621"/>
              <a:gd name="connsiteY8" fmla="*/ 242804 h 31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27621" h="310181">
                <a:moveTo>
                  <a:pt x="0" y="310181"/>
                </a:moveTo>
                <a:cubicBezTo>
                  <a:pt x="186088" y="250825"/>
                  <a:pt x="372177" y="191469"/>
                  <a:pt x="587141" y="146551"/>
                </a:cubicBezTo>
                <a:cubicBezTo>
                  <a:pt x="802105" y="101633"/>
                  <a:pt x="1045945" y="64737"/>
                  <a:pt x="1289785" y="40674"/>
                </a:cubicBezTo>
                <a:cubicBezTo>
                  <a:pt x="1533625" y="16611"/>
                  <a:pt x="1761423" y="-7453"/>
                  <a:pt x="2050181" y="2172"/>
                </a:cubicBezTo>
                <a:cubicBezTo>
                  <a:pt x="2338939" y="11797"/>
                  <a:pt x="2703095" y="58320"/>
                  <a:pt x="3022333" y="98425"/>
                </a:cubicBezTo>
                <a:cubicBezTo>
                  <a:pt x="3341571" y="138530"/>
                  <a:pt x="3731393" y="218741"/>
                  <a:pt x="3965608" y="242804"/>
                </a:cubicBezTo>
                <a:cubicBezTo>
                  <a:pt x="4199823" y="266867"/>
                  <a:pt x="4427621" y="242804"/>
                  <a:pt x="4427621" y="242804"/>
                </a:cubicBezTo>
                <a:lnTo>
                  <a:pt x="4427621" y="242804"/>
                </a:lnTo>
                <a:lnTo>
                  <a:pt x="4427621" y="242804"/>
                </a:lnTo>
              </a:path>
            </a:pathLst>
          </a:custGeom>
          <a:noFill/>
          <a:ln w="254000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2F1F3792-8218-D533-6247-BED36AE509EF}"/>
              </a:ext>
            </a:extLst>
          </p:cNvPr>
          <p:cNvSpPr/>
          <p:nvPr/>
        </p:nvSpPr>
        <p:spPr>
          <a:xfrm rot="21180538">
            <a:off x="4405747" y="5694097"/>
            <a:ext cx="4427621" cy="310181"/>
          </a:xfrm>
          <a:custGeom>
            <a:avLst/>
            <a:gdLst>
              <a:gd name="connsiteX0" fmla="*/ 0 w 4427621"/>
              <a:gd name="connsiteY0" fmla="*/ 310181 h 310181"/>
              <a:gd name="connsiteX1" fmla="*/ 587141 w 4427621"/>
              <a:gd name="connsiteY1" fmla="*/ 146551 h 310181"/>
              <a:gd name="connsiteX2" fmla="*/ 1289785 w 4427621"/>
              <a:gd name="connsiteY2" fmla="*/ 40674 h 310181"/>
              <a:gd name="connsiteX3" fmla="*/ 2050181 w 4427621"/>
              <a:gd name="connsiteY3" fmla="*/ 2172 h 310181"/>
              <a:gd name="connsiteX4" fmla="*/ 3022333 w 4427621"/>
              <a:gd name="connsiteY4" fmla="*/ 98425 h 310181"/>
              <a:gd name="connsiteX5" fmla="*/ 3965608 w 4427621"/>
              <a:gd name="connsiteY5" fmla="*/ 242804 h 310181"/>
              <a:gd name="connsiteX6" fmla="*/ 4427621 w 4427621"/>
              <a:gd name="connsiteY6" fmla="*/ 242804 h 310181"/>
              <a:gd name="connsiteX7" fmla="*/ 4427621 w 4427621"/>
              <a:gd name="connsiteY7" fmla="*/ 242804 h 310181"/>
              <a:gd name="connsiteX8" fmla="*/ 4427621 w 4427621"/>
              <a:gd name="connsiteY8" fmla="*/ 242804 h 31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27621" h="310181">
                <a:moveTo>
                  <a:pt x="0" y="310181"/>
                </a:moveTo>
                <a:cubicBezTo>
                  <a:pt x="186088" y="250825"/>
                  <a:pt x="372177" y="191469"/>
                  <a:pt x="587141" y="146551"/>
                </a:cubicBezTo>
                <a:cubicBezTo>
                  <a:pt x="802105" y="101633"/>
                  <a:pt x="1045945" y="64737"/>
                  <a:pt x="1289785" y="40674"/>
                </a:cubicBezTo>
                <a:cubicBezTo>
                  <a:pt x="1533625" y="16611"/>
                  <a:pt x="1761423" y="-7453"/>
                  <a:pt x="2050181" y="2172"/>
                </a:cubicBezTo>
                <a:cubicBezTo>
                  <a:pt x="2338939" y="11797"/>
                  <a:pt x="2703095" y="58320"/>
                  <a:pt x="3022333" y="98425"/>
                </a:cubicBezTo>
                <a:cubicBezTo>
                  <a:pt x="3341571" y="138530"/>
                  <a:pt x="3731393" y="218741"/>
                  <a:pt x="3965608" y="242804"/>
                </a:cubicBezTo>
                <a:cubicBezTo>
                  <a:pt x="4199823" y="266867"/>
                  <a:pt x="4427621" y="242804"/>
                  <a:pt x="4427621" y="242804"/>
                </a:cubicBezTo>
                <a:lnTo>
                  <a:pt x="4427621" y="242804"/>
                </a:lnTo>
                <a:lnTo>
                  <a:pt x="4427621" y="242804"/>
                </a:lnTo>
              </a:path>
            </a:pathLst>
          </a:custGeom>
          <a:noFill/>
          <a:ln w="254000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A329BE3-2015-EA2E-A413-D19E9A398995}"/>
              </a:ext>
            </a:extLst>
          </p:cNvPr>
          <p:cNvGrpSpPr/>
          <p:nvPr/>
        </p:nvGrpSpPr>
        <p:grpSpPr>
          <a:xfrm rot="163920">
            <a:off x="4440959" y="586583"/>
            <a:ext cx="3139531" cy="4148135"/>
            <a:chOff x="4252692" y="579765"/>
            <a:chExt cx="3139531" cy="4148135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5FB680BD-C7D0-2B59-ADA3-24DB4CF085C3}"/>
                </a:ext>
              </a:extLst>
            </p:cNvPr>
            <p:cNvGrpSpPr>
              <a:grpSpLocks noChangeAspect="1"/>
            </p:cNvGrpSpPr>
            <p:nvPr/>
          </p:nvGrpSpPr>
          <p:grpSpPr>
            <a:xfrm rot="21519283">
              <a:off x="4252692" y="579765"/>
              <a:ext cx="1324603" cy="1831474"/>
              <a:chOff x="4342418" y="1282700"/>
              <a:chExt cx="2493781" cy="3448050"/>
            </a:xfrm>
          </p:grpSpPr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3D208D16-CC6F-4469-25EA-481E3A207992}"/>
                  </a:ext>
                </a:extLst>
              </p:cNvPr>
              <p:cNvSpPr/>
              <p:nvPr/>
            </p:nvSpPr>
            <p:spPr>
              <a:xfrm>
                <a:off x="4356100" y="1282700"/>
                <a:ext cx="2480099" cy="3448050"/>
              </a:xfrm>
              <a:custGeom>
                <a:avLst/>
                <a:gdLst>
                  <a:gd name="connsiteX0" fmla="*/ 2387600 w 2480099"/>
                  <a:gd name="connsiteY0" fmla="*/ 3448050 h 3448050"/>
                  <a:gd name="connsiteX1" fmla="*/ 2470150 w 2480099"/>
                  <a:gd name="connsiteY1" fmla="*/ 2959100 h 3448050"/>
                  <a:gd name="connsiteX2" fmla="*/ 2463800 w 2480099"/>
                  <a:gd name="connsiteY2" fmla="*/ 2286000 h 3448050"/>
                  <a:gd name="connsiteX3" fmla="*/ 2336800 w 2480099"/>
                  <a:gd name="connsiteY3" fmla="*/ 1727200 h 3448050"/>
                  <a:gd name="connsiteX4" fmla="*/ 2070100 w 2480099"/>
                  <a:gd name="connsiteY4" fmla="*/ 1206500 h 3448050"/>
                  <a:gd name="connsiteX5" fmla="*/ 1727200 w 2480099"/>
                  <a:gd name="connsiteY5" fmla="*/ 812800 h 3448050"/>
                  <a:gd name="connsiteX6" fmla="*/ 1244600 w 2480099"/>
                  <a:gd name="connsiteY6" fmla="*/ 457200 h 3448050"/>
                  <a:gd name="connsiteX7" fmla="*/ 673100 w 2480099"/>
                  <a:gd name="connsiteY7" fmla="*/ 171450 h 3448050"/>
                  <a:gd name="connsiteX8" fmla="*/ 0 w 2480099"/>
                  <a:gd name="connsiteY8" fmla="*/ 0 h 3448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80099" h="3448050">
                    <a:moveTo>
                      <a:pt x="2387600" y="3448050"/>
                    </a:moveTo>
                    <a:cubicBezTo>
                      <a:pt x="2422525" y="3300412"/>
                      <a:pt x="2457450" y="3152775"/>
                      <a:pt x="2470150" y="2959100"/>
                    </a:cubicBezTo>
                    <a:cubicBezTo>
                      <a:pt x="2482850" y="2765425"/>
                      <a:pt x="2486025" y="2491317"/>
                      <a:pt x="2463800" y="2286000"/>
                    </a:cubicBezTo>
                    <a:cubicBezTo>
                      <a:pt x="2441575" y="2080683"/>
                      <a:pt x="2402417" y="1907117"/>
                      <a:pt x="2336800" y="1727200"/>
                    </a:cubicBezTo>
                    <a:cubicBezTo>
                      <a:pt x="2271183" y="1547283"/>
                      <a:pt x="2171700" y="1358900"/>
                      <a:pt x="2070100" y="1206500"/>
                    </a:cubicBezTo>
                    <a:cubicBezTo>
                      <a:pt x="1968500" y="1054100"/>
                      <a:pt x="1864783" y="937683"/>
                      <a:pt x="1727200" y="812800"/>
                    </a:cubicBezTo>
                    <a:cubicBezTo>
                      <a:pt x="1589617" y="687917"/>
                      <a:pt x="1420283" y="564092"/>
                      <a:pt x="1244600" y="457200"/>
                    </a:cubicBezTo>
                    <a:cubicBezTo>
                      <a:pt x="1068917" y="350308"/>
                      <a:pt x="880533" y="247650"/>
                      <a:pt x="673100" y="171450"/>
                    </a:cubicBezTo>
                    <a:cubicBezTo>
                      <a:pt x="465667" y="95250"/>
                      <a:pt x="232833" y="47625"/>
                      <a:pt x="0" y="0"/>
                    </a:cubicBezTo>
                  </a:path>
                </a:pathLst>
              </a:custGeom>
              <a:noFill/>
              <a:ln w="254000" cap="rnd">
                <a:solidFill>
                  <a:srgbClr val="6EE7B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6FC26DC6-B3B2-13BE-CE6F-345433A8BB9F}"/>
                  </a:ext>
                </a:extLst>
              </p:cNvPr>
              <p:cNvSpPr/>
              <p:nvPr/>
            </p:nvSpPr>
            <p:spPr>
              <a:xfrm>
                <a:off x="4342418" y="1282700"/>
                <a:ext cx="2394932" cy="3441700"/>
              </a:xfrm>
              <a:custGeom>
                <a:avLst/>
                <a:gdLst>
                  <a:gd name="connsiteX0" fmla="*/ 2394932 w 2394932"/>
                  <a:gd name="connsiteY0" fmla="*/ 3441700 h 3441700"/>
                  <a:gd name="connsiteX1" fmla="*/ 1607532 w 2394932"/>
                  <a:gd name="connsiteY1" fmla="*/ 3219450 h 3441700"/>
                  <a:gd name="connsiteX2" fmla="*/ 928082 w 2394932"/>
                  <a:gd name="connsiteY2" fmla="*/ 2832100 h 3441700"/>
                  <a:gd name="connsiteX3" fmla="*/ 464532 w 2394932"/>
                  <a:gd name="connsiteY3" fmla="*/ 2305050 h 3441700"/>
                  <a:gd name="connsiteX4" fmla="*/ 216882 w 2394932"/>
                  <a:gd name="connsiteY4" fmla="*/ 1803400 h 3441700"/>
                  <a:gd name="connsiteX5" fmla="*/ 83532 w 2394932"/>
                  <a:gd name="connsiteY5" fmla="*/ 1314450 h 3441700"/>
                  <a:gd name="connsiteX6" fmla="*/ 7332 w 2394932"/>
                  <a:gd name="connsiteY6" fmla="*/ 717550 h 3441700"/>
                  <a:gd name="connsiteX7" fmla="*/ 7332 w 2394932"/>
                  <a:gd name="connsiteY7" fmla="*/ 0 h 3441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94932" h="3441700">
                    <a:moveTo>
                      <a:pt x="2394932" y="3441700"/>
                    </a:moveTo>
                    <a:cubicBezTo>
                      <a:pt x="2123469" y="3381375"/>
                      <a:pt x="1852007" y="3321050"/>
                      <a:pt x="1607532" y="3219450"/>
                    </a:cubicBezTo>
                    <a:cubicBezTo>
                      <a:pt x="1363057" y="3117850"/>
                      <a:pt x="1118582" y="2984500"/>
                      <a:pt x="928082" y="2832100"/>
                    </a:cubicBezTo>
                    <a:cubicBezTo>
                      <a:pt x="737582" y="2679700"/>
                      <a:pt x="583065" y="2476500"/>
                      <a:pt x="464532" y="2305050"/>
                    </a:cubicBezTo>
                    <a:cubicBezTo>
                      <a:pt x="345999" y="2133600"/>
                      <a:pt x="280382" y="1968500"/>
                      <a:pt x="216882" y="1803400"/>
                    </a:cubicBezTo>
                    <a:cubicBezTo>
                      <a:pt x="153382" y="1638300"/>
                      <a:pt x="118457" y="1495425"/>
                      <a:pt x="83532" y="1314450"/>
                    </a:cubicBezTo>
                    <a:cubicBezTo>
                      <a:pt x="48607" y="1133475"/>
                      <a:pt x="20032" y="936625"/>
                      <a:pt x="7332" y="717550"/>
                    </a:cubicBezTo>
                    <a:cubicBezTo>
                      <a:pt x="-5368" y="498475"/>
                      <a:pt x="982" y="249237"/>
                      <a:pt x="7332" y="0"/>
                    </a:cubicBezTo>
                  </a:path>
                </a:pathLst>
              </a:custGeom>
              <a:noFill/>
              <a:ln w="254000" cap="rnd">
                <a:solidFill>
                  <a:srgbClr val="6EE7B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655B98A0-B7BF-2A1B-22E4-7D826FA4239A}"/>
                </a:ext>
              </a:extLst>
            </p:cNvPr>
            <p:cNvGrpSpPr>
              <a:grpSpLocks noChangeAspect="1"/>
            </p:cNvGrpSpPr>
            <p:nvPr/>
          </p:nvGrpSpPr>
          <p:grpSpPr>
            <a:xfrm rot="289076" flipH="1">
              <a:off x="6114183" y="1160226"/>
              <a:ext cx="1210464" cy="1682891"/>
              <a:chOff x="4342418" y="1282700"/>
              <a:chExt cx="2493781" cy="3448050"/>
            </a:xfrm>
          </p:grpSpPr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824AD2B4-03B0-40FA-9CAC-A07381FCC909}"/>
                  </a:ext>
                </a:extLst>
              </p:cNvPr>
              <p:cNvSpPr/>
              <p:nvPr/>
            </p:nvSpPr>
            <p:spPr>
              <a:xfrm>
                <a:off x="4356100" y="1282700"/>
                <a:ext cx="2480099" cy="3448050"/>
              </a:xfrm>
              <a:custGeom>
                <a:avLst/>
                <a:gdLst>
                  <a:gd name="connsiteX0" fmla="*/ 2387600 w 2480099"/>
                  <a:gd name="connsiteY0" fmla="*/ 3448050 h 3448050"/>
                  <a:gd name="connsiteX1" fmla="*/ 2470150 w 2480099"/>
                  <a:gd name="connsiteY1" fmla="*/ 2959100 h 3448050"/>
                  <a:gd name="connsiteX2" fmla="*/ 2463800 w 2480099"/>
                  <a:gd name="connsiteY2" fmla="*/ 2286000 h 3448050"/>
                  <a:gd name="connsiteX3" fmla="*/ 2336800 w 2480099"/>
                  <a:gd name="connsiteY3" fmla="*/ 1727200 h 3448050"/>
                  <a:gd name="connsiteX4" fmla="*/ 2070100 w 2480099"/>
                  <a:gd name="connsiteY4" fmla="*/ 1206500 h 3448050"/>
                  <a:gd name="connsiteX5" fmla="*/ 1727200 w 2480099"/>
                  <a:gd name="connsiteY5" fmla="*/ 812800 h 3448050"/>
                  <a:gd name="connsiteX6" fmla="*/ 1244600 w 2480099"/>
                  <a:gd name="connsiteY6" fmla="*/ 457200 h 3448050"/>
                  <a:gd name="connsiteX7" fmla="*/ 673100 w 2480099"/>
                  <a:gd name="connsiteY7" fmla="*/ 171450 h 3448050"/>
                  <a:gd name="connsiteX8" fmla="*/ 0 w 2480099"/>
                  <a:gd name="connsiteY8" fmla="*/ 0 h 3448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80099" h="3448050">
                    <a:moveTo>
                      <a:pt x="2387600" y="3448050"/>
                    </a:moveTo>
                    <a:cubicBezTo>
                      <a:pt x="2422525" y="3300412"/>
                      <a:pt x="2457450" y="3152775"/>
                      <a:pt x="2470150" y="2959100"/>
                    </a:cubicBezTo>
                    <a:cubicBezTo>
                      <a:pt x="2482850" y="2765425"/>
                      <a:pt x="2486025" y="2491317"/>
                      <a:pt x="2463800" y="2286000"/>
                    </a:cubicBezTo>
                    <a:cubicBezTo>
                      <a:pt x="2441575" y="2080683"/>
                      <a:pt x="2402417" y="1907117"/>
                      <a:pt x="2336800" y="1727200"/>
                    </a:cubicBezTo>
                    <a:cubicBezTo>
                      <a:pt x="2271183" y="1547283"/>
                      <a:pt x="2171700" y="1358900"/>
                      <a:pt x="2070100" y="1206500"/>
                    </a:cubicBezTo>
                    <a:cubicBezTo>
                      <a:pt x="1968500" y="1054100"/>
                      <a:pt x="1864783" y="937683"/>
                      <a:pt x="1727200" y="812800"/>
                    </a:cubicBezTo>
                    <a:cubicBezTo>
                      <a:pt x="1589617" y="687917"/>
                      <a:pt x="1420283" y="564092"/>
                      <a:pt x="1244600" y="457200"/>
                    </a:cubicBezTo>
                    <a:cubicBezTo>
                      <a:pt x="1068917" y="350308"/>
                      <a:pt x="880533" y="247650"/>
                      <a:pt x="673100" y="171450"/>
                    </a:cubicBezTo>
                    <a:cubicBezTo>
                      <a:pt x="465667" y="95250"/>
                      <a:pt x="232833" y="47625"/>
                      <a:pt x="0" y="0"/>
                    </a:cubicBezTo>
                  </a:path>
                </a:pathLst>
              </a:custGeom>
              <a:noFill/>
              <a:ln w="254000" cap="rnd">
                <a:solidFill>
                  <a:srgbClr val="6EE7B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DEC4C498-096C-9AE1-7FF4-A822C6334D43}"/>
                  </a:ext>
                </a:extLst>
              </p:cNvPr>
              <p:cNvSpPr/>
              <p:nvPr/>
            </p:nvSpPr>
            <p:spPr>
              <a:xfrm>
                <a:off x="4342418" y="1282700"/>
                <a:ext cx="2394932" cy="3441700"/>
              </a:xfrm>
              <a:custGeom>
                <a:avLst/>
                <a:gdLst>
                  <a:gd name="connsiteX0" fmla="*/ 2394932 w 2394932"/>
                  <a:gd name="connsiteY0" fmla="*/ 3441700 h 3441700"/>
                  <a:gd name="connsiteX1" fmla="*/ 1607532 w 2394932"/>
                  <a:gd name="connsiteY1" fmla="*/ 3219450 h 3441700"/>
                  <a:gd name="connsiteX2" fmla="*/ 928082 w 2394932"/>
                  <a:gd name="connsiteY2" fmla="*/ 2832100 h 3441700"/>
                  <a:gd name="connsiteX3" fmla="*/ 464532 w 2394932"/>
                  <a:gd name="connsiteY3" fmla="*/ 2305050 h 3441700"/>
                  <a:gd name="connsiteX4" fmla="*/ 216882 w 2394932"/>
                  <a:gd name="connsiteY4" fmla="*/ 1803400 h 3441700"/>
                  <a:gd name="connsiteX5" fmla="*/ 83532 w 2394932"/>
                  <a:gd name="connsiteY5" fmla="*/ 1314450 h 3441700"/>
                  <a:gd name="connsiteX6" fmla="*/ 7332 w 2394932"/>
                  <a:gd name="connsiteY6" fmla="*/ 717550 h 3441700"/>
                  <a:gd name="connsiteX7" fmla="*/ 7332 w 2394932"/>
                  <a:gd name="connsiteY7" fmla="*/ 0 h 3441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94932" h="3441700">
                    <a:moveTo>
                      <a:pt x="2394932" y="3441700"/>
                    </a:moveTo>
                    <a:cubicBezTo>
                      <a:pt x="2123469" y="3381375"/>
                      <a:pt x="1852007" y="3321050"/>
                      <a:pt x="1607532" y="3219450"/>
                    </a:cubicBezTo>
                    <a:cubicBezTo>
                      <a:pt x="1363057" y="3117850"/>
                      <a:pt x="1118582" y="2984500"/>
                      <a:pt x="928082" y="2832100"/>
                    </a:cubicBezTo>
                    <a:cubicBezTo>
                      <a:pt x="737582" y="2679700"/>
                      <a:pt x="583065" y="2476500"/>
                      <a:pt x="464532" y="2305050"/>
                    </a:cubicBezTo>
                    <a:cubicBezTo>
                      <a:pt x="345999" y="2133600"/>
                      <a:pt x="280382" y="1968500"/>
                      <a:pt x="216882" y="1803400"/>
                    </a:cubicBezTo>
                    <a:cubicBezTo>
                      <a:pt x="153382" y="1638300"/>
                      <a:pt x="118457" y="1495425"/>
                      <a:pt x="83532" y="1314450"/>
                    </a:cubicBezTo>
                    <a:cubicBezTo>
                      <a:pt x="48607" y="1133475"/>
                      <a:pt x="20032" y="936625"/>
                      <a:pt x="7332" y="717550"/>
                    </a:cubicBezTo>
                    <a:cubicBezTo>
                      <a:pt x="-5368" y="498475"/>
                      <a:pt x="982" y="249237"/>
                      <a:pt x="7332" y="0"/>
                    </a:cubicBezTo>
                  </a:path>
                </a:pathLst>
              </a:custGeom>
              <a:noFill/>
              <a:ln w="254000" cap="rnd">
                <a:solidFill>
                  <a:srgbClr val="6EE7B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13E41AE5-F55B-7055-49B7-D37E9D47E2A8}"/>
                </a:ext>
              </a:extLst>
            </p:cNvPr>
            <p:cNvGrpSpPr/>
            <p:nvPr/>
          </p:nvGrpSpPr>
          <p:grpSpPr>
            <a:xfrm>
              <a:off x="4371823" y="765600"/>
              <a:ext cx="3020400" cy="3962300"/>
              <a:chOff x="4371823" y="765600"/>
              <a:chExt cx="3020400" cy="3962300"/>
            </a:xfrm>
          </p:grpSpPr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ADE905F9-6DB5-C0A8-A827-543177C46C50}"/>
                  </a:ext>
                </a:extLst>
              </p:cNvPr>
              <p:cNvSpPr/>
              <p:nvPr/>
            </p:nvSpPr>
            <p:spPr>
              <a:xfrm rot="289076">
                <a:off x="5118317" y="1918420"/>
                <a:ext cx="981777" cy="2791326"/>
              </a:xfrm>
              <a:custGeom>
                <a:avLst/>
                <a:gdLst>
                  <a:gd name="connsiteX0" fmla="*/ 981777 w 981777"/>
                  <a:gd name="connsiteY0" fmla="*/ 2791326 h 2791326"/>
                  <a:gd name="connsiteX1" fmla="*/ 721895 w 981777"/>
                  <a:gd name="connsiteY1" fmla="*/ 1328286 h 2791326"/>
                  <a:gd name="connsiteX2" fmla="*/ 385011 w 981777"/>
                  <a:gd name="connsiteY2" fmla="*/ 548640 h 2791326"/>
                  <a:gd name="connsiteX3" fmla="*/ 0 w 981777"/>
                  <a:gd name="connsiteY3" fmla="*/ 0 h 2791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1777" h="2791326">
                    <a:moveTo>
                      <a:pt x="981777" y="2791326"/>
                    </a:moveTo>
                    <a:cubicBezTo>
                      <a:pt x="901566" y="2246696"/>
                      <a:pt x="821356" y="1702067"/>
                      <a:pt x="721895" y="1328286"/>
                    </a:cubicBezTo>
                    <a:cubicBezTo>
                      <a:pt x="622434" y="954505"/>
                      <a:pt x="505327" y="770021"/>
                      <a:pt x="385011" y="548640"/>
                    </a:cubicBezTo>
                    <a:cubicBezTo>
                      <a:pt x="264695" y="327259"/>
                      <a:pt x="132347" y="163629"/>
                      <a:pt x="0" y="0"/>
                    </a:cubicBezTo>
                  </a:path>
                </a:pathLst>
              </a:custGeom>
              <a:noFill/>
              <a:ln w="241300" cap="rnd">
                <a:solidFill>
                  <a:srgbClr val="6EE7B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0180CE48-1473-F5EA-2B68-FCA74885A785}"/>
                  </a:ext>
                </a:extLst>
              </p:cNvPr>
              <p:cNvSpPr/>
              <p:nvPr/>
            </p:nvSpPr>
            <p:spPr>
              <a:xfrm rot="289076">
                <a:off x="5878201" y="2757586"/>
                <a:ext cx="174171" cy="1970314"/>
              </a:xfrm>
              <a:custGeom>
                <a:avLst/>
                <a:gdLst>
                  <a:gd name="connsiteX0" fmla="*/ 174171 w 174171"/>
                  <a:gd name="connsiteY0" fmla="*/ 1970314 h 1970314"/>
                  <a:gd name="connsiteX1" fmla="*/ 54428 w 174171"/>
                  <a:gd name="connsiteY1" fmla="*/ 1099457 h 1970314"/>
                  <a:gd name="connsiteX2" fmla="*/ 0 w 174171"/>
                  <a:gd name="connsiteY2" fmla="*/ 664029 h 1970314"/>
                  <a:gd name="connsiteX3" fmla="*/ 54428 w 174171"/>
                  <a:gd name="connsiteY3" fmla="*/ 239486 h 1970314"/>
                  <a:gd name="connsiteX4" fmla="*/ 152400 w 174171"/>
                  <a:gd name="connsiteY4" fmla="*/ 0 h 1970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171" h="1970314">
                    <a:moveTo>
                      <a:pt x="174171" y="1970314"/>
                    </a:moveTo>
                    <a:cubicBezTo>
                      <a:pt x="128813" y="1643742"/>
                      <a:pt x="83456" y="1317171"/>
                      <a:pt x="54428" y="1099457"/>
                    </a:cubicBezTo>
                    <a:cubicBezTo>
                      <a:pt x="25400" y="881743"/>
                      <a:pt x="0" y="807357"/>
                      <a:pt x="0" y="664029"/>
                    </a:cubicBezTo>
                    <a:cubicBezTo>
                      <a:pt x="0" y="520701"/>
                      <a:pt x="29028" y="350158"/>
                      <a:pt x="54428" y="239486"/>
                    </a:cubicBezTo>
                    <a:cubicBezTo>
                      <a:pt x="79828" y="128814"/>
                      <a:pt x="116114" y="64407"/>
                      <a:pt x="152400" y="0"/>
                    </a:cubicBezTo>
                  </a:path>
                </a:pathLst>
              </a:custGeom>
              <a:noFill/>
              <a:ln w="241300" cap="rnd">
                <a:solidFill>
                  <a:srgbClr val="6EE7B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75" name="Ink 74">
                    <a:extLst>
                      <a:ext uri="{FF2B5EF4-FFF2-40B4-BE49-F238E27FC236}">
                        <a16:creationId xmlns:a16="http://schemas.microsoft.com/office/drawing/2014/main" id="{35CB9D09-8E5B-F585-F0C1-9B041BB0937E}"/>
                      </a:ext>
                    </a:extLst>
                  </p14:cNvPr>
                  <p14:cNvContentPartPr/>
                  <p14:nvPr/>
                </p14:nvContentPartPr>
                <p14:xfrm>
                  <a:off x="6216463" y="1238640"/>
                  <a:ext cx="1175760" cy="1424160"/>
                </p14:xfrm>
              </p:contentPart>
            </mc:Choice>
            <mc:Fallback xmlns="">
              <p:pic>
                <p:nvPicPr>
                  <p:cNvPr id="75" name="Ink 74">
                    <a:extLst>
                      <a:ext uri="{FF2B5EF4-FFF2-40B4-BE49-F238E27FC236}">
                        <a16:creationId xmlns:a16="http://schemas.microsoft.com/office/drawing/2014/main" id="{35CB9D09-8E5B-F585-F0C1-9B041BB0937E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6153463" y="1175640"/>
                    <a:ext cx="1301400" cy="1549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76" name="Ink 75">
                    <a:extLst>
                      <a:ext uri="{FF2B5EF4-FFF2-40B4-BE49-F238E27FC236}">
                        <a16:creationId xmlns:a16="http://schemas.microsoft.com/office/drawing/2014/main" id="{2F121469-ED95-4BA5-C34E-A1EE51C09FC3}"/>
                      </a:ext>
                    </a:extLst>
                  </p14:cNvPr>
                  <p14:cNvContentPartPr/>
                  <p14:nvPr/>
                </p14:nvContentPartPr>
                <p14:xfrm>
                  <a:off x="4371823" y="765600"/>
                  <a:ext cx="1083600" cy="1408320"/>
                </p14:xfrm>
              </p:contentPart>
            </mc:Choice>
            <mc:Fallback xmlns="">
              <p:pic>
                <p:nvPicPr>
                  <p:cNvPr id="76" name="Ink 75">
                    <a:extLst>
                      <a:ext uri="{FF2B5EF4-FFF2-40B4-BE49-F238E27FC236}">
                        <a16:creationId xmlns:a16="http://schemas.microsoft.com/office/drawing/2014/main" id="{2F121469-ED95-4BA5-C34E-A1EE51C09FC3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4308823" y="702600"/>
                    <a:ext cx="1209240" cy="153396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9D8F4869-0EB4-D243-E139-1030B152C579}"/>
              </a:ext>
            </a:extLst>
          </p:cNvPr>
          <p:cNvSpPr/>
          <p:nvPr/>
        </p:nvSpPr>
        <p:spPr>
          <a:xfrm rot="21359833">
            <a:off x="6540179" y="3769079"/>
            <a:ext cx="1828800" cy="2438400"/>
          </a:xfrm>
          <a:custGeom>
            <a:avLst/>
            <a:gdLst>
              <a:gd name="connsiteX0" fmla="*/ 1828800 w 1828800"/>
              <a:gd name="connsiteY0" fmla="*/ 2438400 h 2438400"/>
              <a:gd name="connsiteX1" fmla="*/ 1481667 w 1828800"/>
              <a:gd name="connsiteY1" fmla="*/ 2218267 h 2438400"/>
              <a:gd name="connsiteX2" fmla="*/ 1219200 w 1828800"/>
              <a:gd name="connsiteY2" fmla="*/ 1888067 h 2438400"/>
              <a:gd name="connsiteX3" fmla="*/ 939800 w 1828800"/>
              <a:gd name="connsiteY3" fmla="*/ 1371600 h 2438400"/>
              <a:gd name="connsiteX4" fmla="*/ 719667 w 1828800"/>
              <a:gd name="connsiteY4" fmla="*/ 905933 h 2438400"/>
              <a:gd name="connsiteX5" fmla="*/ 482600 w 1828800"/>
              <a:gd name="connsiteY5" fmla="*/ 499533 h 2438400"/>
              <a:gd name="connsiteX6" fmla="*/ 211667 w 1828800"/>
              <a:gd name="connsiteY6" fmla="*/ 152400 h 2438400"/>
              <a:gd name="connsiteX7" fmla="*/ 0 w 1828800"/>
              <a:gd name="connsiteY7" fmla="*/ 0 h 2438400"/>
              <a:gd name="connsiteX8" fmla="*/ 0 w 1828800"/>
              <a:gd name="connsiteY8" fmla="*/ 0 h 2438400"/>
              <a:gd name="connsiteX9" fmla="*/ 0 w 1828800"/>
              <a:gd name="connsiteY9" fmla="*/ 0 h 243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28800" h="2438400">
                <a:moveTo>
                  <a:pt x="1828800" y="2438400"/>
                </a:moveTo>
                <a:cubicBezTo>
                  <a:pt x="1706033" y="2374194"/>
                  <a:pt x="1583267" y="2309989"/>
                  <a:pt x="1481667" y="2218267"/>
                </a:cubicBezTo>
                <a:cubicBezTo>
                  <a:pt x="1380067" y="2126545"/>
                  <a:pt x="1309511" y="2029178"/>
                  <a:pt x="1219200" y="1888067"/>
                </a:cubicBezTo>
                <a:cubicBezTo>
                  <a:pt x="1128889" y="1746956"/>
                  <a:pt x="1023055" y="1535289"/>
                  <a:pt x="939800" y="1371600"/>
                </a:cubicBezTo>
                <a:cubicBezTo>
                  <a:pt x="856544" y="1207911"/>
                  <a:pt x="795867" y="1051278"/>
                  <a:pt x="719667" y="905933"/>
                </a:cubicBezTo>
                <a:cubicBezTo>
                  <a:pt x="643467" y="760588"/>
                  <a:pt x="567267" y="625122"/>
                  <a:pt x="482600" y="499533"/>
                </a:cubicBezTo>
                <a:cubicBezTo>
                  <a:pt x="397933" y="373944"/>
                  <a:pt x="292100" y="235655"/>
                  <a:pt x="211667" y="152400"/>
                </a:cubicBezTo>
                <a:cubicBezTo>
                  <a:pt x="131234" y="69144"/>
                  <a:pt x="0" y="0"/>
                  <a:pt x="0" y="0"/>
                </a:cubicBez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254000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964D575-D654-2CF8-530B-55D5C1BA651A}"/>
              </a:ext>
            </a:extLst>
          </p:cNvPr>
          <p:cNvSpPr/>
          <p:nvPr/>
        </p:nvSpPr>
        <p:spPr>
          <a:xfrm>
            <a:off x="165100" y="2260600"/>
            <a:ext cx="1155700" cy="800100"/>
          </a:xfrm>
          <a:prstGeom prst="rect">
            <a:avLst/>
          </a:prstGeom>
          <a:solidFill>
            <a:srgbClr val="34D3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#34d399</a:t>
            </a:r>
          </a:p>
          <a:p>
            <a:pPr algn="ctr"/>
            <a:endParaRPr lang="en-GB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E3DABB5-0022-5F9E-075E-14A530272F20}"/>
              </a:ext>
            </a:extLst>
          </p:cNvPr>
          <p:cNvSpPr/>
          <p:nvPr/>
        </p:nvSpPr>
        <p:spPr>
          <a:xfrm>
            <a:off x="165100" y="1384300"/>
            <a:ext cx="1155700" cy="800100"/>
          </a:xfrm>
          <a:prstGeom prst="rect">
            <a:avLst/>
          </a:prstGeom>
          <a:solidFill>
            <a:srgbClr val="6EE7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#6ee7b7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9C1B455-790A-2BA1-026D-F70E77039149}"/>
              </a:ext>
            </a:extLst>
          </p:cNvPr>
          <p:cNvSpPr/>
          <p:nvPr/>
        </p:nvSpPr>
        <p:spPr>
          <a:xfrm>
            <a:off x="165100" y="3136900"/>
            <a:ext cx="1155700" cy="800100"/>
          </a:xfrm>
          <a:prstGeom prst="rect">
            <a:avLst/>
          </a:prstGeom>
          <a:solidFill>
            <a:srgbClr val="10B98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#10b981</a:t>
            </a:r>
          </a:p>
          <a:p>
            <a:pPr algn="ctr"/>
            <a:endParaRPr lang="en-GB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433352F-BD9D-663A-CE36-F955F3A66140}"/>
              </a:ext>
            </a:extLst>
          </p:cNvPr>
          <p:cNvSpPr/>
          <p:nvPr/>
        </p:nvSpPr>
        <p:spPr>
          <a:xfrm>
            <a:off x="165100" y="4013200"/>
            <a:ext cx="1155700" cy="800100"/>
          </a:xfrm>
          <a:prstGeom prst="rect">
            <a:avLst/>
          </a:prstGeom>
          <a:solidFill>
            <a:srgbClr val="A7F3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#a7f3d0</a:t>
            </a: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6404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8FCE1-001A-F6AC-3803-DF2DF0851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drawing of a person sitting on a plant&#10;&#10;AI-generated content may be incorrect.">
            <a:extLst>
              <a:ext uri="{FF2B5EF4-FFF2-40B4-BE49-F238E27FC236}">
                <a16:creationId xmlns:a16="http://schemas.microsoft.com/office/drawing/2014/main" id="{FAD1D6E2-9234-2942-120A-8E663770EE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4095" y="762333"/>
            <a:ext cx="5723809" cy="5333333"/>
          </a:xfrm>
          <a:prstGeom prst="rect">
            <a:avLst/>
          </a:prstGeom>
        </p:spPr>
      </p:pic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7B87361-D009-4B3B-F86A-88F1D9FCBCF8}"/>
              </a:ext>
            </a:extLst>
          </p:cNvPr>
          <p:cNvSpPr/>
          <p:nvPr/>
        </p:nvSpPr>
        <p:spPr>
          <a:xfrm>
            <a:off x="3881120" y="3756919"/>
            <a:ext cx="2895600" cy="162673"/>
          </a:xfrm>
          <a:custGeom>
            <a:avLst/>
            <a:gdLst>
              <a:gd name="connsiteX0" fmla="*/ 0 w 2895600"/>
              <a:gd name="connsiteY0" fmla="*/ 162673 h 162673"/>
              <a:gd name="connsiteX1" fmla="*/ 1483360 w 2895600"/>
              <a:gd name="connsiteY1" fmla="*/ 113 h 162673"/>
              <a:gd name="connsiteX2" fmla="*/ 2895600 w 2895600"/>
              <a:gd name="connsiteY2" fmla="*/ 142353 h 162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95600" h="162673">
                <a:moveTo>
                  <a:pt x="0" y="162673"/>
                </a:moveTo>
                <a:cubicBezTo>
                  <a:pt x="500380" y="83086"/>
                  <a:pt x="1000760" y="3500"/>
                  <a:pt x="1483360" y="113"/>
                </a:cubicBezTo>
                <a:cubicBezTo>
                  <a:pt x="1965960" y="-3274"/>
                  <a:pt x="2430780" y="69539"/>
                  <a:pt x="2895600" y="142353"/>
                </a:cubicBezTo>
              </a:path>
            </a:pathLst>
          </a:custGeom>
          <a:noFill/>
          <a:ln w="190500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CFE68807-B678-E96D-BE9A-4597246E7140}"/>
              </a:ext>
            </a:extLst>
          </p:cNvPr>
          <p:cNvSpPr/>
          <p:nvPr/>
        </p:nvSpPr>
        <p:spPr>
          <a:xfrm>
            <a:off x="4548505" y="4123676"/>
            <a:ext cx="2873375" cy="223249"/>
          </a:xfrm>
          <a:custGeom>
            <a:avLst/>
            <a:gdLst>
              <a:gd name="connsiteX0" fmla="*/ 0 w 2873375"/>
              <a:gd name="connsiteY0" fmla="*/ 223249 h 223249"/>
              <a:gd name="connsiteX1" fmla="*/ 577850 w 2873375"/>
              <a:gd name="connsiteY1" fmla="*/ 77199 h 223249"/>
              <a:gd name="connsiteX2" fmla="*/ 1082675 w 2873375"/>
              <a:gd name="connsiteY2" fmla="*/ 16874 h 223249"/>
              <a:gd name="connsiteX3" fmla="*/ 1498600 w 2873375"/>
              <a:gd name="connsiteY3" fmla="*/ 999 h 223249"/>
              <a:gd name="connsiteX4" fmla="*/ 2022475 w 2873375"/>
              <a:gd name="connsiteY4" fmla="*/ 39099 h 223249"/>
              <a:gd name="connsiteX5" fmla="*/ 2657475 w 2873375"/>
              <a:gd name="connsiteY5" fmla="*/ 96249 h 223249"/>
              <a:gd name="connsiteX6" fmla="*/ 2873375 w 2873375"/>
              <a:gd name="connsiteY6" fmla="*/ 105774 h 223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73375" h="223249">
                <a:moveTo>
                  <a:pt x="0" y="223249"/>
                </a:moveTo>
                <a:cubicBezTo>
                  <a:pt x="198702" y="167422"/>
                  <a:pt x="397404" y="111595"/>
                  <a:pt x="577850" y="77199"/>
                </a:cubicBezTo>
                <a:cubicBezTo>
                  <a:pt x="758296" y="42803"/>
                  <a:pt x="929217" y="29574"/>
                  <a:pt x="1082675" y="16874"/>
                </a:cubicBezTo>
                <a:cubicBezTo>
                  <a:pt x="1236133" y="4174"/>
                  <a:pt x="1341967" y="-2705"/>
                  <a:pt x="1498600" y="999"/>
                </a:cubicBezTo>
                <a:cubicBezTo>
                  <a:pt x="1655233" y="4703"/>
                  <a:pt x="2022475" y="39099"/>
                  <a:pt x="2022475" y="39099"/>
                </a:cubicBezTo>
                <a:lnTo>
                  <a:pt x="2657475" y="96249"/>
                </a:lnTo>
                <a:cubicBezTo>
                  <a:pt x="2799292" y="107361"/>
                  <a:pt x="2836333" y="106567"/>
                  <a:pt x="2873375" y="105774"/>
                </a:cubicBezTo>
              </a:path>
            </a:pathLst>
          </a:custGeom>
          <a:noFill/>
          <a:ln w="190500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741FBEE-DF84-CFC0-1DBD-63095FD37BB3}"/>
              </a:ext>
            </a:extLst>
          </p:cNvPr>
          <p:cNvSpPr/>
          <p:nvPr/>
        </p:nvSpPr>
        <p:spPr>
          <a:xfrm>
            <a:off x="5264150" y="4613068"/>
            <a:ext cx="2543175" cy="187532"/>
          </a:xfrm>
          <a:custGeom>
            <a:avLst/>
            <a:gdLst>
              <a:gd name="connsiteX0" fmla="*/ 0 w 2543175"/>
              <a:gd name="connsiteY0" fmla="*/ 187532 h 187532"/>
              <a:gd name="connsiteX1" fmla="*/ 428625 w 2543175"/>
              <a:gd name="connsiteY1" fmla="*/ 82757 h 187532"/>
              <a:gd name="connsiteX2" fmla="*/ 927100 w 2543175"/>
              <a:gd name="connsiteY2" fmla="*/ 25607 h 187532"/>
              <a:gd name="connsiteX3" fmla="*/ 1533525 w 2543175"/>
              <a:gd name="connsiteY3" fmla="*/ 207 h 187532"/>
              <a:gd name="connsiteX4" fmla="*/ 1879600 w 2543175"/>
              <a:gd name="connsiteY4" fmla="*/ 12907 h 187532"/>
              <a:gd name="connsiteX5" fmla="*/ 2336800 w 2543175"/>
              <a:gd name="connsiteY5" fmla="*/ 35132 h 187532"/>
              <a:gd name="connsiteX6" fmla="*/ 2543175 w 2543175"/>
              <a:gd name="connsiteY6" fmla="*/ 35132 h 187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43175" h="187532">
                <a:moveTo>
                  <a:pt x="0" y="187532"/>
                </a:moveTo>
                <a:cubicBezTo>
                  <a:pt x="137054" y="148638"/>
                  <a:pt x="274108" y="109744"/>
                  <a:pt x="428625" y="82757"/>
                </a:cubicBezTo>
                <a:cubicBezTo>
                  <a:pt x="583142" y="55769"/>
                  <a:pt x="742950" y="39365"/>
                  <a:pt x="927100" y="25607"/>
                </a:cubicBezTo>
                <a:cubicBezTo>
                  <a:pt x="1111250" y="11849"/>
                  <a:pt x="1374775" y="2324"/>
                  <a:pt x="1533525" y="207"/>
                </a:cubicBezTo>
                <a:cubicBezTo>
                  <a:pt x="1692275" y="-1910"/>
                  <a:pt x="1879600" y="12907"/>
                  <a:pt x="1879600" y="12907"/>
                </a:cubicBezTo>
                <a:lnTo>
                  <a:pt x="2336800" y="35132"/>
                </a:lnTo>
                <a:cubicBezTo>
                  <a:pt x="2447396" y="38836"/>
                  <a:pt x="2495285" y="36984"/>
                  <a:pt x="2543175" y="35132"/>
                </a:cubicBezTo>
              </a:path>
            </a:pathLst>
          </a:custGeom>
          <a:noFill/>
          <a:ln w="190500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96543E6-3779-9931-91F1-C6EBA238AAEE}"/>
              </a:ext>
            </a:extLst>
          </p:cNvPr>
          <p:cNvSpPr/>
          <p:nvPr/>
        </p:nvSpPr>
        <p:spPr>
          <a:xfrm rot="250496">
            <a:off x="5836921" y="5031155"/>
            <a:ext cx="2362200" cy="390525"/>
          </a:xfrm>
          <a:custGeom>
            <a:avLst/>
            <a:gdLst>
              <a:gd name="connsiteX0" fmla="*/ 0 w 2362200"/>
              <a:gd name="connsiteY0" fmla="*/ 390525 h 390525"/>
              <a:gd name="connsiteX1" fmla="*/ 384175 w 2362200"/>
              <a:gd name="connsiteY1" fmla="*/ 276225 h 390525"/>
              <a:gd name="connsiteX2" fmla="*/ 1047750 w 2362200"/>
              <a:gd name="connsiteY2" fmla="*/ 158750 h 390525"/>
              <a:gd name="connsiteX3" fmla="*/ 1727200 w 2362200"/>
              <a:gd name="connsiteY3" fmla="*/ 88900 h 390525"/>
              <a:gd name="connsiteX4" fmla="*/ 2117725 w 2362200"/>
              <a:gd name="connsiteY4" fmla="*/ 41275 h 390525"/>
              <a:gd name="connsiteX5" fmla="*/ 2362200 w 2362200"/>
              <a:gd name="connsiteY5" fmla="*/ 0 h 390525"/>
              <a:gd name="connsiteX6" fmla="*/ 2362200 w 2362200"/>
              <a:gd name="connsiteY6" fmla="*/ 0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62200" h="390525">
                <a:moveTo>
                  <a:pt x="0" y="390525"/>
                </a:moveTo>
                <a:cubicBezTo>
                  <a:pt x="104775" y="352689"/>
                  <a:pt x="209550" y="314854"/>
                  <a:pt x="384175" y="276225"/>
                </a:cubicBezTo>
                <a:cubicBezTo>
                  <a:pt x="558800" y="237596"/>
                  <a:pt x="823913" y="189971"/>
                  <a:pt x="1047750" y="158750"/>
                </a:cubicBezTo>
                <a:cubicBezTo>
                  <a:pt x="1271588" y="127529"/>
                  <a:pt x="1548871" y="108479"/>
                  <a:pt x="1727200" y="88900"/>
                </a:cubicBezTo>
                <a:cubicBezTo>
                  <a:pt x="1905529" y="69321"/>
                  <a:pt x="2011892" y="56092"/>
                  <a:pt x="2117725" y="41275"/>
                </a:cubicBezTo>
                <a:cubicBezTo>
                  <a:pt x="2223558" y="26458"/>
                  <a:pt x="2362200" y="0"/>
                  <a:pt x="2362200" y="0"/>
                </a:cubicBezTo>
                <a:lnTo>
                  <a:pt x="2362200" y="0"/>
                </a:lnTo>
              </a:path>
            </a:pathLst>
          </a:custGeom>
          <a:noFill/>
          <a:ln w="190500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B1D0697F-69AF-953D-EDAA-6C12AAC4BEDE}"/>
              </a:ext>
            </a:extLst>
          </p:cNvPr>
          <p:cNvSpPr/>
          <p:nvPr/>
        </p:nvSpPr>
        <p:spPr>
          <a:xfrm>
            <a:off x="3916680" y="3921760"/>
            <a:ext cx="2672080" cy="1930400"/>
          </a:xfrm>
          <a:custGeom>
            <a:avLst/>
            <a:gdLst>
              <a:gd name="connsiteX0" fmla="*/ 0 w 2672080"/>
              <a:gd name="connsiteY0" fmla="*/ 0 h 1930400"/>
              <a:gd name="connsiteX1" fmla="*/ 467360 w 2672080"/>
              <a:gd name="connsiteY1" fmla="*/ 40640 h 1930400"/>
              <a:gd name="connsiteX2" fmla="*/ 919480 w 2672080"/>
              <a:gd name="connsiteY2" fmla="*/ 167640 h 1930400"/>
              <a:gd name="connsiteX3" fmla="*/ 1305560 w 2672080"/>
              <a:gd name="connsiteY3" fmla="*/ 345440 h 1930400"/>
              <a:gd name="connsiteX4" fmla="*/ 1681480 w 2672080"/>
              <a:gd name="connsiteY4" fmla="*/ 645160 h 1930400"/>
              <a:gd name="connsiteX5" fmla="*/ 2001520 w 2672080"/>
              <a:gd name="connsiteY5" fmla="*/ 1036320 h 1930400"/>
              <a:gd name="connsiteX6" fmla="*/ 2321560 w 2672080"/>
              <a:gd name="connsiteY6" fmla="*/ 1463040 h 1930400"/>
              <a:gd name="connsiteX7" fmla="*/ 2565400 w 2672080"/>
              <a:gd name="connsiteY7" fmla="*/ 1813560 h 1930400"/>
              <a:gd name="connsiteX8" fmla="*/ 2672080 w 2672080"/>
              <a:gd name="connsiteY8" fmla="*/ 1930400 h 193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72080" h="1930400">
                <a:moveTo>
                  <a:pt x="0" y="0"/>
                </a:moveTo>
                <a:cubicBezTo>
                  <a:pt x="157056" y="6350"/>
                  <a:pt x="314113" y="12700"/>
                  <a:pt x="467360" y="40640"/>
                </a:cubicBezTo>
                <a:cubicBezTo>
                  <a:pt x="620607" y="68580"/>
                  <a:pt x="779780" y="116840"/>
                  <a:pt x="919480" y="167640"/>
                </a:cubicBezTo>
                <a:cubicBezTo>
                  <a:pt x="1059180" y="218440"/>
                  <a:pt x="1178560" y="265853"/>
                  <a:pt x="1305560" y="345440"/>
                </a:cubicBezTo>
                <a:cubicBezTo>
                  <a:pt x="1432560" y="425027"/>
                  <a:pt x="1565487" y="530013"/>
                  <a:pt x="1681480" y="645160"/>
                </a:cubicBezTo>
                <a:cubicBezTo>
                  <a:pt x="1797473" y="760307"/>
                  <a:pt x="1894840" y="900007"/>
                  <a:pt x="2001520" y="1036320"/>
                </a:cubicBezTo>
                <a:cubicBezTo>
                  <a:pt x="2108200" y="1172633"/>
                  <a:pt x="2227580" y="1333500"/>
                  <a:pt x="2321560" y="1463040"/>
                </a:cubicBezTo>
                <a:cubicBezTo>
                  <a:pt x="2415540" y="1592580"/>
                  <a:pt x="2506980" y="1735667"/>
                  <a:pt x="2565400" y="1813560"/>
                </a:cubicBezTo>
                <a:cubicBezTo>
                  <a:pt x="2623820" y="1891453"/>
                  <a:pt x="2647950" y="1910926"/>
                  <a:pt x="2672080" y="1930400"/>
                </a:cubicBezTo>
              </a:path>
            </a:pathLst>
          </a:custGeom>
          <a:noFill/>
          <a:ln w="190500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E128766-5380-21E6-89A6-E5D274FB09EA}"/>
              </a:ext>
            </a:extLst>
          </p:cNvPr>
          <p:cNvSpPr/>
          <p:nvPr/>
        </p:nvSpPr>
        <p:spPr>
          <a:xfrm>
            <a:off x="5328920" y="3764280"/>
            <a:ext cx="2092960" cy="1874520"/>
          </a:xfrm>
          <a:custGeom>
            <a:avLst/>
            <a:gdLst>
              <a:gd name="connsiteX0" fmla="*/ 0 w 2092960"/>
              <a:gd name="connsiteY0" fmla="*/ 0 h 1874520"/>
              <a:gd name="connsiteX1" fmla="*/ 269240 w 2092960"/>
              <a:gd name="connsiteY1" fmla="*/ 35560 h 1874520"/>
              <a:gd name="connsiteX2" fmla="*/ 492760 w 2092960"/>
              <a:gd name="connsiteY2" fmla="*/ 142240 h 1874520"/>
              <a:gd name="connsiteX3" fmla="*/ 751840 w 2092960"/>
              <a:gd name="connsiteY3" fmla="*/ 294640 h 1874520"/>
              <a:gd name="connsiteX4" fmla="*/ 1061720 w 2092960"/>
              <a:gd name="connsiteY4" fmla="*/ 584200 h 1874520"/>
              <a:gd name="connsiteX5" fmla="*/ 1315720 w 2092960"/>
              <a:gd name="connsiteY5" fmla="*/ 934720 h 1874520"/>
              <a:gd name="connsiteX6" fmla="*/ 1518920 w 2092960"/>
              <a:gd name="connsiteY6" fmla="*/ 1264920 h 1874520"/>
              <a:gd name="connsiteX7" fmla="*/ 1706880 w 2092960"/>
              <a:gd name="connsiteY7" fmla="*/ 1518920 h 1874520"/>
              <a:gd name="connsiteX8" fmla="*/ 1925320 w 2092960"/>
              <a:gd name="connsiteY8" fmla="*/ 1747520 h 1874520"/>
              <a:gd name="connsiteX9" fmla="*/ 2092960 w 2092960"/>
              <a:gd name="connsiteY9" fmla="*/ 1874520 h 187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92960" h="1874520">
                <a:moveTo>
                  <a:pt x="0" y="0"/>
                </a:moveTo>
                <a:cubicBezTo>
                  <a:pt x="93556" y="5926"/>
                  <a:pt x="187113" y="11853"/>
                  <a:pt x="269240" y="35560"/>
                </a:cubicBezTo>
                <a:cubicBezTo>
                  <a:pt x="351367" y="59267"/>
                  <a:pt x="412327" y="99060"/>
                  <a:pt x="492760" y="142240"/>
                </a:cubicBezTo>
                <a:cubicBezTo>
                  <a:pt x="573193" y="185420"/>
                  <a:pt x="657013" y="220980"/>
                  <a:pt x="751840" y="294640"/>
                </a:cubicBezTo>
                <a:cubicBezTo>
                  <a:pt x="846667" y="368300"/>
                  <a:pt x="967740" y="477520"/>
                  <a:pt x="1061720" y="584200"/>
                </a:cubicBezTo>
                <a:cubicBezTo>
                  <a:pt x="1155700" y="690880"/>
                  <a:pt x="1239520" y="821267"/>
                  <a:pt x="1315720" y="934720"/>
                </a:cubicBezTo>
                <a:cubicBezTo>
                  <a:pt x="1391920" y="1048173"/>
                  <a:pt x="1453727" y="1167553"/>
                  <a:pt x="1518920" y="1264920"/>
                </a:cubicBezTo>
                <a:cubicBezTo>
                  <a:pt x="1584113" y="1362287"/>
                  <a:pt x="1639147" y="1438487"/>
                  <a:pt x="1706880" y="1518920"/>
                </a:cubicBezTo>
                <a:cubicBezTo>
                  <a:pt x="1774613" y="1599353"/>
                  <a:pt x="1860973" y="1688253"/>
                  <a:pt x="1925320" y="1747520"/>
                </a:cubicBezTo>
                <a:cubicBezTo>
                  <a:pt x="1989667" y="1806787"/>
                  <a:pt x="2041313" y="1840653"/>
                  <a:pt x="2092960" y="1874520"/>
                </a:cubicBezTo>
              </a:path>
            </a:pathLst>
          </a:custGeom>
          <a:noFill/>
          <a:ln w="190500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2FCF77BE-BD92-7061-EE75-D5260EA1885D}"/>
              </a:ext>
            </a:extLst>
          </p:cNvPr>
          <p:cNvSpPr/>
          <p:nvPr/>
        </p:nvSpPr>
        <p:spPr>
          <a:xfrm>
            <a:off x="6802120" y="3906520"/>
            <a:ext cx="1478280" cy="1508760"/>
          </a:xfrm>
          <a:custGeom>
            <a:avLst/>
            <a:gdLst>
              <a:gd name="connsiteX0" fmla="*/ 0 w 1478280"/>
              <a:gd name="connsiteY0" fmla="*/ 0 h 1508760"/>
              <a:gd name="connsiteX1" fmla="*/ 167640 w 1478280"/>
              <a:gd name="connsiteY1" fmla="*/ 101600 h 1508760"/>
              <a:gd name="connsiteX2" fmla="*/ 304800 w 1478280"/>
              <a:gd name="connsiteY2" fmla="*/ 274320 h 1508760"/>
              <a:gd name="connsiteX3" fmla="*/ 523240 w 1478280"/>
              <a:gd name="connsiteY3" fmla="*/ 635000 h 1508760"/>
              <a:gd name="connsiteX4" fmla="*/ 807720 w 1478280"/>
              <a:gd name="connsiteY4" fmla="*/ 1000760 h 1508760"/>
              <a:gd name="connsiteX5" fmla="*/ 1148080 w 1478280"/>
              <a:gd name="connsiteY5" fmla="*/ 1315720 h 1508760"/>
              <a:gd name="connsiteX6" fmla="*/ 1376680 w 1478280"/>
              <a:gd name="connsiteY6" fmla="*/ 1473200 h 1508760"/>
              <a:gd name="connsiteX7" fmla="*/ 1478280 w 1478280"/>
              <a:gd name="connsiteY7" fmla="*/ 1508760 h 1508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78280" h="1508760">
                <a:moveTo>
                  <a:pt x="0" y="0"/>
                </a:moveTo>
                <a:cubicBezTo>
                  <a:pt x="58420" y="27940"/>
                  <a:pt x="116840" y="55880"/>
                  <a:pt x="167640" y="101600"/>
                </a:cubicBezTo>
                <a:cubicBezTo>
                  <a:pt x="218440" y="147320"/>
                  <a:pt x="245533" y="185420"/>
                  <a:pt x="304800" y="274320"/>
                </a:cubicBezTo>
                <a:cubicBezTo>
                  <a:pt x="364067" y="363220"/>
                  <a:pt x="439420" y="513927"/>
                  <a:pt x="523240" y="635000"/>
                </a:cubicBezTo>
                <a:cubicBezTo>
                  <a:pt x="607060" y="756073"/>
                  <a:pt x="703580" y="887307"/>
                  <a:pt x="807720" y="1000760"/>
                </a:cubicBezTo>
                <a:cubicBezTo>
                  <a:pt x="911860" y="1114213"/>
                  <a:pt x="1053253" y="1236980"/>
                  <a:pt x="1148080" y="1315720"/>
                </a:cubicBezTo>
                <a:cubicBezTo>
                  <a:pt x="1242907" y="1394460"/>
                  <a:pt x="1321647" y="1441027"/>
                  <a:pt x="1376680" y="1473200"/>
                </a:cubicBezTo>
                <a:cubicBezTo>
                  <a:pt x="1431713" y="1505373"/>
                  <a:pt x="1454996" y="1507066"/>
                  <a:pt x="1478280" y="1508760"/>
                </a:cubicBezTo>
              </a:path>
            </a:pathLst>
          </a:custGeom>
          <a:noFill/>
          <a:ln w="190500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1F24946-A349-9200-640A-310C715404D0}"/>
              </a:ext>
            </a:extLst>
          </p:cNvPr>
          <p:cNvGrpSpPr>
            <a:grpSpLocks noChangeAspect="1"/>
          </p:cNvGrpSpPr>
          <p:nvPr/>
        </p:nvGrpSpPr>
        <p:grpSpPr>
          <a:xfrm rot="163920">
            <a:off x="4036714" y="210046"/>
            <a:ext cx="2584411" cy="3414678"/>
            <a:chOff x="4252692" y="579765"/>
            <a:chExt cx="3139531" cy="414813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B17D963-4D64-2BF7-AFA4-4E5908CADEFD}"/>
                </a:ext>
              </a:extLst>
            </p:cNvPr>
            <p:cNvGrpSpPr>
              <a:grpSpLocks noChangeAspect="1"/>
            </p:cNvGrpSpPr>
            <p:nvPr/>
          </p:nvGrpSpPr>
          <p:grpSpPr>
            <a:xfrm rot="21519283">
              <a:off x="4252692" y="579765"/>
              <a:ext cx="1324603" cy="1831474"/>
              <a:chOff x="4342418" y="1282700"/>
              <a:chExt cx="2493781" cy="3448050"/>
            </a:xfrm>
          </p:grpSpPr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182E1D27-F6E9-F2CB-EDA9-F7C717A48977}"/>
                  </a:ext>
                </a:extLst>
              </p:cNvPr>
              <p:cNvSpPr/>
              <p:nvPr/>
            </p:nvSpPr>
            <p:spPr>
              <a:xfrm>
                <a:off x="4356100" y="1282700"/>
                <a:ext cx="2480099" cy="3448050"/>
              </a:xfrm>
              <a:custGeom>
                <a:avLst/>
                <a:gdLst>
                  <a:gd name="connsiteX0" fmla="*/ 2387600 w 2480099"/>
                  <a:gd name="connsiteY0" fmla="*/ 3448050 h 3448050"/>
                  <a:gd name="connsiteX1" fmla="*/ 2470150 w 2480099"/>
                  <a:gd name="connsiteY1" fmla="*/ 2959100 h 3448050"/>
                  <a:gd name="connsiteX2" fmla="*/ 2463800 w 2480099"/>
                  <a:gd name="connsiteY2" fmla="*/ 2286000 h 3448050"/>
                  <a:gd name="connsiteX3" fmla="*/ 2336800 w 2480099"/>
                  <a:gd name="connsiteY3" fmla="*/ 1727200 h 3448050"/>
                  <a:gd name="connsiteX4" fmla="*/ 2070100 w 2480099"/>
                  <a:gd name="connsiteY4" fmla="*/ 1206500 h 3448050"/>
                  <a:gd name="connsiteX5" fmla="*/ 1727200 w 2480099"/>
                  <a:gd name="connsiteY5" fmla="*/ 812800 h 3448050"/>
                  <a:gd name="connsiteX6" fmla="*/ 1244600 w 2480099"/>
                  <a:gd name="connsiteY6" fmla="*/ 457200 h 3448050"/>
                  <a:gd name="connsiteX7" fmla="*/ 673100 w 2480099"/>
                  <a:gd name="connsiteY7" fmla="*/ 171450 h 3448050"/>
                  <a:gd name="connsiteX8" fmla="*/ 0 w 2480099"/>
                  <a:gd name="connsiteY8" fmla="*/ 0 h 3448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80099" h="3448050">
                    <a:moveTo>
                      <a:pt x="2387600" y="3448050"/>
                    </a:moveTo>
                    <a:cubicBezTo>
                      <a:pt x="2422525" y="3300412"/>
                      <a:pt x="2457450" y="3152775"/>
                      <a:pt x="2470150" y="2959100"/>
                    </a:cubicBezTo>
                    <a:cubicBezTo>
                      <a:pt x="2482850" y="2765425"/>
                      <a:pt x="2486025" y="2491317"/>
                      <a:pt x="2463800" y="2286000"/>
                    </a:cubicBezTo>
                    <a:cubicBezTo>
                      <a:pt x="2441575" y="2080683"/>
                      <a:pt x="2402417" y="1907117"/>
                      <a:pt x="2336800" y="1727200"/>
                    </a:cubicBezTo>
                    <a:cubicBezTo>
                      <a:pt x="2271183" y="1547283"/>
                      <a:pt x="2171700" y="1358900"/>
                      <a:pt x="2070100" y="1206500"/>
                    </a:cubicBezTo>
                    <a:cubicBezTo>
                      <a:pt x="1968500" y="1054100"/>
                      <a:pt x="1864783" y="937683"/>
                      <a:pt x="1727200" y="812800"/>
                    </a:cubicBezTo>
                    <a:cubicBezTo>
                      <a:pt x="1589617" y="687917"/>
                      <a:pt x="1420283" y="564092"/>
                      <a:pt x="1244600" y="457200"/>
                    </a:cubicBezTo>
                    <a:cubicBezTo>
                      <a:pt x="1068917" y="350308"/>
                      <a:pt x="880533" y="247650"/>
                      <a:pt x="673100" y="171450"/>
                    </a:cubicBezTo>
                    <a:cubicBezTo>
                      <a:pt x="465667" y="95250"/>
                      <a:pt x="232833" y="47625"/>
                      <a:pt x="0" y="0"/>
                    </a:cubicBezTo>
                  </a:path>
                </a:pathLst>
              </a:custGeom>
              <a:noFill/>
              <a:ln w="254000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9D0E381C-E0B2-ED5E-7A32-64C2BE284470}"/>
                  </a:ext>
                </a:extLst>
              </p:cNvPr>
              <p:cNvSpPr/>
              <p:nvPr/>
            </p:nvSpPr>
            <p:spPr>
              <a:xfrm>
                <a:off x="4342418" y="1282700"/>
                <a:ext cx="2394932" cy="3441700"/>
              </a:xfrm>
              <a:custGeom>
                <a:avLst/>
                <a:gdLst>
                  <a:gd name="connsiteX0" fmla="*/ 2394932 w 2394932"/>
                  <a:gd name="connsiteY0" fmla="*/ 3441700 h 3441700"/>
                  <a:gd name="connsiteX1" fmla="*/ 1607532 w 2394932"/>
                  <a:gd name="connsiteY1" fmla="*/ 3219450 h 3441700"/>
                  <a:gd name="connsiteX2" fmla="*/ 928082 w 2394932"/>
                  <a:gd name="connsiteY2" fmla="*/ 2832100 h 3441700"/>
                  <a:gd name="connsiteX3" fmla="*/ 464532 w 2394932"/>
                  <a:gd name="connsiteY3" fmla="*/ 2305050 h 3441700"/>
                  <a:gd name="connsiteX4" fmla="*/ 216882 w 2394932"/>
                  <a:gd name="connsiteY4" fmla="*/ 1803400 h 3441700"/>
                  <a:gd name="connsiteX5" fmla="*/ 83532 w 2394932"/>
                  <a:gd name="connsiteY5" fmla="*/ 1314450 h 3441700"/>
                  <a:gd name="connsiteX6" fmla="*/ 7332 w 2394932"/>
                  <a:gd name="connsiteY6" fmla="*/ 717550 h 3441700"/>
                  <a:gd name="connsiteX7" fmla="*/ 7332 w 2394932"/>
                  <a:gd name="connsiteY7" fmla="*/ 0 h 3441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94932" h="3441700">
                    <a:moveTo>
                      <a:pt x="2394932" y="3441700"/>
                    </a:moveTo>
                    <a:cubicBezTo>
                      <a:pt x="2123469" y="3381375"/>
                      <a:pt x="1852007" y="3321050"/>
                      <a:pt x="1607532" y="3219450"/>
                    </a:cubicBezTo>
                    <a:cubicBezTo>
                      <a:pt x="1363057" y="3117850"/>
                      <a:pt x="1118582" y="2984500"/>
                      <a:pt x="928082" y="2832100"/>
                    </a:cubicBezTo>
                    <a:cubicBezTo>
                      <a:pt x="737582" y="2679700"/>
                      <a:pt x="583065" y="2476500"/>
                      <a:pt x="464532" y="2305050"/>
                    </a:cubicBezTo>
                    <a:cubicBezTo>
                      <a:pt x="345999" y="2133600"/>
                      <a:pt x="280382" y="1968500"/>
                      <a:pt x="216882" y="1803400"/>
                    </a:cubicBezTo>
                    <a:cubicBezTo>
                      <a:pt x="153382" y="1638300"/>
                      <a:pt x="118457" y="1495425"/>
                      <a:pt x="83532" y="1314450"/>
                    </a:cubicBezTo>
                    <a:cubicBezTo>
                      <a:pt x="48607" y="1133475"/>
                      <a:pt x="20032" y="936625"/>
                      <a:pt x="7332" y="717550"/>
                    </a:cubicBezTo>
                    <a:cubicBezTo>
                      <a:pt x="-5368" y="498475"/>
                      <a:pt x="982" y="249237"/>
                      <a:pt x="7332" y="0"/>
                    </a:cubicBezTo>
                  </a:path>
                </a:pathLst>
              </a:custGeom>
              <a:noFill/>
              <a:ln w="254000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C16C026-A3C5-4EAB-7069-AE9A5766B81B}"/>
                </a:ext>
              </a:extLst>
            </p:cNvPr>
            <p:cNvGrpSpPr>
              <a:grpSpLocks noChangeAspect="1"/>
            </p:cNvGrpSpPr>
            <p:nvPr/>
          </p:nvGrpSpPr>
          <p:grpSpPr>
            <a:xfrm rot="289076" flipH="1">
              <a:off x="6114183" y="1160226"/>
              <a:ext cx="1210464" cy="1682891"/>
              <a:chOff x="4342418" y="1282700"/>
              <a:chExt cx="2493781" cy="3448050"/>
            </a:xfrm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14B65171-57A0-459C-AC44-AE7DBC3E642A}"/>
                  </a:ext>
                </a:extLst>
              </p:cNvPr>
              <p:cNvSpPr/>
              <p:nvPr/>
            </p:nvSpPr>
            <p:spPr>
              <a:xfrm>
                <a:off x="4356100" y="1282700"/>
                <a:ext cx="2480099" cy="3448050"/>
              </a:xfrm>
              <a:custGeom>
                <a:avLst/>
                <a:gdLst>
                  <a:gd name="connsiteX0" fmla="*/ 2387600 w 2480099"/>
                  <a:gd name="connsiteY0" fmla="*/ 3448050 h 3448050"/>
                  <a:gd name="connsiteX1" fmla="*/ 2470150 w 2480099"/>
                  <a:gd name="connsiteY1" fmla="*/ 2959100 h 3448050"/>
                  <a:gd name="connsiteX2" fmla="*/ 2463800 w 2480099"/>
                  <a:gd name="connsiteY2" fmla="*/ 2286000 h 3448050"/>
                  <a:gd name="connsiteX3" fmla="*/ 2336800 w 2480099"/>
                  <a:gd name="connsiteY3" fmla="*/ 1727200 h 3448050"/>
                  <a:gd name="connsiteX4" fmla="*/ 2070100 w 2480099"/>
                  <a:gd name="connsiteY4" fmla="*/ 1206500 h 3448050"/>
                  <a:gd name="connsiteX5" fmla="*/ 1727200 w 2480099"/>
                  <a:gd name="connsiteY5" fmla="*/ 812800 h 3448050"/>
                  <a:gd name="connsiteX6" fmla="*/ 1244600 w 2480099"/>
                  <a:gd name="connsiteY6" fmla="*/ 457200 h 3448050"/>
                  <a:gd name="connsiteX7" fmla="*/ 673100 w 2480099"/>
                  <a:gd name="connsiteY7" fmla="*/ 171450 h 3448050"/>
                  <a:gd name="connsiteX8" fmla="*/ 0 w 2480099"/>
                  <a:gd name="connsiteY8" fmla="*/ 0 h 3448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80099" h="3448050">
                    <a:moveTo>
                      <a:pt x="2387600" y="3448050"/>
                    </a:moveTo>
                    <a:cubicBezTo>
                      <a:pt x="2422525" y="3300412"/>
                      <a:pt x="2457450" y="3152775"/>
                      <a:pt x="2470150" y="2959100"/>
                    </a:cubicBezTo>
                    <a:cubicBezTo>
                      <a:pt x="2482850" y="2765425"/>
                      <a:pt x="2486025" y="2491317"/>
                      <a:pt x="2463800" y="2286000"/>
                    </a:cubicBezTo>
                    <a:cubicBezTo>
                      <a:pt x="2441575" y="2080683"/>
                      <a:pt x="2402417" y="1907117"/>
                      <a:pt x="2336800" y="1727200"/>
                    </a:cubicBezTo>
                    <a:cubicBezTo>
                      <a:pt x="2271183" y="1547283"/>
                      <a:pt x="2171700" y="1358900"/>
                      <a:pt x="2070100" y="1206500"/>
                    </a:cubicBezTo>
                    <a:cubicBezTo>
                      <a:pt x="1968500" y="1054100"/>
                      <a:pt x="1864783" y="937683"/>
                      <a:pt x="1727200" y="812800"/>
                    </a:cubicBezTo>
                    <a:cubicBezTo>
                      <a:pt x="1589617" y="687917"/>
                      <a:pt x="1420283" y="564092"/>
                      <a:pt x="1244600" y="457200"/>
                    </a:cubicBezTo>
                    <a:cubicBezTo>
                      <a:pt x="1068917" y="350308"/>
                      <a:pt x="880533" y="247650"/>
                      <a:pt x="673100" y="171450"/>
                    </a:cubicBezTo>
                    <a:cubicBezTo>
                      <a:pt x="465667" y="95250"/>
                      <a:pt x="232833" y="47625"/>
                      <a:pt x="0" y="0"/>
                    </a:cubicBezTo>
                  </a:path>
                </a:pathLst>
              </a:custGeom>
              <a:noFill/>
              <a:ln w="254000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46F7D045-5B9F-0E38-4A50-3226E56C6721}"/>
                  </a:ext>
                </a:extLst>
              </p:cNvPr>
              <p:cNvSpPr/>
              <p:nvPr/>
            </p:nvSpPr>
            <p:spPr>
              <a:xfrm>
                <a:off x="4342418" y="1282700"/>
                <a:ext cx="2394932" cy="3441700"/>
              </a:xfrm>
              <a:custGeom>
                <a:avLst/>
                <a:gdLst>
                  <a:gd name="connsiteX0" fmla="*/ 2394932 w 2394932"/>
                  <a:gd name="connsiteY0" fmla="*/ 3441700 h 3441700"/>
                  <a:gd name="connsiteX1" fmla="*/ 1607532 w 2394932"/>
                  <a:gd name="connsiteY1" fmla="*/ 3219450 h 3441700"/>
                  <a:gd name="connsiteX2" fmla="*/ 928082 w 2394932"/>
                  <a:gd name="connsiteY2" fmla="*/ 2832100 h 3441700"/>
                  <a:gd name="connsiteX3" fmla="*/ 464532 w 2394932"/>
                  <a:gd name="connsiteY3" fmla="*/ 2305050 h 3441700"/>
                  <a:gd name="connsiteX4" fmla="*/ 216882 w 2394932"/>
                  <a:gd name="connsiteY4" fmla="*/ 1803400 h 3441700"/>
                  <a:gd name="connsiteX5" fmla="*/ 83532 w 2394932"/>
                  <a:gd name="connsiteY5" fmla="*/ 1314450 h 3441700"/>
                  <a:gd name="connsiteX6" fmla="*/ 7332 w 2394932"/>
                  <a:gd name="connsiteY6" fmla="*/ 717550 h 3441700"/>
                  <a:gd name="connsiteX7" fmla="*/ 7332 w 2394932"/>
                  <a:gd name="connsiteY7" fmla="*/ 0 h 3441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94932" h="3441700">
                    <a:moveTo>
                      <a:pt x="2394932" y="3441700"/>
                    </a:moveTo>
                    <a:cubicBezTo>
                      <a:pt x="2123469" y="3381375"/>
                      <a:pt x="1852007" y="3321050"/>
                      <a:pt x="1607532" y="3219450"/>
                    </a:cubicBezTo>
                    <a:cubicBezTo>
                      <a:pt x="1363057" y="3117850"/>
                      <a:pt x="1118582" y="2984500"/>
                      <a:pt x="928082" y="2832100"/>
                    </a:cubicBezTo>
                    <a:cubicBezTo>
                      <a:pt x="737582" y="2679700"/>
                      <a:pt x="583065" y="2476500"/>
                      <a:pt x="464532" y="2305050"/>
                    </a:cubicBezTo>
                    <a:cubicBezTo>
                      <a:pt x="345999" y="2133600"/>
                      <a:pt x="280382" y="1968500"/>
                      <a:pt x="216882" y="1803400"/>
                    </a:cubicBezTo>
                    <a:cubicBezTo>
                      <a:pt x="153382" y="1638300"/>
                      <a:pt x="118457" y="1495425"/>
                      <a:pt x="83532" y="1314450"/>
                    </a:cubicBezTo>
                    <a:cubicBezTo>
                      <a:pt x="48607" y="1133475"/>
                      <a:pt x="20032" y="936625"/>
                      <a:pt x="7332" y="717550"/>
                    </a:cubicBezTo>
                    <a:cubicBezTo>
                      <a:pt x="-5368" y="498475"/>
                      <a:pt x="982" y="249237"/>
                      <a:pt x="7332" y="0"/>
                    </a:cubicBezTo>
                  </a:path>
                </a:pathLst>
              </a:custGeom>
              <a:noFill/>
              <a:ln w="254000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7FABE1A-B73B-DD3A-ED18-4953FF6ABBB9}"/>
                </a:ext>
              </a:extLst>
            </p:cNvPr>
            <p:cNvGrpSpPr/>
            <p:nvPr/>
          </p:nvGrpSpPr>
          <p:grpSpPr>
            <a:xfrm>
              <a:off x="4371823" y="765600"/>
              <a:ext cx="3020400" cy="3962300"/>
              <a:chOff x="4371823" y="765600"/>
              <a:chExt cx="3020400" cy="3962300"/>
            </a:xfrm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405D6B97-B95D-99EC-0F5F-2BC3BE5A3DDF}"/>
                  </a:ext>
                </a:extLst>
              </p:cNvPr>
              <p:cNvSpPr/>
              <p:nvPr/>
            </p:nvSpPr>
            <p:spPr>
              <a:xfrm rot="289076">
                <a:off x="5118317" y="1918420"/>
                <a:ext cx="981777" cy="2791326"/>
              </a:xfrm>
              <a:custGeom>
                <a:avLst/>
                <a:gdLst>
                  <a:gd name="connsiteX0" fmla="*/ 981777 w 981777"/>
                  <a:gd name="connsiteY0" fmla="*/ 2791326 h 2791326"/>
                  <a:gd name="connsiteX1" fmla="*/ 721895 w 981777"/>
                  <a:gd name="connsiteY1" fmla="*/ 1328286 h 2791326"/>
                  <a:gd name="connsiteX2" fmla="*/ 385011 w 981777"/>
                  <a:gd name="connsiteY2" fmla="*/ 548640 h 2791326"/>
                  <a:gd name="connsiteX3" fmla="*/ 0 w 981777"/>
                  <a:gd name="connsiteY3" fmla="*/ 0 h 2791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1777" h="2791326">
                    <a:moveTo>
                      <a:pt x="981777" y="2791326"/>
                    </a:moveTo>
                    <a:cubicBezTo>
                      <a:pt x="901566" y="2246696"/>
                      <a:pt x="821356" y="1702067"/>
                      <a:pt x="721895" y="1328286"/>
                    </a:cubicBezTo>
                    <a:cubicBezTo>
                      <a:pt x="622434" y="954505"/>
                      <a:pt x="505327" y="770021"/>
                      <a:pt x="385011" y="548640"/>
                    </a:cubicBezTo>
                    <a:cubicBezTo>
                      <a:pt x="264695" y="327259"/>
                      <a:pt x="132347" y="163629"/>
                      <a:pt x="0" y="0"/>
                    </a:cubicBezTo>
                  </a:path>
                </a:pathLst>
              </a:custGeom>
              <a:noFill/>
              <a:ln w="241300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C74C3437-7BD7-A2F9-0073-32BB894E6729}"/>
                  </a:ext>
                </a:extLst>
              </p:cNvPr>
              <p:cNvSpPr/>
              <p:nvPr/>
            </p:nvSpPr>
            <p:spPr>
              <a:xfrm rot="289076">
                <a:off x="5878201" y="2757586"/>
                <a:ext cx="174171" cy="1970314"/>
              </a:xfrm>
              <a:custGeom>
                <a:avLst/>
                <a:gdLst>
                  <a:gd name="connsiteX0" fmla="*/ 174171 w 174171"/>
                  <a:gd name="connsiteY0" fmla="*/ 1970314 h 1970314"/>
                  <a:gd name="connsiteX1" fmla="*/ 54428 w 174171"/>
                  <a:gd name="connsiteY1" fmla="*/ 1099457 h 1970314"/>
                  <a:gd name="connsiteX2" fmla="*/ 0 w 174171"/>
                  <a:gd name="connsiteY2" fmla="*/ 664029 h 1970314"/>
                  <a:gd name="connsiteX3" fmla="*/ 54428 w 174171"/>
                  <a:gd name="connsiteY3" fmla="*/ 239486 h 1970314"/>
                  <a:gd name="connsiteX4" fmla="*/ 152400 w 174171"/>
                  <a:gd name="connsiteY4" fmla="*/ 0 h 1970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171" h="1970314">
                    <a:moveTo>
                      <a:pt x="174171" y="1970314"/>
                    </a:moveTo>
                    <a:cubicBezTo>
                      <a:pt x="128813" y="1643742"/>
                      <a:pt x="83456" y="1317171"/>
                      <a:pt x="54428" y="1099457"/>
                    </a:cubicBezTo>
                    <a:cubicBezTo>
                      <a:pt x="25400" y="881743"/>
                      <a:pt x="0" y="807357"/>
                      <a:pt x="0" y="664029"/>
                    </a:cubicBezTo>
                    <a:cubicBezTo>
                      <a:pt x="0" y="520701"/>
                      <a:pt x="29028" y="350158"/>
                      <a:pt x="54428" y="239486"/>
                    </a:cubicBezTo>
                    <a:cubicBezTo>
                      <a:pt x="79828" y="128814"/>
                      <a:pt x="116114" y="64407"/>
                      <a:pt x="152400" y="0"/>
                    </a:cubicBezTo>
                  </a:path>
                </a:pathLst>
              </a:custGeom>
              <a:noFill/>
              <a:ln w="241300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42" name="Ink 41">
                    <a:extLst>
                      <a:ext uri="{FF2B5EF4-FFF2-40B4-BE49-F238E27FC236}">
                        <a16:creationId xmlns:a16="http://schemas.microsoft.com/office/drawing/2014/main" id="{2E90EE89-6C89-56E1-3B1A-EF84DDF31645}"/>
                      </a:ext>
                    </a:extLst>
                  </p14:cNvPr>
                  <p14:cNvContentPartPr/>
                  <p14:nvPr/>
                </p14:nvContentPartPr>
                <p14:xfrm>
                  <a:off x="6216463" y="1238640"/>
                  <a:ext cx="1175760" cy="1424160"/>
                </p14:xfrm>
              </p:contentPart>
            </mc:Choice>
            <mc:Fallback xmlns="">
              <p:pic>
                <p:nvPicPr>
                  <p:cNvPr id="42" name="Ink 41">
                    <a:extLst>
                      <a:ext uri="{FF2B5EF4-FFF2-40B4-BE49-F238E27FC236}">
                        <a16:creationId xmlns:a16="http://schemas.microsoft.com/office/drawing/2014/main" id="{2E90EE89-6C89-56E1-3B1A-EF84DDF31645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6139945" y="1162119"/>
                    <a:ext cx="1328360" cy="157676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43" name="Ink 42">
                    <a:extLst>
                      <a:ext uri="{FF2B5EF4-FFF2-40B4-BE49-F238E27FC236}">
                        <a16:creationId xmlns:a16="http://schemas.microsoft.com/office/drawing/2014/main" id="{C36702BF-A987-26C8-701C-7D844834388A}"/>
                      </a:ext>
                    </a:extLst>
                  </p14:cNvPr>
                  <p14:cNvContentPartPr/>
                  <p14:nvPr/>
                </p14:nvContentPartPr>
                <p14:xfrm>
                  <a:off x="4371823" y="765600"/>
                  <a:ext cx="1083600" cy="1408320"/>
                </p14:xfrm>
              </p:contentPart>
            </mc:Choice>
            <mc:Fallback xmlns="">
              <p:pic>
                <p:nvPicPr>
                  <p:cNvPr id="43" name="Ink 42">
                    <a:extLst>
                      <a:ext uri="{FF2B5EF4-FFF2-40B4-BE49-F238E27FC236}">
                        <a16:creationId xmlns:a16="http://schemas.microsoft.com/office/drawing/2014/main" id="{C36702BF-A987-26C8-701C-7D844834388A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4295298" y="689061"/>
                    <a:ext cx="1236214" cy="1560961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249718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D0528-E0D3-EFE4-116E-F7B7B7B48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drawing of a person sitting on a plant&#10;&#10;AI-generated content may be incorrect.">
            <a:extLst>
              <a:ext uri="{FF2B5EF4-FFF2-40B4-BE49-F238E27FC236}">
                <a16:creationId xmlns:a16="http://schemas.microsoft.com/office/drawing/2014/main" id="{923D3B7B-1D43-B915-7AEA-CE5D0CC580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4095" y="762333"/>
            <a:ext cx="5723809" cy="53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283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5931D-7FB2-78E1-A9B7-08EB97EAD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67377C0-5018-B8FD-01A5-070401BC320A}"/>
              </a:ext>
            </a:extLst>
          </p:cNvPr>
          <p:cNvSpPr/>
          <p:nvPr/>
        </p:nvSpPr>
        <p:spPr>
          <a:xfrm>
            <a:off x="3881120" y="3756919"/>
            <a:ext cx="2895600" cy="162673"/>
          </a:xfrm>
          <a:custGeom>
            <a:avLst/>
            <a:gdLst>
              <a:gd name="connsiteX0" fmla="*/ 0 w 2895600"/>
              <a:gd name="connsiteY0" fmla="*/ 162673 h 162673"/>
              <a:gd name="connsiteX1" fmla="*/ 1483360 w 2895600"/>
              <a:gd name="connsiteY1" fmla="*/ 113 h 162673"/>
              <a:gd name="connsiteX2" fmla="*/ 2895600 w 2895600"/>
              <a:gd name="connsiteY2" fmla="*/ 142353 h 162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95600" h="162673">
                <a:moveTo>
                  <a:pt x="0" y="162673"/>
                </a:moveTo>
                <a:cubicBezTo>
                  <a:pt x="500380" y="83086"/>
                  <a:pt x="1000760" y="3500"/>
                  <a:pt x="1483360" y="113"/>
                </a:cubicBezTo>
                <a:cubicBezTo>
                  <a:pt x="1965960" y="-3274"/>
                  <a:pt x="2430780" y="69539"/>
                  <a:pt x="2895600" y="142353"/>
                </a:cubicBezTo>
              </a:path>
            </a:pathLst>
          </a:custGeom>
          <a:noFill/>
          <a:ln w="190500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570E0F9F-D583-82E5-BF1E-71C504586909}"/>
              </a:ext>
            </a:extLst>
          </p:cNvPr>
          <p:cNvSpPr/>
          <p:nvPr/>
        </p:nvSpPr>
        <p:spPr>
          <a:xfrm>
            <a:off x="4548505" y="4123676"/>
            <a:ext cx="2873375" cy="223249"/>
          </a:xfrm>
          <a:custGeom>
            <a:avLst/>
            <a:gdLst>
              <a:gd name="connsiteX0" fmla="*/ 0 w 2873375"/>
              <a:gd name="connsiteY0" fmla="*/ 223249 h 223249"/>
              <a:gd name="connsiteX1" fmla="*/ 577850 w 2873375"/>
              <a:gd name="connsiteY1" fmla="*/ 77199 h 223249"/>
              <a:gd name="connsiteX2" fmla="*/ 1082675 w 2873375"/>
              <a:gd name="connsiteY2" fmla="*/ 16874 h 223249"/>
              <a:gd name="connsiteX3" fmla="*/ 1498600 w 2873375"/>
              <a:gd name="connsiteY3" fmla="*/ 999 h 223249"/>
              <a:gd name="connsiteX4" fmla="*/ 2022475 w 2873375"/>
              <a:gd name="connsiteY4" fmla="*/ 39099 h 223249"/>
              <a:gd name="connsiteX5" fmla="*/ 2657475 w 2873375"/>
              <a:gd name="connsiteY5" fmla="*/ 96249 h 223249"/>
              <a:gd name="connsiteX6" fmla="*/ 2873375 w 2873375"/>
              <a:gd name="connsiteY6" fmla="*/ 105774 h 223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73375" h="223249">
                <a:moveTo>
                  <a:pt x="0" y="223249"/>
                </a:moveTo>
                <a:cubicBezTo>
                  <a:pt x="198702" y="167422"/>
                  <a:pt x="397404" y="111595"/>
                  <a:pt x="577850" y="77199"/>
                </a:cubicBezTo>
                <a:cubicBezTo>
                  <a:pt x="758296" y="42803"/>
                  <a:pt x="929217" y="29574"/>
                  <a:pt x="1082675" y="16874"/>
                </a:cubicBezTo>
                <a:cubicBezTo>
                  <a:pt x="1236133" y="4174"/>
                  <a:pt x="1341967" y="-2705"/>
                  <a:pt x="1498600" y="999"/>
                </a:cubicBezTo>
                <a:cubicBezTo>
                  <a:pt x="1655233" y="4703"/>
                  <a:pt x="2022475" y="39099"/>
                  <a:pt x="2022475" y="39099"/>
                </a:cubicBezTo>
                <a:lnTo>
                  <a:pt x="2657475" y="96249"/>
                </a:lnTo>
                <a:cubicBezTo>
                  <a:pt x="2799292" y="107361"/>
                  <a:pt x="2836333" y="106567"/>
                  <a:pt x="2873375" y="105774"/>
                </a:cubicBezTo>
              </a:path>
            </a:pathLst>
          </a:custGeom>
          <a:noFill/>
          <a:ln w="190500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ACA4697-2506-330F-A3B1-EAA6EC15BFB8}"/>
              </a:ext>
            </a:extLst>
          </p:cNvPr>
          <p:cNvSpPr/>
          <p:nvPr/>
        </p:nvSpPr>
        <p:spPr>
          <a:xfrm>
            <a:off x="5264150" y="4613068"/>
            <a:ext cx="2543175" cy="187532"/>
          </a:xfrm>
          <a:custGeom>
            <a:avLst/>
            <a:gdLst>
              <a:gd name="connsiteX0" fmla="*/ 0 w 2543175"/>
              <a:gd name="connsiteY0" fmla="*/ 187532 h 187532"/>
              <a:gd name="connsiteX1" fmla="*/ 428625 w 2543175"/>
              <a:gd name="connsiteY1" fmla="*/ 82757 h 187532"/>
              <a:gd name="connsiteX2" fmla="*/ 927100 w 2543175"/>
              <a:gd name="connsiteY2" fmla="*/ 25607 h 187532"/>
              <a:gd name="connsiteX3" fmla="*/ 1533525 w 2543175"/>
              <a:gd name="connsiteY3" fmla="*/ 207 h 187532"/>
              <a:gd name="connsiteX4" fmla="*/ 1879600 w 2543175"/>
              <a:gd name="connsiteY4" fmla="*/ 12907 h 187532"/>
              <a:gd name="connsiteX5" fmla="*/ 2336800 w 2543175"/>
              <a:gd name="connsiteY5" fmla="*/ 35132 h 187532"/>
              <a:gd name="connsiteX6" fmla="*/ 2543175 w 2543175"/>
              <a:gd name="connsiteY6" fmla="*/ 35132 h 187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43175" h="187532">
                <a:moveTo>
                  <a:pt x="0" y="187532"/>
                </a:moveTo>
                <a:cubicBezTo>
                  <a:pt x="137054" y="148638"/>
                  <a:pt x="274108" y="109744"/>
                  <a:pt x="428625" y="82757"/>
                </a:cubicBezTo>
                <a:cubicBezTo>
                  <a:pt x="583142" y="55769"/>
                  <a:pt x="742950" y="39365"/>
                  <a:pt x="927100" y="25607"/>
                </a:cubicBezTo>
                <a:cubicBezTo>
                  <a:pt x="1111250" y="11849"/>
                  <a:pt x="1374775" y="2324"/>
                  <a:pt x="1533525" y="207"/>
                </a:cubicBezTo>
                <a:cubicBezTo>
                  <a:pt x="1692275" y="-1910"/>
                  <a:pt x="1879600" y="12907"/>
                  <a:pt x="1879600" y="12907"/>
                </a:cubicBezTo>
                <a:lnTo>
                  <a:pt x="2336800" y="35132"/>
                </a:lnTo>
                <a:cubicBezTo>
                  <a:pt x="2447396" y="38836"/>
                  <a:pt x="2495285" y="36984"/>
                  <a:pt x="2543175" y="35132"/>
                </a:cubicBezTo>
              </a:path>
            </a:pathLst>
          </a:custGeom>
          <a:noFill/>
          <a:ln w="190500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47D1CA2-953E-5AD1-3B87-8A3EB212714E}"/>
              </a:ext>
            </a:extLst>
          </p:cNvPr>
          <p:cNvSpPr/>
          <p:nvPr/>
        </p:nvSpPr>
        <p:spPr>
          <a:xfrm rot="250496">
            <a:off x="5836921" y="5031155"/>
            <a:ext cx="2362200" cy="390525"/>
          </a:xfrm>
          <a:custGeom>
            <a:avLst/>
            <a:gdLst>
              <a:gd name="connsiteX0" fmla="*/ 0 w 2362200"/>
              <a:gd name="connsiteY0" fmla="*/ 390525 h 390525"/>
              <a:gd name="connsiteX1" fmla="*/ 384175 w 2362200"/>
              <a:gd name="connsiteY1" fmla="*/ 276225 h 390525"/>
              <a:gd name="connsiteX2" fmla="*/ 1047750 w 2362200"/>
              <a:gd name="connsiteY2" fmla="*/ 158750 h 390525"/>
              <a:gd name="connsiteX3" fmla="*/ 1727200 w 2362200"/>
              <a:gd name="connsiteY3" fmla="*/ 88900 h 390525"/>
              <a:gd name="connsiteX4" fmla="*/ 2117725 w 2362200"/>
              <a:gd name="connsiteY4" fmla="*/ 41275 h 390525"/>
              <a:gd name="connsiteX5" fmla="*/ 2362200 w 2362200"/>
              <a:gd name="connsiteY5" fmla="*/ 0 h 390525"/>
              <a:gd name="connsiteX6" fmla="*/ 2362200 w 2362200"/>
              <a:gd name="connsiteY6" fmla="*/ 0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62200" h="390525">
                <a:moveTo>
                  <a:pt x="0" y="390525"/>
                </a:moveTo>
                <a:cubicBezTo>
                  <a:pt x="104775" y="352689"/>
                  <a:pt x="209550" y="314854"/>
                  <a:pt x="384175" y="276225"/>
                </a:cubicBezTo>
                <a:cubicBezTo>
                  <a:pt x="558800" y="237596"/>
                  <a:pt x="823913" y="189971"/>
                  <a:pt x="1047750" y="158750"/>
                </a:cubicBezTo>
                <a:cubicBezTo>
                  <a:pt x="1271588" y="127529"/>
                  <a:pt x="1548871" y="108479"/>
                  <a:pt x="1727200" y="88900"/>
                </a:cubicBezTo>
                <a:cubicBezTo>
                  <a:pt x="1905529" y="69321"/>
                  <a:pt x="2011892" y="56092"/>
                  <a:pt x="2117725" y="41275"/>
                </a:cubicBezTo>
                <a:cubicBezTo>
                  <a:pt x="2223558" y="26458"/>
                  <a:pt x="2362200" y="0"/>
                  <a:pt x="2362200" y="0"/>
                </a:cubicBezTo>
                <a:lnTo>
                  <a:pt x="2362200" y="0"/>
                </a:lnTo>
              </a:path>
            </a:pathLst>
          </a:custGeom>
          <a:noFill/>
          <a:ln w="190500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A45164B6-7E21-83E8-ACFC-6888C6B4BAA7}"/>
              </a:ext>
            </a:extLst>
          </p:cNvPr>
          <p:cNvSpPr/>
          <p:nvPr/>
        </p:nvSpPr>
        <p:spPr>
          <a:xfrm>
            <a:off x="3916680" y="3921760"/>
            <a:ext cx="2672080" cy="1930400"/>
          </a:xfrm>
          <a:custGeom>
            <a:avLst/>
            <a:gdLst>
              <a:gd name="connsiteX0" fmla="*/ 0 w 2672080"/>
              <a:gd name="connsiteY0" fmla="*/ 0 h 1930400"/>
              <a:gd name="connsiteX1" fmla="*/ 467360 w 2672080"/>
              <a:gd name="connsiteY1" fmla="*/ 40640 h 1930400"/>
              <a:gd name="connsiteX2" fmla="*/ 919480 w 2672080"/>
              <a:gd name="connsiteY2" fmla="*/ 167640 h 1930400"/>
              <a:gd name="connsiteX3" fmla="*/ 1305560 w 2672080"/>
              <a:gd name="connsiteY3" fmla="*/ 345440 h 1930400"/>
              <a:gd name="connsiteX4" fmla="*/ 1681480 w 2672080"/>
              <a:gd name="connsiteY4" fmla="*/ 645160 h 1930400"/>
              <a:gd name="connsiteX5" fmla="*/ 2001520 w 2672080"/>
              <a:gd name="connsiteY5" fmla="*/ 1036320 h 1930400"/>
              <a:gd name="connsiteX6" fmla="*/ 2321560 w 2672080"/>
              <a:gd name="connsiteY6" fmla="*/ 1463040 h 1930400"/>
              <a:gd name="connsiteX7" fmla="*/ 2565400 w 2672080"/>
              <a:gd name="connsiteY7" fmla="*/ 1813560 h 1930400"/>
              <a:gd name="connsiteX8" fmla="*/ 2672080 w 2672080"/>
              <a:gd name="connsiteY8" fmla="*/ 1930400 h 193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72080" h="1930400">
                <a:moveTo>
                  <a:pt x="0" y="0"/>
                </a:moveTo>
                <a:cubicBezTo>
                  <a:pt x="157056" y="6350"/>
                  <a:pt x="314113" y="12700"/>
                  <a:pt x="467360" y="40640"/>
                </a:cubicBezTo>
                <a:cubicBezTo>
                  <a:pt x="620607" y="68580"/>
                  <a:pt x="779780" y="116840"/>
                  <a:pt x="919480" y="167640"/>
                </a:cubicBezTo>
                <a:cubicBezTo>
                  <a:pt x="1059180" y="218440"/>
                  <a:pt x="1178560" y="265853"/>
                  <a:pt x="1305560" y="345440"/>
                </a:cubicBezTo>
                <a:cubicBezTo>
                  <a:pt x="1432560" y="425027"/>
                  <a:pt x="1565487" y="530013"/>
                  <a:pt x="1681480" y="645160"/>
                </a:cubicBezTo>
                <a:cubicBezTo>
                  <a:pt x="1797473" y="760307"/>
                  <a:pt x="1894840" y="900007"/>
                  <a:pt x="2001520" y="1036320"/>
                </a:cubicBezTo>
                <a:cubicBezTo>
                  <a:pt x="2108200" y="1172633"/>
                  <a:pt x="2227580" y="1333500"/>
                  <a:pt x="2321560" y="1463040"/>
                </a:cubicBezTo>
                <a:cubicBezTo>
                  <a:pt x="2415540" y="1592580"/>
                  <a:pt x="2506980" y="1735667"/>
                  <a:pt x="2565400" y="1813560"/>
                </a:cubicBezTo>
                <a:cubicBezTo>
                  <a:pt x="2623820" y="1891453"/>
                  <a:pt x="2647950" y="1910926"/>
                  <a:pt x="2672080" y="1930400"/>
                </a:cubicBezTo>
              </a:path>
            </a:pathLst>
          </a:custGeom>
          <a:noFill/>
          <a:ln w="190500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8F1FBD9-A8C7-25C8-1A36-E9B5CFFDB8A0}"/>
              </a:ext>
            </a:extLst>
          </p:cNvPr>
          <p:cNvSpPr/>
          <p:nvPr/>
        </p:nvSpPr>
        <p:spPr>
          <a:xfrm>
            <a:off x="5328920" y="3764280"/>
            <a:ext cx="2092960" cy="1874520"/>
          </a:xfrm>
          <a:custGeom>
            <a:avLst/>
            <a:gdLst>
              <a:gd name="connsiteX0" fmla="*/ 0 w 2092960"/>
              <a:gd name="connsiteY0" fmla="*/ 0 h 1874520"/>
              <a:gd name="connsiteX1" fmla="*/ 269240 w 2092960"/>
              <a:gd name="connsiteY1" fmla="*/ 35560 h 1874520"/>
              <a:gd name="connsiteX2" fmla="*/ 492760 w 2092960"/>
              <a:gd name="connsiteY2" fmla="*/ 142240 h 1874520"/>
              <a:gd name="connsiteX3" fmla="*/ 751840 w 2092960"/>
              <a:gd name="connsiteY3" fmla="*/ 294640 h 1874520"/>
              <a:gd name="connsiteX4" fmla="*/ 1061720 w 2092960"/>
              <a:gd name="connsiteY4" fmla="*/ 584200 h 1874520"/>
              <a:gd name="connsiteX5" fmla="*/ 1315720 w 2092960"/>
              <a:gd name="connsiteY5" fmla="*/ 934720 h 1874520"/>
              <a:gd name="connsiteX6" fmla="*/ 1518920 w 2092960"/>
              <a:gd name="connsiteY6" fmla="*/ 1264920 h 1874520"/>
              <a:gd name="connsiteX7" fmla="*/ 1706880 w 2092960"/>
              <a:gd name="connsiteY7" fmla="*/ 1518920 h 1874520"/>
              <a:gd name="connsiteX8" fmla="*/ 1925320 w 2092960"/>
              <a:gd name="connsiteY8" fmla="*/ 1747520 h 1874520"/>
              <a:gd name="connsiteX9" fmla="*/ 2092960 w 2092960"/>
              <a:gd name="connsiteY9" fmla="*/ 1874520 h 187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92960" h="1874520">
                <a:moveTo>
                  <a:pt x="0" y="0"/>
                </a:moveTo>
                <a:cubicBezTo>
                  <a:pt x="93556" y="5926"/>
                  <a:pt x="187113" y="11853"/>
                  <a:pt x="269240" y="35560"/>
                </a:cubicBezTo>
                <a:cubicBezTo>
                  <a:pt x="351367" y="59267"/>
                  <a:pt x="412327" y="99060"/>
                  <a:pt x="492760" y="142240"/>
                </a:cubicBezTo>
                <a:cubicBezTo>
                  <a:pt x="573193" y="185420"/>
                  <a:pt x="657013" y="220980"/>
                  <a:pt x="751840" y="294640"/>
                </a:cubicBezTo>
                <a:cubicBezTo>
                  <a:pt x="846667" y="368300"/>
                  <a:pt x="967740" y="477520"/>
                  <a:pt x="1061720" y="584200"/>
                </a:cubicBezTo>
                <a:cubicBezTo>
                  <a:pt x="1155700" y="690880"/>
                  <a:pt x="1239520" y="821267"/>
                  <a:pt x="1315720" y="934720"/>
                </a:cubicBezTo>
                <a:cubicBezTo>
                  <a:pt x="1391920" y="1048173"/>
                  <a:pt x="1453727" y="1167553"/>
                  <a:pt x="1518920" y="1264920"/>
                </a:cubicBezTo>
                <a:cubicBezTo>
                  <a:pt x="1584113" y="1362287"/>
                  <a:pt x="1639147" y="1438487"/>
                  <a:pt x="1706880" y="1518920"/>
                </a:cubicBezTo>
                <a:cubicBezTo>
                  <a:pt x="1774613" y="1599353"/>
                  <a:pt x="1860973" y="1688253"/>
                  <a:pt x="1925320" y="1747520"/>
                </a:cubicBezTo>
                <a:cubicBezTo>
                  <a:pt x="1989667" y="1806787"/>
                  <a:pt x="2041313" y="1840653"/>
                  <a:pt x="2092960" y="1874520"/>
                </a:cubicBezTo>
              </a:path>
            </a:pathLst>
          </a:custGeom>
          <a:noFill/>
          <a:ln w="190500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2605EC3-C97D-1487-9546-6B3C49BD53B7}"/>
              </a:ext>
            </a:extLst>
          </p:cNvPr>
          <p:cNvSpPr/>
          <p:nvPr/>
        </p:nvSpPr>
        <p:spPr>
          <a:xfrm>
            <a:off x="6802120" y="3906520"/>
            <a:ext cx="1478280" cy="1508760"/>
          </a:xfrm>
          <a:custGeom>
            <a:avLst/>
            <a:gdLst>
              <a:gd name="connsiteX0" fmla="*/ 0 w 1478280"/>
              <a:gd name="connsiteY0" fmla="*/ 0 h 1508760"/>
              <a:gd name="connsiteX1" fmla="*/ 167640 w 1478280"/>
              <a:gd name="connsiteY1" fmla="*/ 101600 h 1508760"/>
              <a:gd name="connsiteX2" fmla="*/ 304800 w 1478280"/>
              <a:gd name="connsiteY2" fmla="*/ 274320 h 1508760"/>
              <a:gd name="connsiteX3" fmla="*/ 523240 w 1478280"/>
              <a:gd name="connsiteY3" fmla="*/ 635000 h 1508760"/>
              <a:gd name="connsiteX4" fmla="*/ 807720 w 1478280"/>
              <a:gd name="connsiteY4" fmla="*/ 1000760 h 1508760"/>
              <a:gd name="connsiteX5" fmla="*/ 1148080 w 1478280"/>
              <a:gd name="connsiteY5" fmla="*/ 1315720 h 1508760"/>
              <a:gd name="connsiteX6" fmla="*/ 1376680 w 1478280"/>
              <a:gd name="connsiteY6" fmla="*/ 1473200 h 1508760"/>
              <a:gd name="connsiteX7" fmla="*/ 1478280 w 1478280"/>
              <a:gd name="connsiteY7" fmla="*/ 1508760 h 1508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78280" h="1508760">
                <a:moveTo>
                  <a:pt x="0" y="0"/>
                </a:moveTo>
                <a:cubicBezTo>
                  <a:pt x="58420" y="27940"/>
                  <a:pt x="116840" y="55880"/>
                  <a:pt x="167640" y="101600"/>
                </a:cubicBezTo>
                <a:cubicBezTo>
                  <a:pt x="218440" y="147320"/>
                  <a:pt x="245533" y="185420"/>
                  <a:pt x="304800" y="274320"/>
                </a:cubicBezTo>
                <a:cubicBezTo>
                  <a:pt x="364067" y="363220"/>
                  <a:pt x="439420" y="513927"/>
                  <a:pt x="523240" y="635000"/>
                </a:cubicBezTo>
                <a:cubicBezTo>
                  <a:pt x="607060" y="756073"/>
                  <a:pt x="703580" y="887307"/>
                  <a:pt x="807720" y="1000760"/>
                </a:cubicBezTo>
                <a:cubicBezTo>
                  <a:pt x="911860" y="1114213"/>
                  <a:pt x="1053253" y="1236980"/>
                  <a:pt x="1148080" y="1315720"/>
                </a:cubicBezTo>
                <a:cubicBezTo>
                  <a:pt x="1242907" y="1394460"/>
                  <a:pt x="1321647" y="1441027"/>
                  <a:pt x="1376680" y="1473200"/>
                </a:cubicBezTo>
                <a:cubicBezTo>
                  <a:pt x="1431713" y="1505373"/>
                  <a:pt x="1454996" y="1507066"/>
                  <a:pt x="1478280" y="1508760"/>
                </a:cubicBezTo>
              </a:path>
            </a:pathLst>
          </a:custGeom>
          <a:noFill/>
          <a:ln w="190500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ECC807D-AACB-BB85-D8B5-9E73B035AD08}"/>
              </a:ext>
            </a:extLst>
          </p:cNvPr>
          <p:cNvGrpSpPr>
            <a:grpSpLocks noChangeAspect="1"/>
          </p:cNvGrpSpPr>
          <p:nvPr/>
        </p:nvGrpSpPr>
        <p:grpSpPr>
          <a:xfrm rot="163920">
            <a:off x="4036714" y="210046"/>
            <a:ext cx="2584411" cy="3414678"/>
            <a:chOff x="4252692" y="579765"/>
            <a:chExt cx="3139531" cy="414813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C114782-2829-4D4E-DB7F-7F6C8C314813}"/>
                </a:ext>
              </a:extLst>
            </p:cNvPr>
            <p:cNvGrpSpPr>
              <a:grpSpLocks noChangeAspect="1"/>
            </p:cNvGrpSpPr>
            <p:nvPr/>
          </p:nvGrpSpPr>
          <p:grpSpPr>
            <a:xfrm rot="21519283">
              <a:off x="4252692" y="579765"/>
              <a:ext cx="1324603" cy="1831474"/>
              <a:chOff x="4342418" y="1282700"/>
              <a:chExt cx="2493781" cy="3448050"/>
            </a:xfrm>
          </p:grpSpPr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538E0E3A-7C4C-E195-9466-4AA4EC5D49F0}"/>
                  </a:ext>
                </a:extLst>
              </p:cNvPr>
              <p:cNvSpPr/>
              <p:nvPr/>
            </p:nvSpPr>
            <p:spPr>
              <a:xfrm>
                <a:off x="4356100" y="1282700"/>
                <a:ext cx="2480099" cy="3448050"/>
              </a:xfrm>
              <a:custGeom>
                <a:avLst/>
                <a:gdLst>
                  <a:gd name="connsiteX0" fmla="*/ 2387600 w 2480099"/>
                  <a:gd name="connsiteY0" fmla="*/ 3448050 h 3448050"/>
                  <a:gd name="connsiteX1" fmla="*/ 2470150 w 2480099"/>
                  <a:gd name="connsiteY1" fmla="*/ 2959100 h 3448050"/>
                  <a:gd name="connsiteX2" fmla="*/ 2463800 w 2480099"/>
                  <a:gd name="connsiteY2" fmla="*/ 2286000 h 3448050"/>
                  <a:gd name="connsiteX3" fmla="*/ 2336800 w 2480099"/>
                  <a:gd name="connsiteY3" fmla="*/ 1727200 h 3448050"/>
                  <a:gd name="connsiteX4" fmla="*/ 2070100 w 2480099"/>
                  <a:gd name="connsiteY4" fmla="*/ 1206500 h 3448050"/>
                  <a:gd name="connsiteX5" fmla="*/ 1727200 w 2480099"/>
                  <a:gd name="connsiteY5" fmla="*/ 812800 h 3448050"/>
                  <a:gd name="connsiteX6" fmla="*/ 1244600 w 2480099"/>
                  <a:gd name="connsiteY6" fmla="*/ 457200 h 3448050"/>
                  <a:gd name="connsiteX7" fmla="*/ 673100 w 2480099"/>
                  <a:gd name="connsiteY7" fmla="*/ 171450 h 3448050"/>
                  <a:gd name="connsiteX8" fmla="*/ 0 w 2480099"/>
                  <a:gd name="connsiteY8" fmla="*/ 0 h 3448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80099" h="3448050">
                    <a:moveTo>
                      <a:pt x="2387600" y="3448050"/>
                    </a:moveTo>
                    <a:cubicBezTo>
                      <a:pt x="2422525" y="3300412"/>
                      <a:pt x="2457450" y="3152775"/>
                      <a:pt x="2470150" y="2959100"/>
                    </a:cubicBezTo>
                    <a:cubicBezTo>
                      <a:pt x="2482850" y="2765425"/>
                      <a:pt x="2486025" y="2491317"/>
                      <a:pt x="2463800" y="2286000"/>
                    </a:cubicBezTo>
                    <a:cubicBezTo>
                      <a:pt x="2441575" y="2080683"/>
                      <a:pt x="2402417" y="1907117"/>
                      <a:pt x="2336800" y="1727200"/>
                    </a:cubicBezTo>
                    <a:cubicBezTo>
                      <a:pt x="2271183" y="1547283"/>
                      <a:pt x="2171700" y="1358900"/>
                      <a:pt x="2070100" y="1206500"/>
                    </a:cubicBezTo>
                    <a:cubicBezTo>
                      <a:pt x="1968500" y="1054100"/>
                      <a:pt x="1864783" y="937683"/>
                      <a:pt x="1727200" y="812800"/>
                    </a:cubicBezTo>
                    <a:cubicBezTo>
                      <a:pt x="1589617" y="687917"/>
                      <a:pt x="1420283" y="564092"/>
                      <a:pt x="1244600" y="457200"/>
                    </a:cubicBezTo>
                    <a:cubicBezTo>
                      <a:pt x="1068917" y="350308"/>
                      <a:pt x="880533" y="247650"/>
                      <a:pt x="673100" y="171450"/>
                    </a:cubicBezTo>
                    <a:cubicBezTo>
                      <a:pt x="465667" y="95250"/>
                      <a:pt x="232833" y="47625"/>
                      <a:pt x="0" y="0"/>
                    </a:cubicBezTo>
                  </a:path>
                </a:pathLst>
              </a:custGeom>
              <a:noFill/>
              <a:ln w="254000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5AB2D398-0883-A3C5-81A7-DB3D453D8621}"/>
                  </a:ext>
                </a:extLst>
              </p:cNvPr>
              <p:cNvSpPr/>
              <p:nvPr/>
            </p:nvSpPr>
            <p:spPr>
              <a:xfrm>
                <a:off x="4342418" y="1282700"/>
                <a:ext cx="2394932" cy="3441700"/>
              </a:xfrm>
              <a:custGeom>
                <a:avLst/>
                <a:gdLst>
                  <a:gd name="connsiteX0" fmla="*/ 2394932 w 2394932"/>
                  <a:gd name="connsiteY0" fmla="*/ 3441700 h 3441700"/>
                  <a:gd name="connsiteX1" fmla="*/ 1607532 w 2394932"/>
                  <a:gd name="connsiteY1" fmla="*/ 3219450 h 3441700"/>
                  <a:gd name="connsiteX2" fmla="*/ 928082 w 2394932"/>
                  <a:gd name="connsiteY2" fmla="*/ 2832100 h 3441700"/>
                  <a:gd name="connsiteX3" fmla="*/ 464532 w 2394932"/>
                  <a:gd name="connsiteY3" fmla="*/ 2305050 h 3441700"/>
                  <a:gd name="connsiteX4" fmla="*/ 216882 w 2394932"/>
                  <a:gd name="connsiteY4" fmla="*/ 1803400 h 3441700"/>
                  <a:gd name="connsiteX5" fmla="*/ 83532 w 2394932"/>
                  <a:gd name="connsiteY5" fmla="*/ 1314450 h 3441700"/>
                  <a:gd name="connsiteX6" fmla="*/ 7332 w 2394932"/>
                  <a:gd name="connsiteY6" fmla="*/ 717550 h 3441700"/>
                  <a:gd name="connsiteX7" fmla="*/ 7332 w 2394932"/>
                  <a:gd name="connsiteY7" fmla="*/ 0 h 3441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94932" h="3441700">
                    <a:moveTo>
                      <a:pt x="2394932" y="3441700"/>
                    </a:moveTo>
                    <a:cubicBezTo>
                      <a:pt x="2123469" y="3381375"/>
                      <a:pt x="1852007" y="3321050"/>
                      <a:pt x="1607532" y="3219450"/>
                    </a:cubicBezTo>
                    <a:cubicBezTo>
                      <a:pt x="1363057" y="3117850"/>
                      <a:pt x="1118582" y="2984500"/>
                      <a:pt x="928082" y="2832100"/>
                    </a:cubicBezTo>
                    <a:cubicBezTo>
                      <a:pt x="737582" y="2679700"/>
                      <a:pt x="583065" y="2476500"/>
                      <a:pt x="464532" y="2305050"/>
                    </a:cubicBezTo>
                    <a:cubicBezTo>
                      <a:pt x="345999" y="2133600"/>
                      <a:pt x="280382" y="1968500"/>
                      <a:pt x="216882" y="1803400"/>
                    </a:cubicBezTo>
                    <a:cubicBezTo>
                      <a:pt x="153382" y="1638300"/>
                      <a:pt x="118457" y="1495425"/>
                      <a:pt x="83532" y="1314450"/>
                    </a:cubicBezTo>
                    <a:cubicBezTo>
                      <a:pt x="48607" y="1133475"/>
                      <a:pt x="20032" y="936625"/>
                      <a:pt x="7332" y="717550"/>
                    </a:cubicBezTo>
                    <a:cubicBezTo>
                      <a:pt x="-5368" y="498475"/>
                      <a:pt x="982" y="249237"/>
                      <a:pt x="7332" y="0"/>
                    </a:cubicBezTo>
                  </a:path>
                </a:pathLst>
              </a:custGeom>
              <a:noFill/>
              <a:ln w="254000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85480553-F29F-6D52-7183-2E435EF9E272}"/>
                </a:ext>
              </a:extLst>
            </p:cNvPr>
            <p:cNvGrpSpPr>
              <a:grpSpLocks noChangeAspect="1"/>
            </p:cNvGrpSpPr>
            <p:nvPr/>
          </p:nvGrpSpPr>
          <p:grpSpPr>
            <a:xfrm rot="289076" flipH="1">
              <a:off x="6114183" y="1160226"/>
              <a:ext cx="1210464" cy="1682891"/>
              <a:chOff x="4342418" y="1282700"/>
              <a:chExt cx="2493781" cy="3448050"/>
            </a:xfrm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80E1852D-14F0-8D2E-251C-F88BFFF12D9A}"/>
                  </a:ext>
                </a:extLst>
              </p:cNvPr>
              <p:cNvSpPr/>
              <p:nvPr/>
            </p:nvSpPr>
            <p:spPr>
              <a:xfrm>
                <a:off x="4356100" y="1282700"/>
                <a:ext cx="2480099" cy="3448050"/>
              </a:xfrm>
              <a:custGeom>
                <a:avLst/>
                <a:gdLst>
                  <a:gd name="connsiteX0" fmla="*/ 2387600 w 2480099"/>
                  <a:gd name="connsiteY0" fmla="*/ 3448050 h 3448050"/>
                  <a:gd name="connsiteX1" fmla="*/ 2470150 w 2480099"/>
                  <a:gd name="connsiteY1" fmla="*/ 2959100 h 3448050"/>
                  <a:gd name="connsiteX2" fmla="*/ 2463800 w 2480099"/>
                  <a:gd name="connsiteY2" fmla="*/ 2286000 h 3448050"/>
                  <a:gd name="connsiteX3" fmla="*/ 2336800 w 2480099"/>
                  <a:gd name="connsiteY3" fmla="*/ 1727200 h 3448050"/>
                  <a:gd name="connsiteX4" fmla="*/ 2070100 w 2480099"/>
                  <a:gd name="connsiteY4" fmla="*/ 1206500 h 3448050"/>
                  <a:gd name="connsiteX5" fmla="*/ 1727200 w 2480099"/>
                  <a:gd name="connsiteY5" fmla="*/ 812800 h 3448050"/>
                  <a:gd name="connsiteX6" fmla="*/ 1244600 w 2480099"/>
                  <a:gd name="connsiteY6" fmla="*/ 457200 h 3448050"/>
                  <a:gd name="connsiteX7" fmla="*/ 673100 w 2480099"/>
                  <a:gd name="connsiteY7" fmla="*/ 171450 h 3448050"/>
                  <a:gd name="connsiteX8" fmla="*/ 0 w 2480099"/>
                  <a:gd name="connsiteY8" fmla="*/ 0 h 3448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80099" h="3448050">
                    <a:moveTo>
                      <a:pt x="2387600" y="3448050"/>
                    </a:moveTo>
                    <a:cubicBezTo>
                      <a:pt x="2422525" y="3300412"/>
                      <a:pt x="2457450" y="3152775"/>
                      <a:pt x="2470150" y="2959100"/>
                    </a:cubicBezTo>
                    <a:cubicBezTo>
                      <a:pt x="2482850" y="2765425"/>
                      <a:pt x="2486025" y="2491317"/>
                      <a:pt x="2463800" y="2286000"/>
                    </a:cubicBezTo>
                    <a:cubicBezTo>
                      <a:pt x="2441575" y="2080683"/>
                      <a:pt x="2402417" y="1907117"/>
                      <a:pt x="2336800" y="1727200"/>
                    </a:cubicBezTo>
                    <a:cubicBezTo>
                      <a:pt x="2271183" y="1547283"/>
                      <a:pt x="2171700" y="1358900"/>
                      <a:pt x="2070100" y="1206500"/>
                    </a:cubicBezTo>
                    <a:cubicBezTo>
                      <a:pt x="1968500" y="1054100"/>
                      <a:pt x="1864783" y="937683"/>
                      <a:pt x="1727200" y="812800"/>
                    </a:cubicBezTo>
                    <a:cubicBezTo>
                      <a:pt x="1589617" y="687917"/>
                      <a:pt x="1420283" y="564092"/>
                      <a:pt x="1244600" y="457200"/>
                    </a:cubicBezTo>
                    <a:cubicBezTo>
                      <a:pt x="1068917" y="350308"/>
                      <a:pt x="880533" y="247650"/>
                      <a:pt x="673100" y="171450"/>
                    </a:cubicBezTo>
                    <a:cubicBezTo>
                      <a:pt x="465667" y="95250"/>
                      <a:pt x="232833" y="47625"/>
                      <a:pt x="0" y="0"/>
                    </a:cubicBezTo>
                  </a:path>
                </a:pathLst>
              </a:custGeom>
              <a:noFill/>
              <a:ln w="254000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DFC5F9C8-4EF0-41BF-1854-7A2C6BAEBD9D}"/>
                  </a:ext>
                </a:extLst>
              </p:cNvPr>
              <p:cNvSpPr/>
              <p:nvPr/>
            </p:nvSpPr>
            <p:spPr>
              <a:xfrm>
                <a:off x="4342418" y="1282700"/>
                <a:ext cx="2394932" cy="3441700"/>
              </a:xfrm>
              <a:custGeom>
                <a:avLst/>
                <a:gdLst>
                  <a:gd name="connsiteX0" fmla="*/ 2394932 w 2394932"/>
                  <a:gd name="connsiteY0" fmla="*/ 3441700 h 3441700"/>
                  <a:gd name="connsiteX1" fmla="*/ 1607532 w 2394932"/>
                  <a:gd name="connsiteY1" fmla="*/ 3219450 h 3441700"/>
                  <a:gd name="connsiteX2" fmla="*/ 928082 w 2394932"/>
                  <a:gd name="connsiteY2" fmla="*/ 2832100 h 3441700"/>
                  <a:gd name="connsiteX3" fmla="*/ 464532 w 2394932"/>
                  <a:gd name="connsiteY3" fmla="*/ 2305050 h 3441700"/>
                  <a:gd name="connsiteX4" fmla="*/ 216882 w 2394932"/>
                  <a:gd name="connsiteY4" fmla="*/ 1803400 h 3441700"/>
                  <a:gd name="connsiteX5" fmla="*/ 83532 w 2394932"/>
                  <a:gd name="connsiteY5" fmla="*/ 1314450 h 3441700"/>
                  <a:gd name="connsiteX6" fmla="*/ 7332 w 2394932"/>
                  <a:gd name="connsiteY6" fmla="*/ 717550 h 3441700"/>
                  <a:gd name="connsiteX7" fmla="*/ 7332 w 2394932"/>
                  <a:gd name="connsiteY7" fmla="*/ 0 h 3441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94932" h="3441700">
                    <a:moveTo>
                      <a:pt x="2394932" y="3441700"/>
                    </a:moveTo>
                    <a:cubicBezTo>
                      <a:pt x="2123469" y="3381375"/>
                      <a:pt x="1852007" y="3321050"/>
                      <a:pt x="1607532" y="3219450"/>
                    </a:cubicBezTo>
                    <a:cubicBezTo>
                      <a:pt x="1363057" y="3117850"/>
                      <a:pt x="1118582" y="2984500"/>
                      <a:pt x="928082" y="2832100"/>
                    </a:cubicBezTo>
                    <a:cubicBezTo>
                      <a:pt x="737582" y="2679700"/>
                      <a:pt x="583065" y="2476500"/>
                      <a:pt x="464532" y="2305050"/>
                    </a:cubicBezTo>
                    <a:cubicBezTo>
                      <a:pt x="345999" y="2133600"/>
                      <a:pt x="280382" y="1968500"/>
                      <a:pt x="216882" y="1803400"/>
                    </a:cubicBezTo>
                    <a:cubicBezTo>
                      <a:pt x="153382" y="1638300"/>
                      <a:pt x="118457" y="1495425"/>
                      <a:pt x="83532" y="1314450"/>
                    </a:cubicBezTo>
                    <a:cubicBezTo>
                      <a:pt x="48607" y="1133475"/>
                      <a:pt x="20032" y="936625"/>
                      <a:pt x="7332" y="717550"/>
                    </a:cubicBezTo>
                    <a:cubicBezTo>
                      <a:pt x="-5368" y="498475"/>
                      <a:pt x="982" y="249237"/>
                      <a:pt x="7332" y="0"/>
                    </a:cubicBezTo>
                  </a:path>
                </a:pathLst>
              </a:custGeom>
              <a:noFill/>
              <a:ln w="254000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7ED220F-9793-414C-6BBF-E62C38558DDF}"/>
                </a:ext>
              </a:extLst>
            </p:cNvPr>
            <p:cNvGrpSpPr/>
            <p:nvPr/>
          </p:nvGrpSpPr>
          <p:grpSpPr>
            <a:xfrm>
              <a:off x="4371823" y="765600"/>
              <a:ext cx="3020400" cy="3962300"/>
              <a:chOff x="4371823" y="765600"/>
              <a:chExt cx="3020400" cy="3962300"/>
            </a:xfrm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B3297507-21DA-786D-A850-21D0AD0248C5}"/>
                  </a:ext>
                </a:extLst>
              </p:cNvPr>
              <p:cNvSpPr/>
              <p:nvPr/>
            </p:nvSpPr>
            <p:spPr>
              <a:xfrm rot="289076">
                <a:off x="5118317" y="1918420"/>
                <a:ext cx="981777" cy="2791326"/>
              </a:xfrm>
              <a:custGeom>
                <a:avLst/>
                <a:gdLst>
                  <a:gd name="connsiteX0" fmla="*/ 981777 w 981777"/>
                  <a:gd name="connsiteY0" fmla="*/ 2791326 h 2791326"/>
                  <a:gd name="connsiteX1" fmla="*/ 721895 w 981777"/>
                  <a:gd name="connsiteY1" fmla="*/ 1328286 h 2791326"/>
                  <a:gd name="connsiteX2" fmla="*/ 385011 w 981777"/>
                  <a:gd name="connsiteY2" fmla="*/ 548640 h 2791326"/>
                  <a:gd name="connsiteX3" fmla="*/ 0 w 981777"/>
                  <a:gd name="connsiteY3" fmla="*/ 0 h 2791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1777" h="2791326">
                    <a:moveTo>
                      <a:pt x="981777" y="2791326"/>
                    </a:moveTo>
                    <a:cubicBezTo>
                      <a:pt x="901566" y="2246696"/>
                      <a:pt x="821356" y="1702067"/>
                      <a:pt x="721895" y="1328286"/>
                    </a:cubicBezTo>
                    <a:cubicBezTo>
                      <a:pt x="622434" y="954505"/>
                      <a:pt x="505327" y="770021"/>
                      <a:pt x="385011" y="548640"/>
                    </a:cubicBezTo>
                    <a:cubicBezTo>
                      <a:pt x="264695" y="327259"/>
                      <a:pt x="132347" y="163629"/>
                      <a:pt x="0" y="0"/>
                    </a:cubicBezTo>
                  </a:path>
                </a:pathLst>
              </a:custGeom>
              <a:noFill/>
              <a:ln w="241300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8CE5E615-D328-B451-8C99-F125C131EF61}"/>
                  </a:ext>
                </a:extLst>
              </p:cNvPr>
              <p:cNvSpPr/>
              <p:nvPr/>
            </p:nvSpPr>
            <p:spPr>
              <a:xfrm rot="289076">
                <a:off x="5878201" y="2757586"/>
                <a:ext cx="174171" cy="1970314"/>
              </a:xfrm>
              <a:custGeom>
                <a:avLst/>
                <a:gdLst>
                  <a:gd name="connsiteX0" fmla="*/ 174171 w 174171"/>
                  <a:gd name="connsiteY0" fmla="*/ 1970314 h 1970314"/>
                  <a:gd name="connsiteX1" fmla="*/ 54428 w 174171"/>
                  <a:gd name="connsiteY1" fmla="*/ 1099457 h 1970314"/>
                  <a:gd name="connsiteX2" fmla="*/ 0 w 174171"/>
                  <a:gd name="connsiteY2" fmla="*/ 664029 h 1970314"/>
                  <a:gd name="connsiteX3" fmla="*/ 54428 w 174171"/>
                  <a:gd name="connsiteY3" fmla="*/ 239486 h 1970314"/>
                  <a:gd name="connsiteX4" fmla="*/ 152400 w 174171"/>
                  <a:gd name="connsiteY4" fmla="*/ 0 h 1970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171" h="1970314">
                    <a:moveTo>
                      <a:pt x="174171" y="1970314"/>
                    </a:moveTo>
                    <a:cubicBezTo>
                      <a:pt x="128813" y="1643742"/>
                      <a:pt x="83456" y="1317171"/>
                      <a:pt x="54428" y="1099457"/>
                    </a:cubicBezTo>
                    <a:cubicBezTo>
                      <a:pt x="25400" y="881743"/>
                      <a:pt x="0" y="807357"/>
                      <a:pt x="0" y="664029"/>
                    </a:cubicBezTo>
                    <a:cubicBezTo>
                      <a:pt x="0" y="520701"/>
                      <a:pt x="29028" y="350158"/>
                      <a:pt x="54428" y="239486"/>
                    </a:cubicBezTo>
                    <a:cubicBezTo>
                      <a:pt x="79828" y="128814"/>
                      <a:pt x="116114" y="64407"/>
                      <a:pt x="152400" y="0"/>
                    </a:cubicBezTo>
                  </a:path>
                </a:pathLst>
              </a:custGeom>
              <a:noFill/>
              <a:ln w="241300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2">
                <p14:nvContentPartPr>
                  <p14:cNvPr id="42" name="Ink 41">
                    <a:extLst>
                      <a:ext uri="{FF2B5EF4-FFF2-40B4-BE49-F238E27FC236}">
                        <a16:creationId xmlns:a16="http://schemas.microsoft.com/office/drawing/2014/main" id="{0368F086-D6F3-B380-D211-B7060CD6BEF0}"/>
                      </a:ext>
                    </a:extLst>
                  </p14:cNvPr>
                  <p14:cNvContentPartPr/>
                  <p14:nvPr/>
                </p14:nvContentPartPr>
                <p14:xfrm>
                  <a:off x="6216463" y="1238640"/>
                  <a:ext cx="1175760" cy="1424160"/>
                </p14:xfrm>
              </p:contentPart>
            </mc:Choice>
            <mc:Fallback xmlns="">
              <p:pic>
                <p:nvPicPr>
                  <p:cNvPr id="42" name="Ink 41">
                    <a:extLst>
                      <a:ext uri="{FF2B5EF4-FFF2-40B4-BE49-F238E27FC236}">
                        <a16:creationId xmlns:a16="http://schemas.microsoft.com/office/drawing/2014/main" id="{0368F086-D6F3-B380-D211-B7060CD6BEF0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6139945" y="1162119"/>
                    <a:ext cx="1328360" cy="157676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">
                <p14:nvContentPartPr>
                  <p14:cNvPr id="43" name="Ink 42">
                    <a:extLst>
                      <a:ext uri="{FF2B5EF4-FFF2-40B4-BE49-F238E27FC236}">
                        <a16:creationId xmlns:a16="http://schemas.microsoft.com/office/drawing/2014/main" id="{A94A4358-0D61-9AF6-D4A4-27AE85589AEF}"/>
                      </a:ext>
                    </a:extLst>
                  </p14:cNvPr>
                  <p14:cNvContentPartPr/>
                  <p14:nvPr/>
                </p14:nvContentPartPr>
                <p14:xfrm>
                  <a:off x="4371823" y="765600"/>
                  <a:ext cx="1083600" cy="1408320"/>
                </p14:xfrm>
              </p:contentPart>
            </mc:Choice>
            <mc:Fallback xmlns="">
              <p:pic>
                <p:nvPicPr>
                  <p:cNvPr id="43" name="Ink 42">
                    <a:extLst>
                      <a:ext uri="{FF2B5EF4-FFF2-40B4-BE49-F238E27FC236}">
                        <a16:creationId xmlns:a16="http://schemas.microsoft.com/office/drawing/2014/main" id="{A94A4358-0D61-9AF6-D4A4-27AE85589AEF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4295298" y="689061"/>
                    <a:ext cx="1236214" cy="1560961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4126231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96C61-0D63-EB9C-9502-C818BF864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4468B928-5EF8-A4DF-C016-60C91A1C9F82}"/>
              </a:ext>
            </a:extLst>
          </p:cNvPr>
          <p:cNvGrpSpPr>
            <a:grpSpLocks noChangeAspect="1"/>
          </p:cNvGrpSpPr>
          <p:nvPr/>
        </p:nvGrpSpPr>
        <p:grpSpPr>
          <a:xfrm>
            <a:off x="452120" y="452087"/>
            <a:ext cx="4869180" cy="6162074"/>
            <a:chOff x="2128520" y="805457"/>
            <a:chExt cx="4399280" cy="5567403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3A49412-93D7-D26F-2D9B-1D3F8A0E0826}"/>
                </a:ext>
              </a:extLst>
            </p:cNvPr>
            <p:cNvSpPr/>
            <p:nvPr/>
          </p:nvSpPr>
          <p:spPr>
            <a:xfrm>
              <a:off x="2795905" y="4644376"/>
              <a:ext cx="2873375" cy="223249"/>
            </a:xfrm>
            <a:custGeom>
              <a:avLst/>
              <a:gdLst>
                <a:gd name="connsiteX0" fmla="*/ 0 w 2873375"/>
                <a:gd name="connsiteY0" fmla="*/ 223249 h 223249"/>
                <a:gd name="connsiteX1" fmla="*/ 577850 w 2873375"/>
                <a:gd name="connsiteY1" fmla="*/ 77199 h 223249"/>
                <a:gd name="connsiteX2" fmla="*/ 1082675 w 2873375"/>
                <a:gd name="connsiteY2" fmla="*/ 16874 h 223249"/>
                <a:gd name="connsiteX3" fmla="*/ 1498600 w 2873375"/>
                <a:gd name="connsiteY3" fmla="*/ 999 h 223249"/>
                <a:gd name="connsiteX4" fmla="*/ 2022475 w 2873375"/>
                <a:gd name="connsiteY4" fmla="*/ 39099 h 223249"/>
                <a:gd name="connsiteX5" fmla="*/ 2657475 w 2873375"/>
                <a:gd name="connsiteY5" fmla="*/ 96249 h 223249"/>
                <a:gd name="connsiteX6" fmla="*/ 2873375 w 2873375"/>
                <a:gd name="connsiteY6" fmla="*/ 105774 h 223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73375" h="223249">
                  <a:moveTo>
                    <a:pt x="0" y="223249"/>
                  </a:moveTo>
                  <a:cubicBezTo>
                    <a:pt x="198702" y="167422"/>
                    <a:pt x="397404" y="111595"/>
                    <a:pt x="577850" y="77199"/>
                  </a:cubicBezTo>
                  <a:cubicBezTo>
                    <a:pt x="758296" y="42803"/>
                    <a:pt x="929217" y="29574"/>
                    <a:pt x="1082675" y="16874"/>
                  </a:cubicBezTo>
                  <a:cubicBezTo>
                    <a:pt x="1236133" y="4174"/>
                    <a:pt x="1341967" y="-2705"/>
                    <a:pt x="1498600" y="999"/>
                  </a:cubicBezTo>
                  <a:cubicBezTo>
                    <a:pt x="1655233" y="4703"/>
                    <a:pt x="2022475" y="39099"/>
                    <a:pt x="2022475" y="39099"/>
                  </a:cubicBezTo>
                  <a:lnTo>
                    <a:pt x="2657475" y="96249"/>
                  </a:lnTo>
                  <a:cubicBezTo>
                    <a:pt x="2799292" y="107361"/>
                    <a:pt x="2836333" y="106567"/>
                    <a:pt x="2873375" y="105774"/>
                  </a:cubicBezTo>
                </a:path>
              </a:pathLst>
            </a:custGeom>
            <a:noFill/>
            <a:ln w="190500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350D554-8739-4829-36A2-FCE2E5A7C79E}"/>
                </a:ext>
              </a:extLst>
            </p:cNvPr>
            <p:cNvSpPr/>
            <p:nvPr/>
          </p:nvSpPr>
          <p:spPr>
            <a:xfrm>
              <a:off x="3511550" y="5133768"/>
              <a:ext cx="2543175" cy="187532"/>
            </a:xfrm>
            <a:custGeom>
              <a:avLst/>
              <a:gdLst>
                <a:gd name="connsiteX0" fmla="*/ 0 w 2543175"/>
                <a:gd name="connsiteY0" fmla="*/ 187532 h 187532"/>
                <a:gd name="connsiteX1" fmla="*/ 428625 w 2543175"/>
                <a:gd name="connsiteY1" fmla="*/ 82757 h 187532"/>
                <a:gd name="connsiteX2" fmla="*/ 927100 w 2543175"/>
                <a:gd name="connsiteY2" fmla="*/ 25607 h 187532"/>
                <a:gd name="connsiteX3" fmla="*/ 1533525 w 2543175"/>
                <a:gd name="connsiteY3" fmla="*/ 207 h 187532"/>
                <a:gd name="connsiteX4" fmla="*/ 1879600 w 2543175"/>
                <a:gd name="connsiteY4" fmla="*/ 12907 h 187532"/>
                <a:gd name="connsiteX5" fmla="*/ 2336800 w 2543175"/>
                <a:gd name="connsiteY5" fmla="*/ 35132 h 187532"/>
                <a:gd name="connsiteX6" fmla="*/ 2543175 w 2543175"/>
                <a:gd name="connsiteY6" fmla="*/ 35132 h 18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43175" h="187532">
                  <a:moveTo>
                    <a:pt x="0" y="187532"/>
                  </a:moveTo>
                  <a:cubicBezTo>
                    <a:pt x="137054" y="148638"/>
                    <a:pt x="274108" y="109744"/>
                    <a:pt x="428625" y="82757"/>
                  </a:cubicBezTo>
                  <a:cubicBezTo>
                    <a:pt x="583142" y="55769"/>
                    <a:pt x="742950" y="39365"/>
                    <a:pt x="927100" y="25607"/>
                  </a:cubicBezTo>
                  <a:cubicBezTo>
                    <a:pt x="1111250" y="11849"/>
                    <a:pt x="1374775" y="2324"/>
                    <a:pt x="1533525" y="207"/>
                  </a:cubicBezTo>
                  <a:cubicBezTo>
                    <a:pt x="1692275" y="-1910"/>
                    <a:pt x="1879600" y="12907"/>
                    <a:pt x="1879600" y="12907"/>
                  </a:cubicBezTo>
                  <a:lnTo>
                    <a:pt x="2336800" y="35132"/>
                  </a:lnTo>
                  <a:cubicBezTo>
                    <a:pt x="2447396" y="38836"/>
                    <a:pt x="2495285" y="36984"/>
                    <a:pt x="2543175" y="35132"/>
                  </a:cubicBezTo>
                </a:path>
              </a:pathLst>
            </a:custGeom>
            <a:noFill/>
            <a:ln w="190500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F635599-ACB8-3AF1-2938-E29CE65A5BAD}"/>
                </a:ext>
              </a:extLst>
            </p:cNvPr>
            <p:cNvSpPr/>
            <p:nvPr/>
          </p:nvSpPr>
          <p:spPr>
            <a:xfrm>
              <a:off x="4084321" y="5551855"/>
              <a:ext cx="2362200" cy="390525"/>
            </a:xfrm>
            <a:custGeom>
              <a:avLst/>
              <a:gdLst>
                <a:gd name="connsiteX0" fmla="*/ 0 w 2362200"/>
                <a:gd name="connsiteY0" fmla="*/ 390525 h 390525"/>
                <a:gd name="connsiteX1" fmla="*/ 384175 w 2362200"/>
                <a:gd name="connsiteY1" fmla="*/ 276225 h 390525"/>
                <a:gd name="connsiteX2" fmla="*/ 1047750 w 2362200"/>
                <a:gd name="connsiteY2" fmla="*/ 158750 h 390525"/>
                <a:gd name="connsiteX3" fmla="*/ 1727200 w 2362200"/>
                <a:gd name="connsiteY3" fmla="*/ 88900 h 390525"/>
                <a:gd name="connsiteX4" fmla="*/ 2117725 w 2362200"/>
                <a:gd name="connsiteY4" fmla="*/ 41275 h 390525"/>
                <a:gd name="connsiteX5" fmla="*/ 2362200 w 2362200"/>
                <a:gd name="connsiteY5" fmla="*/ 0 h 390525"/>
                <a:gd name="connsiteX6" fmla="*/ 2362200 w 2362200"/>
                <a:gd name="connsiteY6" fmla="*/ 0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62200" h="390525">
                  <a:moveTo>
                    <a:pt x="0" y="390525"/>
                  </a:moveTo>
                  <a:cubicBezTo>
                    <a:pt x="104775" y="352689"/>
                    <a:pt x="209550" y="314854"/>
                    <a:pt x="384175" y="276225"/>
                  </a:cubicBezTo>
                  <a:cubicBezTo>
                    <a:pt x="558800" y="237596"/>
                    <a:pt x="823913" y="189971"/>
                    <a:pt x="1047750" y="158750"/>
                  </a:cubicBezTo>
                  <a:cubicBezTo>
                    <a:pt x="1271588" y="127529"/>
                    <a:pt x="1548871" y="108479"/>
                    <a:pt x="1727200" y="88900"/>
                  </a:cubicBezTo>
                  <a:cubicBezTo>
                    <a:pt x="1905529" y="69321"/>
                    <a:pt x="2011892" y="56092"/>
                    <a:pt x="2117725" y="41275"/>
                  </a:cubicBezTo>
                  <a:cubicBezTo>
                    <a:pt x="2223558" y="26458"/>
                    <a:pt x="2362200" y="0"/>
                    <a:pt x="2362200" y="0"/>
                  </a:cubicBezTo>
                  <a:lnTo>
                    <a:pt x="2362200" y="0"/>
                  </a:lnTo>
                </a:path>
              </a:pathLst>
            </a:custGeom>
            <a:noFill/>
            <a:ln w="190500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8A46CD8-A50F-25FA-8319-CE0BCB58AB27}"/>
                </a:ext>
              </a:extLst>
            </p:cNvPr>
            <p:cNvSpPr/>
            <p:nvPr/>
          </p:nvSpPr>
          <p:spPr>
            <a:xfrm>
              <a:off x="2164080" y="4442460"/>
              <a:ext cx="2672080" cy="1930400"/>
            </a:xfrm>
            <a:custGeom>
              <a:avLst/>
              <a:gdLst>
                <a:gd name="connsiteX0" fmla="*/ 0 w 2672080"/>
                <a:gd name="connsiteY0" fmla="*/ 0 h 1930400"/>
                <a:gd name="connsiteX1" fmla="*/ 467360 w 2672080"/>
                <a:gd name="connsiteY1" fmla="*/ 40640 h 1930400"/>
                <a:gd name="connsiteX2" fmla="*/ 919480 w 2672080"/>
                <a:gd name="connsiteY2" fmla="*/ 167640 h 1930400"/>
                <a:gd name="connsiteX3" fmla="*/ 1305560 w 2672080"/>
                <a:gd name="connsiteY3" fmla="*/ 345440 h 1930400"/>
                <a:gd name="connsiteX4" fmla="*/ 1681480 w 2672080"/>
                <a:gd name="connsiteY4" fmla="*/ 645160 h 1930400"/>
                <a:gd name="connsiteX5" fmla="*/ 2001520 w 2672080"/>
                <a:gd name="connsiteY5" fmla="*/ 1036320 h 1930400"/>
                <a:gd name="connsiteX6" fmla="*/ 2321560 w 2672080"/>
                <a:gd name="connsiteY6" fmla="*/ 1463040 h 1930400"/>
                <a:gd name="connsiteX7" fmla="*/ 2565400 w 2672080"/>
                <a:gd name="connsiteY7" fmla="*/ 1813560 h 1930400"/>
                <a:gd name="connsiteX8" fmla="*/ 2672080 w 2672080"/>
                <a:gd name="connsiteY8" fmla="*/ 1930400 h 193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72080" h="1930400">
                  <a:moveTo>
                    <a:pt x="0" y="0"/>
                  </a:moveTo>
                  <a:cubicBezTo>
                    <a:pt x="157056" y="6350"/>
                    <a:pt x="314113" y="12700"/>
                    <a:pt x="467360" y="40640"/>
                  </a:cubicBezTo>
                  <a:cubicBezTo>
                    <a:pt x="620607" y="68580"/>
                    <a:pt x="779780" y="116840"/>
                    <a:pt x="919480" y="167640"/>
                  </a:cubicBezTo>
                  <a:cubicBezTo>
                    <a:pt x="1059180" y="218440"/>
                    <a:pt x="1178560" y="265853"/>
                    <a:pt x="1305560" y="345440"/>
                  </a:cubicBezTo>
                  <a:cubicBezTo>
                    <a:pt x="1432560" y="425027"/>
                    <a:pt x="1565487" y="530013"/>
                    <a:pt x="1681480" y="645160"/>
                  </a:cubicBezTo>
                  <a:cubicBezTo>
                    <a:pt x="1797473" y="760307"/>
                    <a:pt x="1894840" y="900007"/>
                    <a:pt x="2001520" y="1036320"/>
                  </a:cubicBezTo>
                  <a:cubicBezTo>
                    <a:pt x="2108200" y="1172633"/>
                    <a:pt x="2227580" y="1333500"/>
                    <a:pt x="2321560" y="1463040"/>
                  </a:cubicBezTo>
                  <a:cubicBezTo>
                    <a:pt x="2415540" y="1592580"/>
                    <a:pt x="2506980" y="1735667"/>
                    <a:pt x="2565400" y="1813560"/>
                  </a:cubicBezTo>
                  <a:cubicBezTo>
                    <a:pt x="2623820" y="1891453"/>
                    <a:pt x="2647950" y="1910926"/>
                    <a:pt x="2672080" y="1930400"/>
                  </a:cubicBezTo>
                </a:path>
              </a:pathLst>
            </a:custGeom>
            <a:noFill/>
            <a:ln w="190500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B7A9294-1D7D-9FFD-9828-D28BACD95DD9}"/>
                </a:ext>
              </a:extLst>
            </p:cNvPr>
            <p:cNvSpPr/>
            <p:nvPr/>
          </p:nvSpPr>
          <p:spPr>
            <a:xfrm>
              <a:off x="3576320" y="4284980"/>
              <a:ext cx="2092960" cy="1874520"/>
            </a:xfrm>
            <a:custGeom>
              <a:avLst/>
              <a:gdLst>
                <a:gd name="connsiteX0" fmla="*/ 0 w 2092960"/>
                <a:gd name="connsiteY0" fmla="*/ 0 h 1874520"/>
                <a:gd name="connsiteX1" fmla="*/ 269240 w 2092960"/>
                <a:gd name="connsiteY1" fmla="*/ 35560 h 1874520"/>
                <a:gd name="connsiteX2" fmla="*/ 492760 w 2092960"/>
                <a:gd name="connsiteY2" fmla="*/ 142240 h 1874520"/>
                <a:gd name="connsiteX3" fmla="*/ 751840 w 2092960"/>
                <a:gd name="connsiteY3" fmla="*/ 294640 h 1874520"/>
                <a:gd name="connsiteX4" fmla="*/ 1061720 w 2092960"/>
                <a:gd name="connsiteY4" fmla="*/ 584200 h 1874520"/>
                <a:gd name="connsiteX5" fmla="*/ 1315720 w 2092960"/>
                <a:gd name="connsiteY5" fmla="*/ 934720 h 1874520"/>
                <a:gd name="connsiteX6" fmla="*/ 1518920 w 2092960"/>
                <a:gd name="connsiteY6" fmla="*/ 1264920 h 1874520"/>
                <a:gd name="connsiteX7" fmla="*/ 1706880 w 2092960"/>
                <a:gd name="connsiteY7" fmla="*/ 1518920 h 1874520"/>
                <a:gd name="connsiteX8" fmla="*/ 1925320 w 2092960"/>
                <a:gd name="connsiteY8" fmla="*/ 1747520 h 1874520"/>
                <a:gd name="connsiteX9" fmla="*/ 2092960 w 2092960"/>
                <a:gd name="connsiteY9" fmla="*/ 1874520 h 1874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92960" h="1874520">
                  <a:moveTo>
                    <a:pt x="0" y="0"/>
                  </a:moveTo>
                  <a:cubicBezTo>
                    <a:pt x="93556" y="5926"/>
                    <a:pt x="187113" y="11853"/>
                    <a:pt x="269240" y="35560"/>
                  </a:cubicBezTo>
                  <a:cubicBezTo>
                    <a:pt x="351367" y="59267"/>
                    <a:pt x="412327" y="99060"/>
                    <a:pt x="492760" y="142240"/>
                  </a:cubicBezTo>
                  <a:cubicBezTo>
                    <a:pt x="573193" y="185420"/>
                    <a:pt x="657013" y="220980"/>
                    <a:pt x="751840" y="294640"/>
                  </a:cubicBezTo>
                  <a:cubicBezTo>
                    <a:pt x="846667" y="368300"/>
                    <a:pt x="967740" y="477520"/>
                    <a:pt x="1061720" y="584200"/>
                  </a:cubicBezTo>
                  <a:cubicBezTo>
                    <a:pt x="1155700" y="690880"/>
                    <a:pt x="1239520" y="821267"/>
                    <a:pt x="1315720" y="934720"/>
                  </a:cubicBezTo>
                  <a:cubicBezTo>
                    <a:pt x="1391920" y="1048173"/>
                    <a:pt x="1453727" y="1167553"/>
                    <a:pt x="1518920" y="1264920"/>
                  </a:cubicBezTo>
                  <a:cubicBezTo>
                    <a:pt x="1584113" y="1362287"/>
                    <a:pt x="1639147" y="1438487"/>
                    <a:pt x="1706880" y="1518920"/>
                  </a:cubicBezTo>
                  <a:cubicBezTo>
                    <a:pt x="1774613" y="1599353"/>
                    <a:pt x="1860973" y="1688253"/>
                    <a:pt x="1925320" y="1747520"/>
                  </a:cubicBezTo>
                  <a:cubicBezTo>
                    <a:pt x="1989667" y="1806787"/>
                    <a:pt x="2041313" y="1840653"/>
                    <a:pt x="2092960" y="1874520"/>
                  </a:cubicBezTo>
                </a:path>
              </a:pathLst>
            </a:custGeom>
            <a:noFill/>
            <a:ln w="190500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E6D7E28-6B42-011B-7B8D-2FC92EEF9E78}"/>
                </a:ext>
              </a:extLst>
            </p:cNvPr>
            <p:cNvSpPr/>
            <p:nvPr/>
          </p:nvSpPr>
          <p:spPr>
            <a:xfrm>
              <a:off x="5049520" y="4427220"/>
              <a:ext cx="1478280" cy="1508760"/>
            </a:xfrm>
            <a:custGeom>
              <a:avLst/>
              <a:gdLst>
                <a:gd name="connsiteX0" fmla="*/ 0 w 1478280"/>
                <a:gd name="connsiteY0" fmla="*/ 0 h 1508760"/>
                <a:gd name="connsiteX1" fmla="*/ 167640 w 1478280"/>
                <a:gd name="connsiteY1" fmla="*/ 101600 h 1508760"/>
                <a:gd name="connsiteX2" fmla="*/ 304800 w 1478280"/>
                <a:gd name="connsiteY2" fmla="*/ 274320 h 1508760"/>
                <a:gd name="connsiteX3" fmla="*/ 523240 w 1478280"/>
                <a:gd name="connsiteY3" fmla="*/ 635000 h 1508760"/>
                <a:gd name="connsiteX4" fmla="*/ 807720 w 1478280"/>
                <a:gd name="connsiteY4" fmla="*/ 1000760 h 1508760"/>
                <a:gd name="connsiteX5" fmla="*/ 1148080 w 1478280"/>
                <a:gd name="connsiteY5" fmla="*/ 1315720 h 1508760"/>
                <a:gd name="connsiteX6" fmla="*/ 1376680 w 1478280"/>
                <a:gd name="connsiteY6" fmla="*/ 1473200 h 1508760"/>
                <a:gd name="connsiteX7" fmla="*/ 1478280 w 1478280"/>
                <a:gd name="connsiteY7" fmla="*/ 1508760 h 1508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78280" h="1508760">
                  <a:moveTo>
                    <a:pt x="0" y="0"/>
                  </a:moveTo>
                  <a:cubicBezTo>
                    <a:pt x="58420" y="27940"/>
                    <a:pt x="116840" y="55880"/>
                    <a:pt x="167640" y="101600"/>
                  </a:cubicBezTo>
                  <a:cubicBezTo>
                    <a:pt x="218440" y="147320"/>
                    <a:pt x="245533" y="185420"/>
                    <a:pt x="304800" y="274320"/>
                  </a:cubicBezTo>
                  <a:cubicBezTo>
                    <a:pt x="364067" y="363220"/>
                    <a:pt x="439420" y="513927"/>
                    <a:pt x="523240" y="635000"/>
                  </a:cubicBezTo>
                  <a:cubicBezTo>
                    <a:pt x="607060" y="756073"/>
                    <a:pt x="703580" y="887307"/>
                    <a:pt x="807720" y="1000760"/>
                  </a:cubicBezTo>
                  <a:cubicBezTo>
                    <a:pt x="911860" y="1114213"/>
                    <a:pt x="1053253" y="1236980"/>
                    <a:pt x="1148080" y="1315720"/>
                  </a:cubicBezTo>
                  <a:cubicBezTo>
                    <a:pt x="1242907" y="1394460"/>
                    <a:pt x="1321647" y="1441027"/>
                    <a:pt x="1376680" y="1473200"/>
                  </a:cubicBezTo>
                  <a:cubicBezTo>
                    <a:pt x="1431713" y="1505373"/>
                    <a:pt x="1454996" y="1507066"/>
                    <a:pt x="1478280" y="1508760"/>
                  </a:cubicBezTo>
                </a:path>
              </a:pathLst>
            </a:custGeom>
            <a:noFill/>
            <a:ln w="190500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10FC46FB-965F-59C0-5A1F-E51134BE8341}"/>
                </a:ext>
              </a:extLst>
            </p:cNvPr>
            <p:cNvGrpSpPr>
              <a:grpSpLocks noChangeAspect="1"/>
            </p:cNvGrpSpPr>
            <p:nvPr/>
          </p:nvGrpSpPr>
          <p:grpSpPr>
            <a:xfrm rot="21216832" flipH="1">
              <a:off x="2232493" y="805457"/>
              <a:ext cx="2635297" cy="3414678"/>
              <a:chOff x="4252692" y="579765"/>
              <a:chExt cx="3139531" cy="4148135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4AF3F7D3-14E0-110D-B326-E8723451185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21519283">
                <a:off x="4252692" y="579765"/>
                <a:ext cx="1324603" cy="1831474"/>
                <a:chOff x="4342418" y="1282700"/>
                <a:chExt cx="2493781" cy="3448050"/>
              </a:xfrm>
            </p:grpSpPr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887F35E4-A28B-D217-9885-AFD3BAC8FEBB}"/>
                    </a:ext>
                  </a:extLst>
                </p:cNvPr>
                <p:cNvSpPr/>
                <p:nvPr/>
              </p:nvSpPr>
              <p:spPr>
                <a:xfrm>
                  <a:off x="4356100" y="1282700"/>
                  <a:ext cx="2480099" cy="3448050"/>
                </a:xfrm>
                <a:custGeom>
                  <a:avLst/>
                  <a:gdLst>
                    <a:gd name="connsiteX0" fmla="*/ 2387600 w 2480099"/>
                    <a:gd name="connsiteY0" fmla="*/ 3448050 h 3448050"/>
                    <a:gd name="connsiteX1" fmla="*/ 2470150 w 2480099"/>
                    <a:gd name="connsiteY1" fmla="*/ 2959100 h 3448050"/>
                    <a:gd name="connsiteX2" fmla="*/ 2463800 w 2480099"/>
                    <a:gd name="connsiteY2" fmla="*/ 2286000 h 3448050"/>
                    <a:gd name="connsiteX3" fmla="*/ 2336800 w 2480099"/>
                    <a:gd name="connsiteY3" fmla="*/ 1727200 h 3448050"/>
                    <a:gd name="connsiteX4" fmla="*/ 2070100 w 2480099"/>
                    <a:gd name="connsiteY4" fmla="*/ 1206500 h 3448050"/>
                    <a:gd name="connsiteX5" fmla="*/ 1727200 w 2480099"/>
                    <a:gd name="connsiteY5" fmla="*/ 812800 h 3448050"/>
                    <a:gd name="connsiteX6" fmla="*/ 1244600 w 2480099"/>
                    <a:gd name="connsiteY6" fmla="*/ 457200 h 3448050"/>
                    <a:gd name="connsiteX7" fmla="*/ 673100 w 2480099"/>
                    <a:gd name="connsiteY7" fmla="*/ 171450 h 3448050"/>
                    <a:gd name="connsiteX8" fmla="*/ 0 w 2480099"/>
                    <a:gd name="connsiteY8" fmla="*/ 0 h 3448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480099" h="3448050">
                      <a:moveTo>
                        <a:pt x="2387600" y="3448050"/>
                      </a:moveTo>
                      <a:cubicBezTo>
                        <a:pt x="2422525" y="3300412"/>
                        <a:pt x="2457450" y="3152775"/>
                        <a:pt x="2470150" y="2959100"/>
                      </a:cubicBezTo>
                      <a:cubicBezTo>
                        <a:pt x="2482850" y="2765425"/>
                        <a:pt x="2486025" y="2491317"/>
                        <a:pt x="2463800" y="2286000"/>
                      </a:cubicBezTo>
                      <a:cubicBezTo>
                        <a:pt x="2441575" y="2080683"/>
                        <a:pt x="2402417" y="1907117"/>
                        <a:pt x="2336800" y="1727200"/>
                      </a:cubicBezTo>
                      <a:cubicBezTo>
                        <a:pt x="2271183" y="1547283"/>
                        <a:pt x="2171700" y="1358900"/>
                        <a:pt x="2070100" y="1206500"/>
                      </a:cubicBezTo>
                      <a:cubicBezTo>
                        <a:pt x="1968500" y="1054100"/>
                        <a:pt x="1864783" y="937683"/>
                        <a:pt x="1727200" y="812800"/>
                      </a:cubicBezTo>
                      <a:cubicBezTo>
                        <a:pt x="1589617" y="687917"/>
                        <a:pt x="1420283" y="564092"/>
                        <a:pt x="1244600" y="457200"/>
                      </a:cubicBezTo>
                      <a:cubicBezTo>
                        <a:pt x="1068917" y="350308"/>
                        <a:pt x="880533" y="247650"/>
                        <a:pt x="673100" y="171450"/>
                      </a:cubicBezTo>
                      <a:cubicBezTo>
                        <a:pt x="465667" y="95250"/>
                        <a:pt x="232833" y="47625"/>
                        <a:pt x="0" y="0"/>
                      </a:cubicBezTo>
                    </a:path>
                  </a:pathLst>
                </a:custGeom>
                <a:noFill/>
                <a:ln w="254000" cap="rnd">
                  <a:solidFill>
                    <a:srgbClr val="10B98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D9DA4068-22D2-FF4D-1D91-DF062867C295}"/>
                    </a:ext>
                  </a:extLst>
                </p:cNvPr>
                <p:cNvSpPr/>
                <p:nvPr/>
              </p:nvSpPr>
              <p:spPr>
                <a:xfrm>
                  <a:off x="4342418" y="1282700"/>
                  <a:ext cx="2394932" cy="3441700"/>
                </a:xfrm>
                <a:custGeom>
                  <a:avLst/>
                  <a:gdLst>
                    <a:gd name="connsiteX0" fmla="*/ 2394932 w 2394932"/>
                    <a:gd name="connsiteY0" fmla="*/ 3441700 h 3441700"/>
                    <a:gd name="connsiteX1" fmla="*/ 1607532 w 2394932"/>
                    <a:gd name="connsiteY1" fmla="*/ 3219450 h 3441700"/>
                    <a:gd name="connsiteX2" fmla="*/ 928082 w 2394932"/>
                    <a:gd name="connsiteY2" fmla="*/ 2832100 h 3441700"/>
                    <a:gd name="connsiteX3" fmla="*/ 464532 w 2394932"/>
                    <a:gd name="connsiteY3" fmla="*/ 2305050 h 3441700"/>
                    <a:gd name="connsiteX4" fmla="*/ 216882 w 2394932"/>
                    <a:gd name="connsiteY4" fmla="*/ 1803400 h 3441700"/>
                    <a:gd name="connsiteX5" fmla="*/ 83532 w 2394932"/>
                    <a:gd name="connsiteY5" fmla="*/ 1314450 h 3441700"/>
                    <a:gd name="connsiteX6" fmla="*/ 7332 w 2394932"/>
                    <a:gd name="connsiteY6" fmla="*/ 717550 h 3441700"/>
                    <a:gd name="connsiteX7" fmla="*/ 7332 w 2394932"/>
                    <a:gd name="connsiteY7" fmla="*/ 0 h 3441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394932" h="3441700">
                      <a:moveTo>
                        <a:pt x="2394932" y="3441700"/>
                      </a:moveTo>
                      <a:cubicBezTo>
                        <a:pt x="2123469" y="3381375"/>
                        <a:pt x="1852007" y="3321050"/>
                        <a:pt x="1607532" y="3219450"/>
                      </a:cubicBezTo>
                      <a:cubicBezTo>
                        <a:pt x="1363057" y="3117850"/>
                        <a:pt x="1118582" y="2984500"/>
                        <a:pt x="928082" y="2832100"/>
                      </a:cubicBezTo>
                      <a:cubicBezTo>
                        <a:pt x="737582" y="2679700"/>
                        <a:pt x="583065" y="2476500"/>
                        <a:pt x="464532" y="2305050"/>
                      </a:cubicBezTo>
                      <a:cubicBezTo>
                        <a:pt x="345999" y="2133600"/>
                        <a:pt x="280382" y="1968500"/>
                        <a:pt x="216882" y="1803400"/>
                      </a:cubicBezTo>
                      <a:cubicBezTo>
                        <a:pt x="153382" y="1638300"/>
                        <a:pt x="118457" y="1495425"/>
                        <a:pt x="83532" y="1314450"/>
                      </a:cubicBezTo>
                      <a:cubicBezTo>
                        <a:pt x="48607" y="1133475"/>
                        <a:pt x="20032" y="936625"/>
                        <a:pt x="7332" y="717550"/>
                      </a:cubicBezTo>
                      <a:cubicBezTo>
                        <a:pt x="-5368" y="498475"/>
                        <a:pt x="982" y="249237"/>
                        <a:pt x="7332" y="0"/>
                      </a:cubicBezTo>
                    </a:path>
                  </a:pathLst>
                </a:custGeom>
                <a:noFill/>
                <a:ln w="254000" cap="rnd">
                  <a:solidFill>
                    <a:srgbClr val="10B98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650CACEE-A4E6-1BD2-F497-0653FB85585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289076" flipH="1">
                <a:off x="6114183" y="1160226"/>
                <a:ext cx="1210464" cy="1682891"/>
                <a:chOff x="4342418" y="1282700"/>
                <a:chExt cx="2493781" cy="3448050"/>
              </a:xfrm>
            </p:grpSpPr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A4A969FC-EF03-939A-E679-DF45DF52E537}"/>
                    </a:ext>
                  </a:extLst>
                </p:cNvPr>
                <p:cNvSpPr/>
                <p:nvPr/>
              </p:nvSpPr>
              <p:spPr>
                <a:xfrm>
                  <a:off x="4356100" y="1282700"/>
                  <a:ext cx="2480099" cy="3448050"/>
                </a:xfrm>
                <a:custGeom>
                  <a:avLst/>
                  <a:gdLst>
                    <a:gd name="connsiteX0" fmla="*/ 2387600 w 2480099"/>
                    <a:gd name="connsiteY0" fmla="*/ 3448050 h 3448050"/>
                    <a:gd name="connsiteX1" fmla="*/ 2470150 w 2480099"/>
                    <a:gd name="connsiteY1" fmla="*/ 2959100 h 3448050"/>
                    <a:gd name="connsiteX2" fmla="*/ 2463800 w 2480099"/>
                    <a:gd name="connsiteY2" fmla="*/ 2286000 h 3448050"/>
                    <a:gd name="connsiteX3" fmla="*/ 2336800 w 2480099"/>
                    <a:gd name="connsiteY3" fmla="*/ 1727200 h 3448050"/>
                    <a:gd name="connsiteX4" fmla="*/ 2070100 w 2480099"/>
                    <a:gd name="connsiteY4" fmla="*/ 1206500 h 3448050"/>
                    <a:gd name="connsiteX5" fmla="*/ 1727200 w 2480099"/>
                    <a:gd name="connsiteY5" fmla="*/ 812800 h 3448050"/>
                    <a:gd name="connsiteX6" fmla="*/ 1244600 w 2480099"/>
                    <a:gd name="connsiteY6" fmla="*/ 457200 h 3448050"/>
                    <a:gd name="connsiteX7" fmla="*/ 673100 w 2480099"/>
                    <a:gd name="connsiteY7" fmla="*/ 171450 h 3448050"/>
                    <a:gd name="connsiteX8" fmla="*/ 0 w 2480099"/>
                    <a:gd name="connsiteY8" fmla="*/ 0 h 3448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480099" h="3448050">
                      <a:moveTo>
                        <a:pt x="2387600" y="3448050"/>
                      </a:moveTo>
                      <a:cubicBezTo>
                        <a:pt x="2422525" y="3300412"/>
                        <a:pt x="2457450" y="3152775"/>
                        <a:pt x="2470150" y="2959100"/>
                      </a:cubicBezTo>
                      <a:cubicBezTo>
                        <a:pt x="2482850" y="2765425"/>
                        <a:pt x="2486025" y="2491317"/>
                        <a:pt x="2463800" y="2286000"/>
                      </a:cubicBezTo>
                      <a:cubicBezTo>
                        <a:pt x="2441575" y="2080683"/>
                        <a:pt x="2402417" y="1907117"/>
                        <a:pt x="2336800" y="1727200"/>
                      </a:cubicBezTo>
                      <a:cubicBezTo>
                        <a:pt x="2271183" y="1547283"/>
                        <a:pt x="2171700" y="1358900"/>
                        <a:pt x="2070100" y="1206500"/>
                      </a:cubicBezTo>
                      <a:cubicBezTo>
                        <a:pt x="1968500" y="1054100"/>
                        <a:pt x="1864783" y="937683"/>
                        <a:pt x="1727200" y="812800"/>
                      </a:cubicBezTo>
                      <a:cubicBezTo>
                        <a:pt x="1589617" y="687917"/>
                        <a:pt x="1420283" y="564092"/>
                        <a:pt x="1244600" y="457200"/>
                      </a:cubicBezTo>
                      <a:cubicBezTo>
                        <a:pt x="1068917" y="350308"/>
                        <a:pt x="880533" y="247650"/>
                        <a:pt x="673100" y="171450"/>
                      </a:cubicBezTo>
                      <a:cubicBezTo>
                        <a:pt x="465667" y="95250"/>
                        <a:pt x="232833" y="47625"/>
                        <a:pt x="0" y="0"/>
                      </a:cubicBezTo>
                    </a:path>
                  </a:pathLst>
                </a:custGeom>
                <a:noFill/>
                <a:ln w="254000" cap="rnd">
                  <a:solidFill>
                    <a:srgbClr val="10B98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77CB8DEC-9475-0278-3D4E-644850AED1CF}"/>
                    </a:ext>
                  </a:extLst>
                </p:cNvPr>
                <p:cNvSpPr/>
                <p:nvPr/>
              </p:nvSpPr>
              <p:spPr>
                <a:xfrm>
                  <a:off x="4342418" y="1282700"/>
                  <a:ext cx="2394932" cy="3441700"/>
                </a:xfrm>
                <a:custGeom>
                  <a:avLst/>
                  <a:gdLst>
                    <a:gd name="connsiteX0" fmla="*/ 2394932 w 2394932"/>
                    <a:gd name="connsiteY0" fmla="*/ 3441700 h 3441700"/>
                    <a:gd name="connsiteX1" fmla="*/ 1607532 w 2394932"/>
                    <a:gd name="connsiteY1" fmla="*/ 3219450 h 3441700"/>
                    <a:gd name="connsiteX2" fmla="*/ 928082 w 2394932"/>
                    <a:gd name="connsiteY2" fmla="*/ 2832100 h 3441700"/>
                    <a:gd name="connsiteX3" fmla="*/ 464532 w 2394932"/>
                    <a:gd name="connsiteY3" fmla="*/ 2305050 h 3441700"/>
                    <a:gd name="connsiteX4" fmla="*/ 216882 w 2394932"/>
                    <a:gd name="connsiteY4" fmla="*/ 1803400 h 3441700"/>
                    <a:gd name="connsiteX5" fmla="*/ 83532 w 2394932"/>
                    <a:gd name="connsiteY5" fmla="*/ 1314450 h 3441700"/>
                    <a:gd name="connsiteX6" fmla="*/ 7332 w 2394932"/>
                    <a:gd name="connsiteY6" fmla="*/ 717550 h 3441700"/>
                    <a:gd name="connsiteX7" fmla="*/ 7332 w 2394932"/>
                    <a:gd name="connsiteY7" fmla="*/ 0 h 3441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394932" h="3441700">
                      <a:moveTo>
                        <a:pt x="2394932" y="3441700"/>
                      </a:moveTo>
                      <a:cubicBezTo>
                        <a:pt x="2123469" y="3381375"/>
                        <a:pt x="1852007" y="3321050"/>
                        <a:pt x="1607532" y="3219450"/>
                      </a:cubicBezTo>
                      <a:cubicBezTo>
                        <a:pt x="1363057" y="3117850"/>
                        <a:pt x="1118582" y="2984500"/>
                        <a:pt x="928082" y="2832100"/>
                      </a:cubicBezTo>
                      <a:cubicBezTo>
                        <a:pt x="737582" y="2679700"/>
                        <a:pt x="583065" y="2476500"/>
                        <a:pt x="464532" y="2305050"/>
                      </a:cubicBezTo>
                      <a:cubicBezTo>
                        <a:pt x="345999" y="2133600"/>
                        <a:pt x="280382" y="1968500"/>
                        <a:pt x="216882" y="1803400"/>
                      </a:cubicBezTo>
                      <a:cubicBezTo>
                        <a:pt x="153382" y="1638300"/>
                        <a:pt x="118457" y="1495425"/>
                        <a:pt x="83532" y="1314450"/>
                      </a:cubicBezTo>
                      <a:cubicBezTo>
                        <a:pt x="48607" y="1133475"/>
                        <a:pt x="20032" y="936625"/>
                        <a:pt x="7332" y="717550"/>
                      </a:cubicBezTo>
                      <a:cubicBezTo>
                        <a:pt x="-5368" y="498475"/>
                        <a:pt x="982" y="249237"/>
                        <a:pt x="7332" y="0"/>
                      </a:cubicBezTo>
                    </a:path>
                  </a:pathLst>
                </a:custGeom>
                <a:noFill/>
                <a:ln w="254000" cap="rnd">
                  <a:solidFill>
                    <a:srgbClr val="10B98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695F7530-2DCF-2216-A93D-8691D97A2BEA}"/>
                  </a:ext>
                </a:extLst>
              </p:cNvPr>
              <p:cNvGrpSpPr/>
              <p:nvPr/>
            </p:nvGrpSpPr>
            <p:grpSpPr>
              <a:xfrm>
                <a:off x="4371823" y="765600"/>
                <a:ext cx="3020400" cy="3962300"/>
                <a:chOff x="4371823" y="765600"/>
                <a:chExt cx="3020400" cy="3962300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24F40618-A24A-07B4-B446-D6A227062797}"/>
                    </a:ext>
                  </a:extLst>
                </p:cNvPr>
                <p:cNvSpPr/>
                <p:nvPr/>
              </p:nvSpPr>
              <p:spPr>
                <a:xfrm rot="289076">
                  <a:off x="5118317" y="1918420"/>
                  <a:ext cx="981777" cy="2791326"/>
                </a:xfrm>
                <a:custGeom>
                  <a:avLst/>
                  <a:gdLst>
                    <a:gd name="connsiteX0" fmla="*/ 981777 w 981777"/>
                    <a:gd name="connsiteY0" fmla="*/ 2791326 h 2791326"/>
                    <a:gd name="connsiteX1" fmla="*/ 721895 w 981777"/>
                    <a:gd name="connsiteY1" fmla="*/ 1328286 h 2791326"/>
                    <a:gd name="connsiteX2" fmla="*/ 385011 w 981777"/>
                    <a:gd name="connsiteY2" fmla="*/ 548640 h 2791326"/>
                    <a:gd name="connsiteX3" fmla="*/ 0 w 981777"/>
                    <a:gd name="connsiteY3" fmla="*/ 0 h 2791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81777" h="2791326">
                      <a:moveTo>
                        <a:pt x="981777" y="2791326"/>
                      </a:moveTo>
                      <a:cubicBezTo>
                        <a:pt x="901566" y="2246696"/>
                        <a:pt x="821356" y="1702067"/>
                        <a:pt x="721895" y="1328286"/>
                      </a:cubicBezTo>
                      <a:cubicBezTo>
                        <a:pt x="622434" y="954505"/>
                        <a:pt x="505327" y="770021"/>
                        <a:pt x="385011" y="548640"/>
                      </a:cubicBezTo>
                      <a:cubicBezTo>
                        <a:pt x="264695" y="327259"/>
                        <a:pt x="132347" y="163629"/>
                        <a:pt x="0" y="0"/>
                      </a:cubicBezTo>
                    </a:path>
                  </a:pathLst>
                </a:custGeom>
                <a:noFill/>
                <a:ln w="241300" cap="rnd">
                  <a:solidFill>
                    <a:srgbClr val="10B98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E62602A8-30A9-2F27-2242-CC190756F4B9}"/>
                    </a:ext>
                  </a:extLst>
                </p:cNvPr>
                <p:cNvSpPr/>
                <p:nvPr/>
              </p:nvSpPr>
              <p:spPr>
                <a:xfrm rot="289076">
                  <a:off x="5878201" y="2757586"/>
                  <a:ext cx="174171" cy="1970314"/>
                </a:xfrm>
                <a:custGeom>
                  <a:avLst/>
                  <a:gdLst>
                    <a:gd name="connsiteX0" fmla="*/ 174171 w 174171"/>
                    <a:gd name="connsiteY0" fmla="*/ 1970314 h 1970314"/>
                    <a:gd name="connsiteX1" fmla="*/ 54428 w 174171"/>
                    <a:gd name="connsiteY1" fmla="*/ 1099457 h 1970314"/>
                    <a:gd name="connsiteX2" fmla="*/ 0 w 174171"/>
                    <a:gd name="connsiteY2" fmla="*/ 664029 h 1970314"/>
                    <a:gd name="connsiteX3" fmla="*/ 54428 w 174171"/>
                    <a:gd name="connsiteY3" fmla="*/ 239486 h 1970314"/>
                    <a:gd name="connsiteX4" fmla="*/ 152400 w 174171"/>
                    <a:gd name="connsiteY4" fmla="*/ 0 h 19703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171" h="1970314">
                      <a:moveTo>
                        <a:pt x="174171" y="1970314"/>
                      </a:moveTo>
                      <a:cubicBezTo>
                        <a:pt x="128813" y="1643742"/>
                        <a:pt x="83456" y="1317171"/>
                        <a:pt x="54428" y="1099457"/>
                      </a:cubicBezTo>
                      <a:cubicBezTo>
                        <a:pt x="25400" y="881743"/>
                        <a:pt x="0" y="807357"/>
                        <a:pt x="0" y="664029"/>
                      </a:cubicBezTo>
                      <a:cubicBezTo>
                        <a:pt x="0" y="520701"/>
                        <a:pt x="29028" y="350158"/>
                        <a:pt x="54428" y="239486"/>
                      </a:cubicBezTo>
                      <a:cubicBezTo>
                        <a:pt x="79828" y="128814"/>
                        <a:pt x="116114" y="64407"/>
                        <a:pt x="152400" y="0"/>
                      </a:cubicBezTo>
                    </a:path>
                  </a:pathLst>
                </a:custGeom>
                <a:noFill/>
                <a:ln w="241300" cap="rnd">
                  <a:solidFill>
                    <a:srgbClr val="10B98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mc:AlternateContent xmlns:mc="http://schemas.openxmlformats.org/markup-compatibility/2006" xmlns:p14="http://schemas.microsoft.com/office/powerpoint/2010/main">
              <mc:Choice Requires="p14">
                <p:contentPart p14:bwMode="auto" r:id="rId2">
                  <p14:nvContentPartPr>
                    <p14:cNvPr id="42" name="Ink 41">
                      <a:extLst>
                        <a:ext uri="{FF2B5EF4-FFF2-40B4-BE49-F238E27FC236}">
                          <a16:creationId xmlns:a16="http://schemas.microsoft.com/office/drawing/2014/main" id="{992170A4-5984-CE96-0308-888DF3C71F7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216463" y="1238640"/>
                    <a:ext cx="1175760" cy="1424160"/>
                  </p14:xfrm>
                </p:contentPart>
              </mc:Choice>
              <mc:Fallback xmlns="">
                <p:pic>
                  <p:nvPicPr>
                    <p:cNvPr id="42" name="Ink 41">
                      <a:extLst>
                        <a:ext uri="{FF2B5EF4-FFF2-40B4-BE49-F238E27FC236}">
                          <a16:creationId xmlns:a16="http://schemas.microsoft.com/office/drawing/2014/main" id="{992170A4-5984-CE96-0308-888DF3C71F7F}"/>
                        </a:ext>
                      </a:extLst>
                    </p:cNvPr>
                    <p:cNvPicPr/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6149055" y="1169506"/>
                      <a:ext cx="1310963" cy="1562033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">
                  <p14:nvContentPartPr>
                    <p14:cNvPr id="43" name="Ink 42">
                      <a:extLst>
                        <a:ext uri="{FF2B5EF4-FFF2-40B4-BE49-F238E27FC236}">
                          <a16:creationId xmlns:a16="http://schemas.microsoft.com/office/drawing/2014/main" id="{A639070E-6C46-CEDD-317A-9AECD07387DA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371823" y="765600"/>
                    <a:ext cx="1083600" cy="1408320"/>
                  </p14:xfrm>
                </p:contentPart>
              </mc:Choice>
              <mc:Fallback xmlns="">
                <p:pic>
                  <p:nvPicPr>
                    <p:cNvPr id="43" name="Ink 42">
                      <a:extLst>
                        <a:ext uri="{FF2B5EF4-FFF2-40B4-BE49-F238E27FC236}">
                          <a16:creationId xmlns:a16="http://schemas.microsoft.com/office/drawing/2014/main" id="{A639070E-6C46-CEDD-317A-9AECD07387DA}"/>
                        </a:ext>
                      </a:extLst>
                    </p:cNvPr>
                    <p:cNvPicPr/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4304025" y="696448"/>
                      <a:ext cx="1218808" cy="1546228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358F12C-D949-0ED4-E4A7-0A7268E4590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917744" y="2539725"/>
              <a:ext cx="463708" cy="1716718"/>
              <a:chOff x="7145738" y="2088424"/>
              <a:chExt cx="1834479" cy="6791513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5533D901-171F-80CB-7110-D9E40450C35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145744" y="4047472"/>
                <a:ext cx="1834473" cy="891510"/>
              </a:xfrm>
              <a:custGeom>
                <a:avLst/>
                <a:gdLst>
                  <a:gd name="connsiteX0" fmla="*/ 893826 w 1787652"/>
                  <a:gd name="connsiteY0" fmla="*/ 0 h 891510"/>
                  <a:gd name="connsiteX1" fmla="*/ 1783171 w 1787652"/>
                  <a:gd name="connsiteY1" fmla="*/ 802748 h 891510"/>
                  <a:gd name="connsiteX2" fmla="*/ 1787652 w 1787652"/>
                  <a:gd name="connsiteY2" fmla="*/ 891510 h 891510"/>
                  <a:gd name="connsiteX3" fmla="*/ 0 w 1787652"/>
                  <a:gd name="connsiteY3" fmla="*/ 891510 h 891510"/>
                  <a:gd name="connsiteX4" fmla="*/ 4481 w 1787652"/>
                  <a:gd name="connsiteY4" fmla="*/ 802748 h 891510"/>
                  <a:gd name="connsiteX5" fmla="*/ 893826 w 1787652"/>
                  <a:gd name="connsiteY5" fmla="*/ 0 h 891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87652" h="891510">
                    <a:moveTo>
                      <a:pt x="893826" y="0"/>
                    </a:moveTo>
                    <a:cubicBezTo>
                      <a:pt x="1356688" y="0"/>
                      <a:pt x="1737391" y="351856"/>
                      <a:pt x="1783171" y="802748"/>
                    </a:cubicBezTo>
                    <a:lnTo>
                      <a:pt x="1787652" y="891510"/>
                    </a:lnTo>
                    <a:lnTo>
                      <a:pt x="0" y="891510"/>
                    </a:lnTo>
                    <a:lnTo>
                      <a:pt x="4481" y="802748"/>
                    </a:lnTo>
                    <a:cubicBezTo>
                      <a:pt x="50261" y="351856"/>
                      <a:pt x="430964" y="0"/>
                      <a:pt x="893826" y="0"/>
                    </a:cubicBezTo>
                    <a:close/>
                  </a:path>
                </a:pathLst>
              </a:custGeom>
              <a:solidFill>
                <a:srgbClr val="A7F3D0"/>
              </a:solidFill>
              <a:ln>
                <a:solidFill>
                  <a:srgbClr val="A7F3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GB"/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1B6002CE-D0A9-3D37-C15C-CF4A8A1AC96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145738" y="2088424"/>
                <a:ext cx="1834472" cy="6791513"/>
                <a:chOff x="4025900" y="2626683"/>
                <a:chExt cx="291249" cy="1078251"/>
              </a:xfrm>
            </p:grpSpPr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D35EFFE7-3F7B-EF5B-DCE6-6B774F3109E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043134" y="2626683"/>
                  <a:ext cx="257004" cy="257066"/>
                </a:xfrm>
                <a:prstGeom prst="ellipse">
                  <a:avLst/>
                </a:prstGeom>
                <a:solidFill>
                  <a:srgbClr val="A7F3D0"/>
                </a:solidFill>
                <a:ln>
                  <a:solidFill>
                    <a:srgbClr val="A7F3D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0B14D89-7EEC-8182-D48A-CD372C4D8A05}"/>
                    </a:ext>
                  </a:extLst>
                </p:cNvPr>
                <p:cNvSpPr/>
                <p:nvPr/>
              </p:nvSpPr>
              <p:spPr>
                <a:xfrm>
                  <a:off x="4025900" y="3079250"/>
                  <a:ext cx="291249" cy="625684"/>
                </a:xfrm>
                <a:prstGeom prst="rect">
                  <a:avLst/>
                </a:prstGeom>
                <a:solidFill>
                  <a:srgbClr val="A7F3D0"/>
                </a:solidFill>
                <a:ln>
                  <a:solidFill>
                    <a:srgbClr val="A7F3D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8FE6163-0371-EF42-9154-46D678BB36A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480685" y="3175421"/>
              <a:ext cx="382373" cy="1133968"/>
              <a:chOff x="7145739" y="1567458"/>
              <a:chExt cx="2465760" cy="7312480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745AB4CD-E53F-2629-B464-3655DC5A6C0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145740" y="4047475"/>
                <a:ext cx="2465758" cy="891509"/>
              </a:xfrm>
              <a:custGeom>
                <a:avLst/>
                <a:gdLst>
                  <a:gd name="connsiteX0" fmla="*/ 893826 w 1787652"/>
                  <a:gd name="connsiteY0" fmla="*/ 0 h 891510"/>
                  <a:gd name="connsiteX1" fmla="*/ 1783171 w 1787652"/>
                  <a:gd name="connsiteY1" fmla="*/ 802748 h 891510"/>
                  <a:gd name="connsiteX2" fmla="*/ 1787652 w 1787652"/>
                  <a:gd name="connsiteY2" fmla="*/ 891510 h 891510"/>
                  <a:gd name="connsiteX3" fmla="*/ 0 w 1787652"/>
                  <a:gd name="connsiteY3" fmla="*/ 891510 h 891510"/>
                  <a:gd name="connsiteX4" fmla="*/ 4481 w 1787652"/>
                  <a:gd name="connsiteY4" fmla="*/ 802748 h 891510"/>
                  <a:gd name="connsiteX5" fmla="*/ 893826 w 1787652"/>
                  <a:gd name="connsiteY5" fmla="*/ 0 h 891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87652" h="891510">
                    <a:moveTo>
                      <a:pt x="893826" y="0"/>
                    </a:moveTo>
                    <a:cubicBezTo>
                      <a:pt x="1356688" y="0"/>
                      <a:pt x="1737391" y="351856"/>
                      <a:pt x="1783171" y="802748"/>
                    </a:cubicBezTo>
                    <a:lnTo>
                      <a:pt x="1787652" y="891510"/>
                    </a:lnTo>
                    <a:lnTo>
                      <a:pt x="0" y="891510"/>
                    </a:lnTo>
                    <a:lnTo>
                      <a:pt x="4481" y="802748"/>
                    </a:lnTo>
                    <a:cubicBezTo>
                      <a:pt x="50261" y="351856"/>
                      <a:pt x="430964" y="0"/>
                      <a:pt x="893826" y="0"/>
                    </a:cubicBezTo>
                    <a:close/>
                  </a:path>
                </a:pathLst>
              </a:custGeom>
              <a:solidFill>
                <a:srgbClr val="A7F3D0"/>
              </a:solidFill>
              <a:ln>
                <a:solidFill>
                  <a:srgbClr val="A7F3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GB"/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64892069-570F-7C68-31E1-A30E67FDDFC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145739" y="1567458"/>
                <a:ext cx="2465760" cy="7312480"/>
                <a:chOff x="4025899" y="2543972"/>
                <a:chExt cx="391475" cy="1160962"/>
              </a:xfrm>
            </p:grpSpPr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024264E8-BB42-9359-5190-2351DEACB4E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060190" y="2543972"/>
                  <a:ext cx="322893" cy="322968"/>
                </a:xfrm>
                <a:prstGeom prst="ellipse">
                  <a:avLst/>
                </a:prstGeom>
                <a:solidFill>
                  <a:srgbClr val="A7F3D0"/>
                </a:solidFill>
                <a:ln>
                  <a:solidFill>
                    <a:srgbClr val="A7F3D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47B621E4-E26F-FA38-F40C-ECB5F2254248}"/>
                    </a:ext>
                  </a:extLst>
                </p:cNvPr>
                <p:cNvSpPr/>
                <p:nvPr/>
              </p:nvSpPr>
              <p:spPr>
                <a:xfrm>
                  <a:off x="4025899" y="3079250"/>
                  <a:ext cx="391475" cy="625684"/>
                </a:xfrm>
                <a:prstGeom prst="rect">
                  <a:avLst/>
                </a:prstGeom>
                <a:solidFill>
                  <a:srgbClr val="A7F3D0"/>
                </a:solidFill>
                <a:ln>
                  <a:solidFill>
                    <a:srgbClr val="A7F3D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</p:grpSp>
        </p:grp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3B0B4B1-2EF4-76EF-3DC4-AFB30B8E75A8}"/>
                </a:ext>
              </a:extLst>
            </p:cNvPr>
            <p:cNvSpPr/>
            <p:nvPr/>
          </p:nvSpPr>
          <p:spPr>
            <a:xfrm>
              <a:off x="2128520" y="4277619"/>
              <a:ext cx="2895600" cy="162673"/>
            </a:xfrm>
            <a:custGeom>
              <a:avLst/>
              <a:gdLst>
                <a:gd name="connsiteX0" fmla="*/ 0 w 2895600"/>
                <a:gd name="connsiteY0" fmla="*/ 162673 h 162673"/>
                <a:gd name="connsiteX1" fmla="*/ 1483360 w 2895600"/>
                <a:gd name="connsiteY1" fmla="*/ 113 h 162673"/>
                <a:gd name="connsiteX2" fmla="*/ 2895600 w 2895600"/>
                <a:gd name="connsiteY2" fmla="*/ 142353 h 16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95600" h="162673">
                  <a:moveTo>
                    <a:pt x="0" y="162673"/>
                  </a:moveTo>
                  <a:cubicBezTo>
                    <a:pt x="500380" y="83086"/>
                    <a:pt x="1000760" y="3500"/>
                    <a:pt x="1483360" y="113"/>
                  </a:cubicBezTo>
                  <a:cubicBezTo>
                    <a:pt x="1965960" y="-3274"/>
                    <a:pt x="2430780" y="69539"/>
                    <a:pt x="2895600" y="142353"/>
                  </a:cubicBezTo>
                </a:path>
              </a:pathLst>
            </a:custGeom>
            <a:noFill/>
            <a:ln w="190500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0692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4A4246-6564-20B9-453F-69223FC1E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F0CECC2-81B4-8FEA-79D3-D02B60DE72A6}"/>
              </a:ext>
            </a:extLst>
          </p:cNvPr>
          <p:cNvGrpSpPr>
            <a:grpSpLocks noChangeAspect="1"/>
          </p:cNvGrpSpPr>
          <p:nvPr/>
        </p:nvGrpSpPr>
        <p:grpSpPr>
          <a:xfrm>
            <a:off x="452120" y="452087"/>
            <a:ext cx="4869180" cy="6162074"/>
            <a:chOff x="2128520" y="805455"/>
            <a:chExt cx="4399279" cy="556739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D16322D5-8233-3F28-D0E2-842B42C23A55}"/>
                </a:ext>
              </a:extLst>
            </p:cNvPr>
            <p:cNvSpPr/>
            <p:nvPr/>
          </p:nvSpPr>
          <p:spPr>
            <a:xfrm rot="181795">
              <a:off x="2911393" y="4675393"/>
              <a:ext cx="2873375" cy="223249"/>
            </a:xfrm>
            <a:custGeom>
              <a:avLst/>
              <a:gdLst>
                <a:gd name="connsiteX0" fmla="*/ 0 w 2873375"/>
                <a:gd name="connsiteY0" fmla="*/ 223249 h 223249"/>
                <a:gd name="connsiteX1" fmla="*/ 577850 w 2873375"/>
                <a:gd name="connsiteY1" fmla="*/ 77199 h 223249"/>
                <a:gd name="connsiteX2" fmla="*/ 1082675 w 2873375"/>
                <a:gd name="connsiteY2" fmla="*/ 16874 h 223249"/>
                <a:gd name="connsiteX3" fmla="*/ 1498600 w 2873375"/>
                <a:gd name="connsiteY3" fmla="*/ 999 h 223249"/>
                <a:gd name="connsiteX4" fmla="*/ 2022475 w 2873375"/>
                <a:gd name="connsiteY4" fmla="*/ 39099 h 223249"/>
                <a:gd name="connsiteX5" fmla="*/ 2657475 w 2873375"/>
                <a:gd name="connsiteY5" fmla="*/ 96249 h 223249"/>
                <a:gd name="connsiteX6" fmla="*/ 2873375 w 2873375"/>
                <a:gd name="connsiteY6" fmla="*/ 105774 h 223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73375" h="223249">
                  <a:moveTo>
                    <a:pt x="0" y="223249"/>
                  </a:moveTo>
                  <a:cubicBezTo>
                    <a:pt x="198702" y="167422"/>
                    <a:pt x="397404" y="111595"/>
                    <a:pt x="577850" y="77199"/>
                  </a:cubicBezTo>
                  <a:cubicBezTo>
                    <a:pt x="758296" y="42803"/>
                    <a:pt x="929217" y="29574"/>
                    <a:pt x="1082675" y="16874"/>
                  </a:cubicBezTo>
                  <a:cubicBezTo>
                    <a:pt x="1236133" y="4174"/>
                    <a:pt x="1341967" y="-2705"/>
                    <a:pt x="1498600" y="999"/>
                  </a:cubicBezTo>
                  <a:cubicBezTo>
                    <a:pt x="1655233" y="4703"/>
                    <a:pt x="2022475" y="39099"/>
                    <a:pt x="2022475" y="39099"/>
                  </a:cubicBezTo>
                  <a:lnTo>
                    <a:pt x="2657475" y="96249"/>
                  </a:lnTo>
                  <a:cubicBezTo>
                    <a:pt x="2799292" y="107361"/>
                    <a:pt x="2836333" y="106567"/>
                    <a:pt x="2873375" y="105774"/>
                  </a:cubicBezTo>
                </a:path>
              </a:pathLst>
            </a:custGeom>
            <a:noFill/>
            <a:ln w="190500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13B3613-AA8D-9052-1457-126D6468D58E}"/>
                </a:ext>
              </a:extLst>
            </p:cNvPr>
            <p:cNvSpPr/>
            <p:nvPr/>
          </p:nvSpPr>
          <p:spPr>
            <a:xfrm>
              <a:off x="3530699" y="5219020"/>
              <a:ext cx="2543174" cy="187532"/>
            </a:xfrm>
            <a:custGeom>
              <a:avLst/>
              <a:gdLst>
                <a:gd name="connsiteX0" fmla="*/ 0 w 2543175"/>
                <a:gd name="connsiteY0" fmla="*/ 187532 h 187532"/>
                <a:gd name="connsiteX1" fmla="*/ 428625 w 2543175"/>
                <a:gd name="connsiteY1" fmla="*/ 82757 h 187532"/>
                <a:gd name="connsiteX2" fmla="*/ 927100 w 2543175"/>
                <a:gd name="connsiteY2" fmla="*/ 25607 h 187532"/>
                <a:gd name="connsiteX3" fmla="*/ 1533525 w 2543175"/>
                <a:gd name="connsiteY3" fmla="*/ 207 h 187532"/>
                <a:gd name="connsiteX4" fmla="*/ 1879600 w 2543175"/>
                <a:gd name="connsiteY4" fmla="*/ 12907 h 187532"/>
                <a:gd name="connsiteX5" fmla="*/ 2336800 w 2543175"/>
                <a:gd name="connsiteY5" fmla="*/ 35132 h 187532"/>
                <a:gd name="connsiteX6" fmla="*/ 2543175 w 2543175"/>
                <a:gd name="connsiteY6" fmla="*/ 35132 h 18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43175" h="187532">
                  <a:moveTo>
                    <a:pt x="0" y="187532"/>
                  </a:moveTo>
                  <a:cubicBezTo>
                    <a:pt x="137054" y="148638"/>
                    <a:pt x="274108" y="109744"/>
                    <a:pt x="428625" y="82757"/>
                  </a:cubicBezTo>
                  <a:cubicBezTo>
                    <a:pt x="583142" y="55769"/>
                    <a:pt x="742950" y="39365"/>
                    <a:pt x="927100" y="25607"/>
                  </a:cubicBezTo>
                  <a:cubicBezTo>
                    <a:pt x="1111250" y="11849"/>
                    <a:pt x="1374775" y="2324"/>
                    <a:pt x="1533525" y="207"/>
                  </a:cubicBezTo>
                  <a:cubicBezTo>
                    <a:pt x="1692275" y="-1910"/>
                    <a:pt x="1879600" y="12907"/>
                    <a:pt x="1879600" y="12907"/>
                  </a:cubicBezTo>
                  <a:lnTo>
                    <a:pt x="2336800" y="35132"/>
                  </a:lnTo>
                  <a:cubicBezTo>
                    <a:pt x="2447396" y="38836"/>
                    <a:pt x="2495285" y="36984"/>
                    <a:pt x="2543175" y="35132"/>
                  </a:cubicBezTo>
                </a:path>
              </a:pathLst>
            </a:custGeom>
            <a:noFill/>
            <a:ln w="190500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EC66E8E-4C96-3D7F-EB51-85ED405EFBC0}"/>
                </a:ext>
              </a:extLst>
            </p:cNvPr>
            <p:cNvSpPr/>
            <p:nvPr/>
          </p:nvSpPr>
          <p:spPr>
            <a:xfrm>
              <a:off x="4084321" y="5551842"/>
              <a:ext cx="2362200" cy="390524"/>
            </a:xfrm>
            <a:custGeom>
              <a:avLst/>
              <a:gdLst>
                <a:gd name="connsiteX0" fmla="*/ 0 w 2362200"/>
                <a:gd name="connsiteY0" fmla="*/ 390525 h 390525"/>
                <a:gd name="connsiteX1" fmla="*/ 384175 w 2362200"/>
                <a:gd name="connsiteY1" fmla="*/ 276225 h 390525"/>
                <a:gd name="connsiteX2" fmla="*/ 1047750 w 2362200"/>
                <a:gd name="connsiteY2" fmla="*/ 158750 h 390525"/>
                <a:gd name="connsiteX3" fmla="*/ 1727200 w 2362200"/>
                <a:gd name="connsiteY3" fmla="*/ 88900 h 390525"/>
                <a:gd name="connsiteX4" fmla="*/ 2117725 w 2362200"/>
                <a:gd name="connsiteY4" fmla="*/ 41275 h 390525"/>
                <a:gd name="connsiteX5" fmla="*/ 2362200 w 2362200"/>
                <a:gd name="connsiteY5" fmla="*/ 0 h 390525"/>
                <a:gd name="connsiteX6" fmla="*/ 2362200 w 2362200"/>
                <a:gd name="connsiteY6" fmla="*/ 0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62200" h="390525">
                  <a:moveTo>
                    <a:pt x="0" y="390525"/>
                  </a:moveTo>
                  <a:cubicBezTo>
                    <a:pt x="104775" y="352689"/>
                    <a:pt x="209550" y="314854"/>
                    <a:pt x="384175" y="276225"/>
                  </a:cubicBezTo>
                  <a:cubicBezTo>
                    <a:pt x="558800" y="237596"/>
                    <a:pt x="823913" y="189971"/>
                    <a:pt x="1047750" y="158750"/>
                  </a:cubicBezTo>
                  <a:cubicBezTo>
                    <a:pt x="1271588" y="127529"/>
                    <a:pt x="1548871" y="108479"/>
                    <a:pt x="1727200" y="88900"/>
                  </a:cubicBezTo>
                  <a:cubicBezTo>
                    <a:pt x="1905529" y="69321"/>
                    <a:pt x="2011892" y="56092"/>
                    <a:pt x="2117725" y="41275"/>
                  </a:cubicBezTo>
                  <a:cubicBezTo>
                    <a:pt x="2223558" y="26458"/>
                    <a:pt x="2362200" y="0"/>
                    <a:pt x="2362200" y="0"/>
                  </a:cubicBezTo>
                  <a:lnTo>
                    <a:pt x="2362200" y="0"/>
                  </a:lnTo>
                </a:path>
              </a:pathLst>
            </a:custGeom>
            <a:noFill/>
            <a:ln w="190500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E8B3CBD-BD14-2284-E1FE-9B454D52AEB6}"/>
                </a:ext>
              </a:extLst>
            </p:cNvPr>
            <p:cNvSpPr/>
            <p:nvPr/>
          </p:nvSpPr>
          <p:spPr>
            <a:xfrm>
              <a:off x="2164080" y="4442449"/>
              <a:ext cx="2672080" cy="1930396"/>
            </a:xfrm>
            <a:custGeom>
              <a:avLst/>
              <a:gdLst>
                <a:gd name="connsiteX0" fmla="*/ 0 w 2672080"/>
                <a:gd name="connsiteY0" fmla="*/ 0 h 1930400"/>
                <a:gd name="connsiteX1" fmla="*/ 467360 w 2672080"/>
                <a:gd name="connsiteY1" fmla="*/ 40640 h 1930400"/>
                <a:gd name="connsiteX2" fmla="*/ 919480 w 2672080"/>
                <a:gd name="connsiteY2" fmla="*/ 167640 h 1930400"/>
                <a:gd name="connsiteX3" fmla="*/ 1305560 w 2672080"/>
                <a:gd name="connsiteY3" fmla="*/ 345440 h 1930400"/>
                <a:gd name="connsiteX4" fmla="*/ 1681480 w 2672080"/>
                <a:gd name="connsiteY4" fmla="*/ 645160 h 1930400"/>
                <a:gd name="connsiteX5" fmla="*/ 2001520 w 2672080"/>
                <a:gd name="connsiteY5" fmla="*/ 1036320 h 1930400"/>
                <a:gd name="connsiteX6" fmla="*/ 2321560 w 2672080"/>
                <a:gd name="connsiteY6" fmla="*/ 1463040 h 1930400"/>
                <a:gd name="connsiteX7" fmla="*/ 2565400 w 2672080"/>
                <a:gd name="connsiteY7" fmla="*/ 1813560 h 1930400"/>
                <a:gd name="connsiteX8" fmla="*/ 2672080 w 2672080"/>
                <a:gd name="connsiteY8" fmla="*/ 1930400 h 193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72080" h="1930400">
                  <a:moveTo>
                    <a:pt x="0" y="0"/>
                  </a:moveTo>
                  <a:cubicBezTo>
                    <a:pt x="157056" y="6350"/>
                    <a:pt x="314113" y="12700"/>
                    <a:pt x="467360" y="40640"/>
                  </a:cubicBezTo>
                  <a:cubicBezTo>
                    <a:pt x="620607" y="68580"/>
                    <a:pt x="779780" y="116840"/>
                    <a:pt x="919480" y="167640"/>
                  </a:cubicBezTo>
                  <a:cubicBezTo>
                    <a:pt x="1059180" y="218440"/>
                    <a:pt x="1178560" y="265853"/>
                    <a:pt x="1305560" y="345440"/>
                  </a:cubicBezTo>
                  <a:cubicBezTo>
                    <a:pt x="1432560" y="425027"/>
                    <a:pt x="1565487" y="530013"/>
                    <a:pt x="1681480" y="645160"/>
                  </a:cubicBezTo>
                  <a:cubicBezTo>
                    <a:pt x="1797473" y="760307"/>
                    <a:pt x="1894840" y="900007"/>
                    <a:pt x="2001520" y="1036320"/>
                  </a:cubicBezTo>
                  <a:cubicBezTo>
                    <a:pt x="2108200" y="1172633"/>
                    <a:pt x="2227580" y="1333500"/>
                    <a:pt x="2321560" y="1463040"/>
                  </a:cubicBezTo>
                  <a:cubicBezTo>
                    <a:pt x="2415540" y="1592580"/>
                    <a:pt x="2506980" y="1735667"/>
                    <a:pt x="2565400" y="1813560"/>
                  </a:cubicBezTo>
                  <a:cubicBezTo>
                    <a:pt x="2623820" y="1891453"/>
                    <a:pt x="2647950" y="1910926"/>
                    <a:pt x="2672080" y="1930400"/>
                  </a:cubicBezTo>
                </a:path>
              </a:pathLst>
            </a:custGeom>
            <a:noFill/>
            <a:ln w="190500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2795F20-6A9D-3041-C2E8-5AC2B119D72C}"/>
                </a:ext>
              </a:extLst>
            </p:cNvPr>
            <p:cNvSpPr/>
            <p:nvPr/>
          </p:nvSpPr>
          <p:spPr>
            <a:xfrm>
              <a:off x="3576320" y="4284970"/>
              <a:ext cx="2092959" cy="1874516"/>
            </a:xfrm>
            <a:custGeom>
              <a:avLst/>
              <a:gdLst>
                <a:gd name="connsiteX0" fmla="*/ 0 w 2092960"/>
                <a:gd name="connsiteY0" fmla="*/ 0 h 1874520"/>
                <a:gd name="connsiteX1" fmla="*/ 269240 w 2092960"/>
                <a:gd name="connsiteY1" fmla="*/ 35560 h 1874520"/>
                <a:gd name="connsiteX2" fmla="*/ 492760 w 2092960"/>
                <a:gd name="connsiteY2" fmla="*/ 142240 h 1874520"/>
                <a:gd name="connsiteX3" fmla="*/ 751840 w 2092960"/>
                <a:gd name="connsiteY3" fmla="*/ 294640 h 1874520"/>
                <a:gd name="connsiteX4" fmla="*/ 1061720 w 2092960"/>
                <a:gd name="connsiteY4" fmla="*/ 584200 h 1874520"/>
                <a:gd name="connsiteX5" fmla="*/ 1315720 w 2092960"/>
                <a:gd name="connsiteY5" fmla="*/ 934720 h 1874520"/>
                <a:gd name="connsiteX6" fmla="*/ 1518920 w 2092960"/>
                <a:gd name="connsiteY6" fmla="*/ 1264920 h 1874520"/>
                <a:gd name="connsiteX7" fmla="*/ 1706880 w 2092960"/>
                <a:gd name="connsiteY7" fmla="*/ 1518920 h 1874520"/>
                <a:gd name="connsiteX8" fmla="*/ 1925320 w 2092960"/>
                <a:gd name="connsiteY8" fmla="*/ 1747520 h 1874520"/>
                <a:gd name="connsiteX9" fmla="*/ 2092960 w 2092960"/>
                <a:gd name="connsiteY9" fmla="*/ 1874520 h 1874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92960" h="1874520">
                  <a:moveTo>
                    <a:pt x="0" y="0"/>
                  </a:moveTo>
                  <a:cubicBezTo>
                    <a:pt x="93556" y="5926"/>
                    <a:pt x="187113" y="11853"/>
                    <a:pt x="269240" y="35560"/>
                  </a:cubicBezTo>
                  <a:cubicBezTo>
                    <a:pt x="351367" y="59267"/>
                    <a:pt x="412327" y="99060"/>
                    <a:pt x="492760" y="142240"/>
                  </a:cubicBezTo>
                  <a:cubicBezTo>
                    <a:pt x="573193" y="185420"/>
                    <a:pt x="657013" y="220980"/>
                    <a:pt x="751840" y="294640"/>
                  </a:cubicBezTo>
                  <a:cubicBezTo>
                    <a:pt x="846667" y="368300"/>
                    <a:pt x="967740" y="477520"/>
                    <a:pt x="1061720" y="584200"/>
                  </a:cubicBezTo>
                  <a:cubicBezTo>
                    <a:pt x="1155700" y="690880"/>
                    <a:pt x="1239520" y="821267"/>
                    <a:pt x="1315720" y="934720"/>
                  </a:cubicBezTo>
                  <a:cubicBezTo>
                    <a:pt x="1391920" y="1048173"/>
                    <a:pt x="1453727" y="1167553"/>
                    <a:pt x="1518920" y="1264920"/>
                  </a:cubicBezTo>
                  <a:cubicBezTo>
                    <a:pt x="1584113" y="1362287"/>
                    <a:pt x="1639147" y="1438487"/>
                    <a:pt x="1706880" y="1518920"/>
                  </a:cubicBezTo>
                  <a:cubicBezTo>
                    <a:pt x="1774613" y="1599353"/>
                    <a:pt x="1860973" y="1688253"/>
                    <a:pt x="1925320" y="1747520"/>
                  </a:cubicBezTo>
                  <a:cubicBezTo>
                    <a:pt x="1989667" y="1806787"/>
                    <a:pt x="2041313" y="1840653"/>
                    <a:pt x="2092960" y="1874520"/>
                  </a:cubicBezTo>
                </a:path>
              </a:pathLst>
            </a:custGeom>
            <a:noFill/>
            <a:ln w="190500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B930E36-9BDC-48B1-BBD0-51DB8CC3D97D}"/>
                </a:ext>
              </a:extLst>
            </p:cNvPr>
            <p:cNvSpPr/>
            <p:nvPr/>
          </p:nvSpPr>
          <p:spPr>
            <a:xfrm>
              <a:off x="5049520" y="4427209"/>
              <a:ext cx="1478279" cy="1508756"/>
            </a:xfrm>
            <a:custGeom>
              <a:avLst/>
              <a:gdLst>
                <a:gd name="connsiteX0" fmla="*/ 0 w 1478280"/>
                <a:gd name="connsiteY0" fmla="*/ 0 h 1508760"/>
                <a:gd name="connsiteX1" fmla="*/ 167640 w 1478280"/>
                <a:gd name="connsiteY1" fmla="*/ 101600 h 1508760"/>
                <a:gd name="connsiteX2" fmla="*/ 304800 w 1478280"/>
                <a:gd name="connsiteY2" fmla="*/ 274320 h 1508760"/>
                <a:gd name="connsiteX3" fmla="*/ 523240 w 1478280"/>
                <a:gd name="connsiteY3" fmla="*/ 635000 h 1508760"/>
                <a:gd name="connsiteX4" fmla="*/ 807720 w 1478280"/>
                <a:gd name="connsiteY4" fmla="*/ 1000760 h 1508760"/>
                <a:gd name="connsiteX5" fmla="*/ 1148080 w 1478280"/>
                <a:gd name="connsiteY5" fmla="*/ 1315720 h 1508760"/>
                <a:gd name="connsiteX6" fmla="*/ 1376680 w 1478280"/>
                <a:gd name="connsiteY6" fmla="*/ 1473200 h 1508760"/>
                <a:gd name="connsiteX7" fmla="*/ 1478280 w 1478280"/>
                <a:gd name="connsiteY7" fmla="*/ 1508760 h 1508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78280" h="1508760">
                  <a:moveTo>
                    <a:pt x="0" y="0"/>
                  </a:moveTo>
                  <a:cubicBezTo>
                    <a:pt x="58420" y="27940"/>
                    <a:pt x="116840" y="55880"/>
                    <a:pt x="167640" y="101600"/>
                  </a:cubicBezTo>
                  <a:cubicBezTo>
                    <a:pt x="218440" y="147320"/>
                    <a:pt x="245533" y="185420"/>
                    <a:pt x="304800" y="274320"/>
                  </a:cubicBezTo>
                  <a:cubicBezTo>
                    <a:pt x="364067" y="363220"/>
                    <a:pt x="439420" y="513927"/>
                    <a:pt x="523240" y="635000"/>
                  </a:cubicBezTo>
                  <a:cubicBezTo>
                    <a:pt x="607060" y="756073"/>
                    <a:pt x="703580" y="887307"/>
                    <a:pt x="807720" y="1000760"/>
                  </a:cubicBezTo>
                  <a:cubicBezTo>
                    <a:pt x="911860" y="1114213"/>
                    <a:pt x="1053253" y="1236980"/>
                    <a:pt x="1148080" y="1315720"/>
                  </a:cubicBezTo>
                  <a:cubicBezTo>
                    <a:pt x="1242907" y="1394460"/>
                    <a:pt x="1321647" y="1441027"/>
                    <a:pt x="1376680" y="1473200"/>
                  </a:cubicBezTo>
                  <a:cubicBezTo>
                    <a:pt x="1431713" y="1505373"/>
                    <a:pt x="1454996" y="1507066"/>
                    <a:pt x="1478280" y="1508760"/>
                  </a:cubicBezTo>
                </a:path>
              </a:pathLst>
            </a:custGeom>
            <a:noFill/>
            <a:ln w="190500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67EF2A4-0130-649E-7DF9-F2ABF75F771E}"/>
                </a:ext>
              </a:extLst>
            </p:cNvPr>
            <p:cNvGrpSpPr>
              <a:grpSpLocks noChangeAspect="1"/>
            </p:cNvGrpSpPr>
            <p:nvPr/>
          </p:nvGrpSpPr>
          <p:grpSpPr>
            <a:xfrm rot="21216832" flipH="1">
              <a:off x="2232493" y="805455"/>
              <a:ext cx="2635297" cy="3414670"/>
              <a:chOff x="4252692" y="579765"/>
              <a:chExt cx="3139531" cy="4148135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59272D8-3238-9420-421E-D355025A995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21519283">
                <a:off x="4252692" y="579765"/>
                <a:ext cx="1324603" cy="1831474"/>
                <a:chOff x="4342418" y="1282700"/>
                <a:chExt cx="2493781" cy="3448050"/>
              </a:xfrm>
            </p:grpSpPr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28208D89-7B77-6B82-72D9-E9732AAF3B88}"/>
                    </a:ext>
                  </a:extLst>
                </p:cNvPr>
                <p:cNvSpPr/>
                <p:nvPr/>
              </p:nvSpPr>
              <p:spPr>
                <a:xfrm>
                  <a:off x="4356100" y="1282700"/>
                  <a:ext cx="2480099" cy="3448050"/>
                </a:xfrm>
                <a:custGeom>
                  <a:avLst/>
                  <a:gdLst>
                    <a:gd name="connsiteX0" fmla="*/ 2387600 w 2480099"/>
                    <a:gd name="connsiteY0" fmla="*/ 3448050 h 3448050"/>
                    <a:gd name="connsiteX1" fmla="*/ 2470150 w 2480099"/>
                    <a:gd name="connsiteY1" fmla="*/ 2959100 h 3448050"/>
                    <a:gd name="connsiteX2" fmla="*/ 2463800 w 2480099"/>
                    <a:gd name="connsiteY2" fmla="*/ 2286000 h 3448050"/>
                    <a:gd name="connsiteX3" fmla="*/ 2336800 w 2480099"/>
                    <a:gd name="connsiteY3" fmla="*/ 1727200 h 3448050"/>
                    <a:gd name="connsiteX4" fmla="*/ 2070100 w 2480099"/>
                    <a:gd name="connsiteY4" fmla="*/ 1206500 h 3448050"/>
                    <a:gd name="connsiteX5" fmla="*/ 1727200 w 2480099"/>
                    <a:gd name="connsiteY5" fmla="*/ 812800 h 3448050"/>
                    <a:gd name="connsiteX6" fmla="*/ 1244600 w 2480099"/>
                    <a:gd name="connsiteY6" fmla="*/ 457200 h 3448050"/>
                    <a:gd name="connsiteX7" fmla="*/ 673100 w 2480099"/>
                    <a:gd name="connsiteY7" fmla="*/ 171450 h 3448050"/>
                    <a:gd name="connsiteX8" fmla="*/ 0 w 2480099"/>
                    <a:gd name="connsiteY8" fmla="*/ 0 h 3448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480099" h="3448050">
                      <a:moveTo>
                        <a:pt x="2387600" y="3448050"/>
                      </a:moveTo>
                      <a:cubicBezTo>
                        <a:pt x="2422525" y="3300412"/>
                        <a:pt x="2457450" y="3152775"/>
                        <a:pt x="2470150" y="2959100"/>
                      </a:cubicBezTo>
                      <a:cubicBezTo>
                        <a:pt x="2482850" y="2765425"/>
                        <a:pt x="2486025" y="2491317"/>
                        <a:pt x="2463800" y="2286000"/>
                      </a:cubicBezTo>
                      <a:cubicBezTo>
                        <a:pt x="2441575" y="2080683"/>
                        <a:pt x="2402417" y="1907117"/>
                        <a:pt x="2336800" y="1727200"/>
                      </a:cubicBezTo>
                      <a:cubicBezTo>
                        <a:pt x="2271183" y="1547283"/>
                        <a:pt x="2171700" y="1358900"/>
                        <a:pt x="2070100" y="1206500"/>
                      </a:cubicBezTo>
                      <a:cubicBezTo>
                        <a:pt x="1968500" y="1054100"/>
                        <a:pt x="1864783" y="937683"/>
                        <a:pt x="1727200" y="812800"/>
                      </a:cubicBezTo>
                      <a:cubicBezTo>
                        <a:pt x="1589617" y="687917"/>
                        <a:pt x="1420283" y="564092"/>
                        <a:pt x="1244600" y="457200"/>
                      </a:cubicBezTo>
                      <a:cubicBezTo>
                        <a:pt x="1068917" y="350308"/>
                        <a:pt x="880533" y="247650"/>
                        <a:pt x="673100" y="171450"/>
                      </a:cubicBezTo>
                      <a:cubicBezTo>
                        <a:pt x="465667" y="95250"/>
                        <a:pt x="232833" y="47625"/>
                        <a:pt x="0" y="0"/>
                      </a:cubicBezTo>
                    </a:path>
                  </a:pathLst>
                </a:custGeom>
                <a:noFill/>
                <a:ln w="254000" cap="rnd">
                  <a:solidFill>
                    <a:srgbClr val="10B98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8E001E8F-6752-C53D-7165-A14511087CE9}"/>
                    </a:ext>
                  </a:extLst>
                </p:cNvPr>
                <p:cNvSpPr/>
                <p:nvPr/>
              </p:nvSpPr>
              <p:spPr>
                <a:xfrm>
                  <a:off x="4342418" y="1282700"/>
                  <a:ext cx="2394932" cy="3441700"/>
                </a:xfrm>
                <a:custGeom>
                  <a:avLst/>
                  <a:gdLst>
                    <a:gd name="connsiteX0" fmla="*/ 2394932 w 2394932"/>
                    <a:gd name="connsiteY0" fmla="*/ 3441700 h 3441700"/>
                    <a:gd name="connsiteX1" fmla="*/ 1607532 w 2394932"/>
                    <a:gd name="connsiteY1" fmla="*/ 3219450 h 3441700"/>
                    <a:gd name="connsiteX2" fmla="*/ 928082 w 2394932"/>
                    <a:gd name="connsiteY2" fmla="*/ 2832100 h 3441700"/>
                    <a:gd name="connsiteX3" fmla="*/ 464532 w 2394932"/>
                    <a:gd name="connsiteY3" fmla="*/ 2305050 h 3441700"/>
                    <a:gd name="connsiteX4" fmla="*/ 216882 w 2394932"/>
                    <a:gd name="connsiteY4" fmla="*/ 1803400 h 3441700"/>
                    <a:gd name="connsiteX5" fmla="*/ 83532 w 2394932"/>
                    <a:gd name="connsiteY5" fmla="*/ 1314450 h 3441700"/>
                    <a:gd name="connsiteX6" fmla="*/ 7332 w 2394932"/>
                    <a:gd name="connsiteY6" fmla="*/ 717550 h 3441700"/>
                    <a:gd name="connsiteX7" fmla="*/ 7332 w 2394932"/>
                    <a:gd name="connsiteY7" fmla="*/ 0 h 3441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394932" h="3441700">
                      <a:moveTo>
                        <a:pt x="2394932" y="3441700"/>
                      </a:moveTo>
                      <a:cubicBezTo>
                        <a:pt x="2123469" y="3381375"/>
                        <a:pt x="1852007" y="3321050"/>
                        <a:pt x="1607532" y="3219450"/>
                      </a:cubicBezTo>
                      <a:cubicBezTo>
                        <a:pt x="1363057" y="3117850"/>
                        <a:pt x="1118582" y="2984500"/>
                        <a:pt x="928082" y="2832100"/>
                      </a:cubicBezTo>
                      <a:cubicBezTo>
                        <a:pt x="737582" y="2679700"/>
                        <a:pt x="583065" y="2476500"/>
                        <a:pt x="464532" y="2305050"/>
                      </a:cubicBezTo>
                      <a:cubicBezTo>
                        <a:pt x="345999" y="2133600"/>
                        <a:pt x="280382" y="1968500"/>
                        <a:pt x="216882" y="1803400"/>
                      </a:cubicBezTo>
                      <a:cubicBezTo>
                        <a:pt x="153382" y="1638300"/>
                        <a:pt x="118457" y="1495425"/>
                        <a:pt x="83532" y="1314450"/>
                      </a:cubicBezTo>
                      <a:cubicBezTo>
                        <a:pt x="48607" y="1133475"/>
                        <a:pt x="20032" y="936625"/>
                        <a:pt x="7332" y="717550"/>
                      </a:cubicBezTo>
                      <a:cubicBezTo>
                        <a:pt x="-5368" y="498475"/>
                        <a:pt x="982" y="249237"/>
                        <a:pt x="7332" y="0"/>
                      </a:cubicBezTo>
                    </a:path>
                  </a:pathLst>
                </a:custGeom>
                <a:noFill/>
                <a:ln w="254000" cap="rnd">
                  <a:solidFill>
                    <a:srgbClr val="10B98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2275BD21-3A74-BC3B-82BC-F21608756AC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289076" flipH="1">
                <a:off x="6114183" y="1160226"/>
                <a:ext cx="1210464" cy="1682891"/>
                <a:chOff x="4342418" y="1282700"/>
                <a:chExt cx="2493781" cy="3448050"/>
              </a:xfrm>
            </p:grpSpPr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957B3746-CCD9-31EB-2F0E-E38C3D9AE6C1}"/>
                    </a:ext>
                  </a:extLst>
                </p:cNvPr>
                <p:cNvSpPr/>
                <p:nvPr/>
              </p:nvSpPr>
              <p:spPr>
                <a:xfrm>
                  <a:off x="4356100" y="1282700"/>
                  <a:ext cx="2480099" cy="3448050"/>
                </a:xfrm>
                <a:custGeom>
                  <a:avLst/>
                  <a:gdLst>
                    <a:gd name="connsiteX0" fmla="*/ 2387600 w 2480099"/>
                    <a:gd name="connsiteY0" fmla="*/ 3448050 h 3448050"/>
                    <a:gd name="connsiteX1" fmla="*/ 2470150 w 2480099"/>
                    <a:gd name="connsiteY1" fmla="*/ 2959100 h 3448050"/>
                    <a:gd name="connsiteX2" fmla="*/ 2463800 w 2480099"/>
                    <a:gd name="connsiteY2" fmla="*/ 2286000 h 3448050"/>
                    <a:gd name="connsiteX3" fmla="*/ 2336800 w 2480099"/>
                    <a:gd name="connsiteY3" fmla="*/ 1727200 h 3448050"/>
                    <a:gd name="connsiteX4" fmla="*/ 2070100 w 2480099"/>
                    <a:gd name="connsiteY4" fmla="*/ 1206500 h 3448050"/>
                    <a:gd name="connsiteX5" fmla="*/ 1727200 w 2480099"/>
                    <a:gd name="connsiteY5" fmla="*/ 812800 h 3448050"/>
                    <a:gd name="connsiteX6" fmla="*/ 1244600 w 2480099"/>
                    <a:gd name="connsiteY6" fmla="*/ 457200 h 3448050"/>
                    <a:gd name="connsiteX7" fmla="*/ 673100 w 2480099"/>
                    <a:gd name="connsiteY7" fmla="*/ 171450 h 3448050"/>
                    <a:gd name="connsiteX8" fmla="*/ 0 w 2480099"/>
                    <a:gd name="connsiteY8" fmla="*/ 0 h 3448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480099" h="3448050">
                      <a:moveTo>
                        <a:pt x="2387600" y="3448050"/>
                      </a:moveTo>
                      <a:cubicBezTo>
                        <a:pt x="2422525" y="3300412"/>
                        <a:pt x="2457450" y="3152775"/>
                        <a:pt x="2470150" y="2959100"/>
                      </a:cubicBezTo>
                      <a:cubicBezTo>
                        <a:pt x="2482850" y="2765425"/>
                        <a:pt x="2486025" y="2491317"/>
                        <a:pt x="2463800" y="2286000"/>
                      </a:cubicBezTo>
                      <a:cubicBezTo>
                        <a:pt x="2441575" y="2080683"/>
                        <a:pt x="2402417" y="1907117"/>
                        <a:pt x="2336800" y="1727200"/>
                      </a:cubicBezTo>
                      <a:cubicBezTo>
                        <a:pt x="2271183" y="1547283"/>
                        <a:pt x="2171700" y="1358900"/>
                        <a:pt x="2070100" y="1206500"/>
                      </a:cubicBezTo>
                      <a:cubicBezTo>
                        <a:pt x="1968500" y="1054100"/>
                        <a:pt x="1864783" y="937683"/>
                        <a:pt x="1727200" y="812800"/>
                      </a:cubicBezTo>
                      <a:cubicBezTo>
                        <a:pt x="1589617" y="687917"/>
                        <a:pt x="1420283" y="564092"/>
                        <a:pt x="1244600" y="457200"/>
                      </a:cubicBezTo>
                      <a:cubicBezTo>
                        <a:pt x="1068917" y="350308"/>
                        <a:pt x="880533" y="247650"/>
                        <a:pt x="673100" y="171450"/>
                      </a:cubicBezTo>
                      <a:cubicBezTo>
                        <a:pt x="465667" y="95250"/>
                        <a:pt x="232833" y="47625"/>
                        <a:pt x="0" y="0"/>
                      </a:cubicBezTo>
                    </a:path>
                  </a:pathLst>
                </a:custGeom>
                <a:noFill/>
                <a:ln w="254000" cap="rnd">
                  <a:solidFill>
                    <a:srgbClr val="10B98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81F3808A-974F-A81C-ED4B-F5D8CE5E248F}"/>
                    </a:ext>
                  </a:extLst>
                </p:cNvPr>
                <p:cNvSpPr/>
                <p:nvPr/>
              </p:nvSpPr>
              <p:spPr>
                <a:xfrm>
                  <a:off x="4342418" y="1282700"/>
                  <a:ext cx="2394932" cy="3441700"/>
                </a:xfrm>
                <a:custGeom>
                  <a:avLst/>
                  <a:gdLst>
                    <a:gd name="connsiteX0" fmla="*/ 2394932 w 2394932"/>
                    <a:gd name="connsiteY0" fmla="*/ 3441700 h 3441700"/>
                    <a:gd name="connsiteX1" fmla="*/ 1607532 w 2394932"/>
                    <a:gd name="connsiteY1" fmla="*/ 3219450 h 3441700"/>
                    <a:gd name="connsiteX2" fmla="*/ 928082 w 2394932"/>
                    <a:gd name="connsiteY2" fmla="*/ 2832100 h 3441700"/>
                    <a:gd name="connsiteX3" fmla="*/ 464532 w 2394932"/>
                    <a:gd name="connsiteY3" fmla="*/ 2305050 h 3441700"/>
                    <a:gd name="connsiteX4" fmla="*/ 216882 w 2394932"/>
                    <a:gd name="connsiteY4" fmla="*/ 1803400 h 3441700"/>
                    <a:gd name="connsiteX5" fmla="*/ 83532 w 2394932"/>
                    <a:gd name="connsiteY5" fmla="*/ 1314450 h 3441700"/>
                    <a:gd name="connsiteX6" fmla="*/ 7332 w 2394932"/>
                    <a:gd name="connsiteY6" fmla="*/ 717550 h 3441700"/>
                    <a:gd name="connsiteX7" fmla="*/ 7332 w 2394932"/>
                    <a:gd name="connsiteY7" fmla="*/ 0 h 3441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394932" h="3441700">
                      <a:moveTo>
                        <a:pt x="2394932" y="3441700"/>
                      </a:moveTo>
                      <a:cubicBezTo>
                        <a:pt x="2123469" y="3381375"/>
                        <a:pt x="1852007" y="3321050"/>
                        <a:pt x="1607532" y="3219450"/>
                      </a:cubicBezTo>
                      <a:cubicBezTo>
                        <a:pt x="1363057" y="3117850"/>
                        <a:pt x="1118582" y="2984500"/>
                        <a:pt x="928082" y="2832100"/>
                      </a:cubicBezTo>
                      <a:cubicBezTo>
                        <a:pt x="737582" y="2679700"/>
                        <a:pt x="583065" y="2476500"/>
                        <a:pt x="464532" y="2305050"/>
                      </a:cubicBezTo>
                      <a:cubicBezTo>
                        <a:pt x="345999" y="2133600"/>
                        <a:pt x="280382" y="1968500"/>
                        <a:pt x="216882" y="1803400"/>
                      </a:cubicBezTo>
                      <a:cubicBezTo>
                        <a:pt x="153382" y="1638300"/>
                        <a:pt x="118457" y="1495425"/>
                        <a:pt x="83532" y="1314450"/>
                      </a:cubicBezTo>
                      <a:cubicBezTo>
                        <a:pt x="48607" y="1133475"/>
                        <a:pt x="20032" y="936625"/>
                        <a:pt x="7332" y="717550"/>
                      </a:cubicBezTo>
                      <a:cubicBezTo>
                        <a:pt x="-5368" y="498475"/>
                        <a:pt x="982" y="249237"/>
                        <a:pt x="7332" y="0"/>
                      </a:cubicBezTo>
                    </a:path>
                  </a:pathLst>
                </a:custGeom>
                <a:noFill/>
                <a:ln w="254000" cap="rnd">
                  <a:solidFill>
                    <a:srgbClr val="10B98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065BCA93-B7B3-2D37-BF81-5B52D8822A69}"/>
                  </a:ext>
                </a:extLst>
              </p:cNvPr>
              <p:cNvGrpSpPr/>
              <p:nvPr/>
            </p:nvGrpSpPr>
            <p:grpSpPr>
              <a:xfrm>
                <a:off x="4371823" y="765600"/>
                <a:ext cx="3020400" cy="3962300"/>
                <a:chOff x="4371823" y="765600"/>
                <a:chExt cx="3020400" cy="3962300"/>
              </a:xfrm>
            </p:grpSpPr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B25988CE-9EF1-247F-2628-3BC92C6EF879}"/>
                    </a:ext>
                  </a:extLst>
                </p:cNvPr>
                <p:cNvSpPr/>
                <p:nvPr/>
              </p:nvSpPr>
              <p:spPr>
                <a:xfrm rot="289076">
                  <a:off x="5118317" y="1918420"/>
                  <a:ext cx="981777" cy="2791326"/>
                </a:xfrm>
                <a:custGeom>
                  <a:avLst/>
                  <a:gdLst>
                    <a:gd name="connsiteX0" fmla="*/ 981777 w 981777"/>
                    <a:gd name="connsiteY0" fmla="*/ 2791326 h 2791326"/>
                    <a:gd name="connsiteX1" fmla="*/ 721895 w 981777"/>
                    <a:gd name="connsiteY1" fmla="*/ 1328286 h 2791326"/>
                    <a:gd name="connsiteX2" fmla="*/ 385011 w 981777"/>
                    <a:gd name="connsiteY2" fmla="*/ 548640 h 2791326"/>
                    <a:gd name="connsiteX3" fmla="*/ 0 w 981777"/>
                    <a:gd name="connsiteY3" fmla="*/ 0 h 2791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81777" h="2791326">
                      <a:moveTo>
                        <a:pt x="981777" y="2791326"/>
                      </a:moveTo>
                      <a:cubicBezTo>
                        <a:pt x="901566" y="2246696"/>
                        <a:pt x="821356" y="1702067"/>
                        <a:pt x="721895" y="1328286"/>
                      </a:cubicBezTo>
                      <a:cubicBezTo>
                        <a:pt x="622434" y="954505"/>
                        <a:pt x="505327" y="770021"/>
                        <a:pt x="385011" y="548640"/>
                      </a:cubicBezTo>
                      <a:cubicBezTo>
                        <a:pt x="264695" y="327259"/>
                        <a:pt x="132347" y="163629"/>
                        <a:pt x="0" y="0"/>
                      </a:cubicBezTo>
                    </a:path>
                  </a:pathLst>
                </a:custGeom>
                <a:noFill/>
                <a:ln w="241300" cap="rnd">
                  <a:solidFill>
                    <a:srgbClr val="10B98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7D8521E1-57FC-28D2-917C-CE5FAA76C86B}"/>
                    </a:ext>
                  </a:extLst>
                </p:cNvPr>
                <p:cNvSpPr/>
                <p:nvPr/>
              </p:nvSpPr>
              <p:spPr>
                <a:xfrm rot="289076">
                  <a:off x="5878201" y="2757586"/>
                  <a:ext cx="174171" cy="1970314"/>
                </a:xfrm>
                <a:custGeom>
                  <a:avLst/>
                  <a:gdLst>
                    <a:gd name="connsiteX0" fmla="*/ 174171 w 174171"/>
                    <a:gd name="connsiteY0" fmla="*/ 1970314 h 1970314"/>
                    <a:gd name="connsiteX1" fmla="*/ 54428 w 174171"/>
                    <a:gd name="connsiteY1" fmla="*/ 1099457 h 1970314"/>
                    <a:gd name="connsiteX2" fmla="*/ 0 w 174171"/>
                    <a:gd name="connsiteY2" fmla="*/ 664029 h 1970314"/>
                    <a:gd name="connsiteX3" fmla="*/ 54428 w 174171"/>
                    <a:gd name="connsiteY3" fmla="*/ 239486 h 1970314"/>
                    <a:gd name="connsiteX4" fmla="*/ 152400 w 174171"/>
                    <a:gd name="connsiteY4" fmla="*/ 0 h 19703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171" h="1970314">
                      <a:moveTo>
                        <a:pt x="174171" y="1970314"/>
                      </a:moveTo>
                      <a:cubicBezTo>
                        <a:pt x="128813" y="1643742"/>
                        <a:pt x="83456" y="1317171"/>
                        <a:pt x="54428" y="1099457"/>
                      </a:cubicBezTo>
                      <a:cubicBezTo>
                        <a:pt x="25400" y="881743"/>
                        <a:pt x="0" y="807357"/>
                        <a:pt x="0" y="664029"/>
                      </a:cubicBezTo>
                      <a:cubicBezTo>
                        <a:pt x="0" y="520701"/>
                        <a:pt x="29028" y="350158"/>
                        <a:pt x="54428" y="239486"/>
                      </a:cubicBezTo>
                      <a:cubicBezTo>
                        <a:pt x="79828" y="128814"/>
                        <a:pt x="116114" y="64407"/>
                        <a:pt x="152400" y="0"/>
                      </a:cubicBezTo>
                    </a:path>
                  </a:pathLst>
                </a:custGeom>
                <a:noFill/>
                <a:ln w="241300" cap="rnd">
                  <a:solidFill>
                    <a:srgbClr val="10B98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mc:AlternateContent xmlns:mc="http://schemas.openxmlformats.org/markup-compatibility/2006" xmlns:p14="http://schemas.microsoft.com/office/powerpoint/2010/main">
              <mc:Choice Requires="p14">
                <p:contentPart p14:bwMode="auto" r:id="rId2">
                  <p14:nvContentPartPr>
                    <p14:cNvPr id="56" name="Ink 55">
                      <a:extLst>
                        <a:ext uri="{FF2B5EF4-FFF2-40B4-BE49-F238E27FC236}">
                          <a16:creationId xmlns:a16="http://schemas.microsoft.com/office/drawing/2014/main" id="{353EC370-521F-33E4-9176-373BB31D1C0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216463" y="1238640"/>
                    <a:ext cx="1175760" cy="1424160"/>
                  </p14:xfrm>
                </p:contentPart>
              </mc:Choice>
              <mc:Fallback xmlns="">
                <p:pic>
                  <p:nvPicPr>
                    <p:cNvPr id="56" name="Ink 55">
                      <a:extLst>
                        <a:ext uri="{FF2B5EF4-FFF2-40B4-BE49-F238E27FC236}">
                          <a16:creationId xmlns:a16="http://schemas.microsoft.com/office/drawing/2014/main" id="{353EC370-521F-33E4-9176-373BB31D1C0F}"/>
                        </a:ext>
                      </a:extLst>
                    </p:cNvPr>
                    <p:cNvPicPr/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6149055" y="1169506"/>
                      <a:ext cx="1310963" cy="1562033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">
                  <p14:nvContentPartPr>
                    <p14:cNvPr id="57" name="Ink 56">
                      <a:extLst>
                        <a:ext uri="{FF2B5EF4-FFF2-40B4-BE49-F238E27FC236}">
                          <a16:creationId xmlns:a16="http://schemas.microsoft.com/office/drawing/2014/main" id="{47F93A0A-E6D0-150E-BE8D-B0EAEADAF39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371823" y="765600"/>
                    <a:ext cx="1083600" cy="1408320"/>
                  </p14:xfrm>
                </p:contentPart>
              </mc:Choice>
              <mc:Fallback xmlns="">
                <p:pic>
                  <p:nvPicPr>
                    <p:cNvPr id="57" name="Ink 56">
                      <a:extLst>
                        <a:ext uri="{FF2B5EF4-FFF2-40B4-BE49-F238E27FC236}">
                          <a16:creationId xmlns:a16="http://schemas.microsoft.com/office/drawing/2014/main" id="{47F93A0A-E6D0-150E-BE8D-B0EAEADAF396}"/>
                        </a:ext>
                      </a:extLst>
                    </p:cNvPr>
                    <p:cNvPicPr/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4304025" y="696448"/>
                      <a:ext cx="1218808" cy="1546228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86C23AC-E86E-7572-C7CF-7657626D0D0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917743" y="2539718"/>
              <a:ext cx="463708" cy="1716714"/>
              <a:chOff x="7145738" y="2088424"/>
              <a:chExt cx="1834479" cy="6791513"/>
            </a:xfrm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421500B2-5531-A311-B3E2-E622E95C49D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145745" y="4047472"/>
                <a:ext cx="1834472" cy="891510"/>
              </a:xfrm>
              <a:custGeom>
                <a:avLst/>
                <a:gdLst>
                  <a:gd name="connsiteX0" fmla="*/ 893826 w 1787652"/>
                  <a:gd name="connsiteY0" fmla="*/ 0 h 891510"/>
                  <a:gd name="connsiteX1" fmla="*/ 1783171 w 1787652"/>
                  <a:gd name="connsiteY1" fmla="*/ 802748 h 891510"/>
                  <a:gd name="connsiteX2" fmla="*/ 1787652 w 1787652"/>
                  <a:gd name="connsiteY2" fmla="*/ 891510 h 891510"/>
                  <a:gd name="connsiteX3" fmla="*/ 0 w 1787652"/>
                  <a:gd name="connsiteY3" fmla="*/ 891510 h 891510"/>
                  <a:gd name="connsiteX4" fmla="*/ 4481 w 1787652"/>
                  <a:gd name="connsiteY4" fmla="*/ 802748 h 891510"/>
                  <a:gd name="connsiteX5" fmla="*/ 893826 w 1787652"/>
                  <a:gd name="connsiteY5" fmla="*/ 0 h 891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87652" h="891510">
                    <a:moveTo>
                      <a:pt x="893826" y="0"/>
                    </a:moveTo>
                    <a:cubicBezTo>
                      <a:pt x="1356688" y="0"/>
                      <a:pt x="1737391" y="351856"/>
                      <a:pt x="1783171" y="802748"/>
                    </a:cubicBezTo>
                    <a:lnTo>
                      <a:pt x="1787652" y="891510"/>
                    </a:lnTo>
                    <a:lnTo>
                      <a:pt x="0" y="891510"/>
                    </a:lnTo>
                    <a:lnTo>
                      <a:pt x="4481" y="802748"/>
                    </a:lnTo>
                    <a:cubicBezTo>
                      <a:pt x="50261" y="351856"/>
                      <a:pt x="430964" y="0"/>
                      <a:pt x="893826" y="0"/>
                    </a:cubicBezTo>
                    <a:close/>
                  </a:path>
                </a:pathLst>
              </a:custGeom>
              <a:solidFill>
                <a:srgbClr val="A7F3D0"/>
              </a:solidFill>
              <a:ln>
                <a:solidFill>
                  <a:srgbClr val="A7F3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GB"/>
              </a:p>
            </p:txBody>
          </p: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C7658055-C842-0E10-D438-5B49789E7CE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145738" y="2088424"/>
                <a:ext cx="1834472" cy="6791513"/>
                <a:chOff x="4025900" y="2626683"/>
                <a:chExt cx="291249" cy="1078251"/>
              </a:xfrm>
            </p:grpSpPr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227D1ADB-1CDA-2182-0C5C-28F68F3DC6A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043134" y="2626683"/>
                  <a:ext cx="257004" cy="257066"/>
                </a:xfrm>
                <a:prstGeom prst="ellipse">
                  <a:avLst/>
                </a:prstGeom>
                <a:solidFill>
                  <a:srgbClr val="A7F3D0"/>
                </a:solidFill>
                <a:ln>
                  <a:solidFill>
                    <a:srgbClr val="A7F3D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A036E23A-1256-3553-AC50-5B77D6141B5E}"/>
                    </a:ext>
                  </a:extLst>
                </p:cNvPr>
                <p:cNvSpPr/>
                <p:nvPr/>
              </p:nvSpPr>
              <p:spPr>
                <a:xfrm>
                  <a:off x="4025900" y="3079250"/>
                  <a:ext cx="291249" cy="625684"/>
                </a:xfrm>
                <a:prstGeom prst="rect">
                  <a:avLst/>
                </a:prstGeom>
                <a:solidFill>
                  <a:srgbClr val="A7F3D0"/>
                </a:solidFill>
                <a:ln>
                  <a:solidFill>
                    <a:srgbClr val="A7F3D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913DCA6-B557-C416-CBBB-4E94CAE51D7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480685" y="3175414"/>
              <a:ext cx="382373" cy="1133966"/>
              <a:chOff x="7145739" y="1567458"/>
              <a:chExt cx="2465760" cy="7312480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57B69BB6-BE78-1725-6208-B174437BB2B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145739" y="4047473"/>
                <a:ext cx="2465760" cy="891510"/>
              </a:xfrm>
              <a:custGeom>
                <a:avLst/>
                <a:gdLst>
                  <a:gd name="connsiteX0" fmla="*/ 893826 w 1787652"/>
                  <a:gd name="connsiteY0" fmla="*/ 0 h 891510"/>
                  <a:gd name="connsiteX1" fmla="*/ 1783171 w 1787652"/>
                  <a:gd name="connsiteY1" fmla="*/ 802748 h 891510"/>
                  <a:gd name="connsiteX2" fmla="*/ 1787652 w 1787652"/>
                  <a:gd name="connsiteY2" fmla="*/ 891510 h 891510"/>
                  <a:gd name="connsiteX3" fmla="*/ 0 w 1787652"/>
                  <a:gd name="connsiteY3" fmla="*/ 891510 h 891510"/>
                  <a:gd name="connsiteX4" fmla="*/ 4481 w 1787652"/>
                  <a:gd name="connsiteY4" fmla="*/ 802748 h 891510"/>
                  <a:gd name="connsiteX5" fmla="*/ 893826 w 1787652"/>
                  <a:gd name="connsiteY5" fmla="*/ 0 h 891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87652" h="891510">
                    <a:moveTo>
                      <a:pt x="893826" y="0"/>
                    </a:moveTo>
                    <a:cubicBezTo>
                      <a:pt x="1356688" y="0"/>
                      <a:pt x="1737391" y="351856"/>
                      <a:pt x="1783171" y="802748"/>
                    </a:cubicBezTo>
                    <a:lnTo>
                      <a:pt x="1787652" y="891510"/>
                    </a:lnTo>
                    <a:lnTo>
                      <a:pt x="0" y="891510"/>
                    </a:lnTo>
                    <a:lnTo>
                      <a:pt x="4481" y="802748"/>
                    </a:lnTo>
                    <a:cubicBezTo>
                      <a:pt x="50261" y="351856"/>
                      <a:pt x="430964" y="0"/>
                      <a:pt x="893826" y="0"/>
                    </a:cubicBezTo>
                    <a:close/>
                  </a:path>
                </a:pathLst>
              </a:custGeom>
              <a:solidFill>
                <a:srgbClr val="A7F3D0"/>
              </a:solidFill>
              <a:ln>
                <a:solidFill>
                  <a:srgbClr val="A7F3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GB"/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5FCADBA4-8DF3-71B1-4ADA-15D280E7B4F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145739" y="1567458"/>
                <a:ext cx="2465760" cy="7312480"/>
                <a:chOff x="4025899" y="2543972"/>
                <a:chExt cx="391475" cy="1160962"/>
              </a:xfrm>
            </p:grpSpPr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8036208E-15DD-B729-6E5E-6A45088C706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060190" y="2543972"/>
                  <a:ext cx="322893" cy="322968"/>
                </a:xfrm>
                <a:prstGeom prst="ellipse">
                  <a:avLst/>
                </a:prstGeom>
                <a:solidFill>
                  <a:srgbClr val="A7F3D0"/>
                </a:solidFill>
                <a:ln>
                  <a:solidFill>
                    <a:srgbClr val="A7F3D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A6761213-7DF2-5BD7-DB4D-3A648A6839B2}"/>
                    </a:ext>
                  </a:extLst>
                </p:cNvPr>
                <p:cNvSpPr/>
                <p:nvPr/>
              </p:nvSpPr>
              <p:spPr>
                <a:xfrm>
                  <a:off x="4025899" y="3079250"/>
                  <a:ext cx="391475" cy="625684"/>
                </a:xfrm>
                <a:prstGeom prst="rect">
                  <a:avLst/>
                </a:prstGeom>
                <a:solidFill>
                  <a:srgbClr val="A7F3D0"/>
                </a:solidFill>
                <a:ln>
                  <a:solidFill>
                    <a:srgbClr val="A7F3D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</p:grpSp>
        </p:grp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267BCE3-9F64-6545-61F3-4203800E382A}"/>
                </a:ext>
              </a:extLst>
            </p:cNvPr>
            <p:cNvSpPr/>
            <p:nvPr/>
          </p:nvSpPr>
          <p:spPr>
            <a:xfrm>
              <a:off x="2128520" y="4277619"/>
              <a:ext cx="2895600" cy="162673"/>
            </a:xfrm>
            <a:custGeom>
              <a:avLst/>
              <a:gdLst>
                <a:gd name="connsiteX0" fmla="*/ 0 w 2895600"/>
                <a:gd name="connsiteY0" fmla="*/ 162673 h 162673"/>
                <a:gd name="connsiteX1" fmla="*/ 1483360 w 2895600"/>
                <a:gd name="connsiteY1" fmla="*/ 113 h 162673"/>
                <a:gd name="connsiteX2" fmla="*/ 2895600 w 2895600"/>
                <a:gd name="connsiteY2" fmla="*/ 142353 h 16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95600" h="162673">
                  <a:moveTo>
                    <a:pt x="0" y="162673"/>
                  </a:moveTo>
                  <a:cubicBezTo>
                    <a:pt x="500380" y="83086"/>
                    <a:pt x="1000760" y="3500"/>
                    <a:pt x="1483360" y="113"/>
                  </a:cubicBezTo>
                  <a:cubicBezTo>
                    <a:pt x="1965960" y="-3274"/>
                    <a:pt x="2430780" y="69539"/>
                    <a:pt x="2895600" y="142353"/>
                  </a:cubicBezTo>
                </a:path>
              </a:pathLst>
            </a:custGeom>
            <a:noFill/>
            <a:ln w="190500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80965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DE3A3-F54D-3853-7440-F18D8E820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2A29DC-0227-B90A-3C77-7595D9279764}"/>
              </a:ext>
            </a:extLst>
          </p:cNvPr>
          <p:cNvSpPr txBox="1"/>
          <p:nvPr/>
        </p:nvSpPr>
        <p:spPr>
          <a:xfrm>
            <a:off x="1039585" y="1905506"/>
            <a:ext cx="1011282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600" b="1" dirty="0"/>
              <a:t>Current Working:</a:t>
            </a:r>
          </a:p>
          <a:p>
            <a:pPr algn="ctr"/>
            <a:r>
              <a:rPr lang="en-GB" sz="9600" b="1" dirty="0"/>
              <a:t>Full</a:t>
            </a:r>
          </a:p>
        </p:txBody>
      </p:sp>
    </p:spTree>
    <p:extLst>
      <p:ext uri="{BB962C8B-B14F-4D97-AF65-F5344CB8AC3E}">
        <p14:creationId xmlns:p14="http://schemas.microsoft.com/office/powerpoint/2010/main" val="2635542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C79B38-6423-48F4-0738-E8E3BF68C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8D098C4-EC5C-2573-B3DF-9B5BC1D3194A}"/>
              </a:ext>
            </a:extLst>
          </p:cNvPr>
          <p:cNvGrpSpPr/>
          <p:nvPr/>
        </p:nvGrpSpPr>
        <p:grpSpPr>
          <a:xfrm>
            <a:off x="452120" y="452087"/>
            <a:ext cx="4869180" cy="6162074"/>
            <a:chOff x="452120" y="452087"/>
            <a:chExt cx="4869180" cy="6162074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D2A2F507-5B95-688D-5513-D0237D9BFDDF}"/>
                </a:ext>
              </a:extLst>
            </p:cNvPr>
            <p:cNvSpPr/>
            <p:nvPr/>
          </p:nvSpPr>
          <p:spPr>
            <a:xfrm rot="181795">
              <a:off x="1318614" y="4735395"/>
              <a:ext cx="3180289" cy="247095"/>
            </a:xfrm>
            <a:custGeom>
              <a:avLst/>
              <a:gdLst>
                <a:gd name="connsiteX0" fmla="*/ 0 w 2873375"/>
                <a:gd name="connsiteY0" fmla="*/ 223249 h 223249"/>
                <a:gd name="connsiteX1" fmla="*/ 577850 w 2873375"/>
                <a:gd name="connsiteY1" fmla="*/ 77199 h 223249"/>
                <a:gd name="connsiteX2" fmla="*/ 1082675 w 2873375"/>
                <a:gd name="connsiteY2" fmla="*/ 16874 h 223249"/>
                <a:gd name="connsiteX3" fmla="*/ 1498600 w 2873375"/>
                <a:gd name="connsiteY3" fmla="*/ 999 h 223249"/>
                <a:gd name="connsiteX4" fmla="*/ 2022475 w 2873375"/>
                <a:gd name="connsiteY4" fmla="*/ 39099 h 223249"/>
                <a:gd name="connsiteX5" fmla="*/ 2657475 w 2873375"/>
                <a:gd name="connsiteY5" fmla="*/ 96249 h 223249"/>
                <a:gd name="connsiteX6" fmla="*/ 2873375 w 2873375"/>
                <a:gd name="connsiteY6" fmla="*/ 105774 h 223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73375" h="223249">
                  <a:moveTo>
                    <a:pt x="0" y="223249"/>
                  </a:moveTo>
                  <a:cubicBezTo>
                    <a:pt x="198702" y="167422"/>
                    <a:pt x="397404" y="111595"/>
                    <a:pt x="577850" y="77199"/>
                  </a:cubicBezTo>
                  <a:cubicBezTo>
                    <a:pt x="758296" y="42803"/>
                    <a:pt x="929217" y="29574"/>
                    <a:pt x="1082675" y="16874"/>
                  </a:cubicBezTo>
                  <a:cubicBezTo>
                    <a:pt x="1236133" y="4174"/>
                    <a:pt x="1341967" y="-2705"/>
                    <a:pt x="1498600" y="999"/>
                  </a:cubicBezTo>
                  <a:cubicBezTo>
                    <a:pt x="1655233" y="4703"/>
                    <a:pt x="2022475" y="39099"/>
                    <a:pt x="2022475" y="39099"/>
                  </a:cubicBezTo>
                  <a:lnTo>
                    <a:pt x="2657475" y="96249"/>
                  </a:lnTo>
                  <a:cubicBezTo>
                    <a:pt x="2799292" y="107361"/>
                    <a:pt x="2836333" y="106567"/>
                    <a:pt x="2873375" y="105774"/>
                  </a:cubicBezTo>
                </a:path>
              </a:pathLst>
            </a:custGeom>
            <a:noFill/>
            <a:ln w="190500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6F79BE6-FA1E-B92F-1B40-46F3D2F5C9D8}"/>
                </a:ext>
              </a:extLst>
            </p:cNvPr>
            <p:cNvSpPr/>
            <p:nvPr/>
          </p:nvSpPr>
          <p:spPr>
            <a:xfrm>
              <a:off x="2004070" y="5337090"/>
              <a:ext cx="2814819" cy="207563"/>
            </a:xfrm>
            <a:custGeom>
              <a:avLst/>
              <a:gdLst>
                <a:gd name="connsiteX0" fmla="*/ 0 w 2543175"/>
                <a:gd name="connsiteY0" fmla="*/ 187532 h 187532"/>
                <a:gd name="connsiteX1" fmla="*/ 428625 w 2543175"/>
                <a:gd name="connsiteY1" fmla="*/ 82757 h 187532"/>
                <a:gd name="connsiteX2" fmla="*/ 927100 w 2543175"/>
                <a:gd name="connsiteY2" fmla="*/ 25607 h 187532"/>
                <a:gd name="connsiteX3" fmla="*/ 1533525 w 2543175"/>
                <a:gd name="connsiteY3" fmla="*/ 207 h 187532"/>
                <a:gd name="connsiteX4" fmla="*/ 1879600 w 2543175"/>
                <a:gd name="connsiteY4" fmla="*/ 12907 h 187532"/>
                <a:gd name="connsiteX5" fmla="*/ 2336800 w 2543175"/>
                <a:gd name="connsiteY5" fmla="*/ 35132 h 187532"/>
                <a:gd name="connsiteX6" fmla="*/ 2543175 w 2543175"/>
                <a:gd name="connsiteY6" fmla="*/ 35132 h 18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43175" h="187532">
                  <a:moveTo>
                    <a:pt x="0" y="187532"/>
                  </a:moveTo>
                  <a:cubicBezTo>
                    <a:pt x="137054" y="148638"/>
                    <a:pt x="274108" y="109744"/>
                    <a:pt x="428625" y="82757"/>
                  </a:cubicBezTo>
                  <a:cubicBezTo>
                    <a:pt x="583142" y="55769"/>
                    <a:pt x="742950" y="39365"/>
                    <a:pt x="927100" y="25607"/>
                  </a:cubicBezTo>
                  <a:cubicBezTo>
                    <a:pt x="1111250" y="11849"/>
                    <a:pt x="1374775" y="2324"/>
                    <a:pt x="1533525" y="207"/>
                  </a:cubicBezTo>
                  <a:cubicBezTo>
                    <a:pt x="1692275" y="-1910"/>
                    <a:pt x="1879600" y="12907"/>
                    <a:pt x="1879600" y="12907"/>
                  </a:cubicBezTo>
                  <a:lnTo>
                    <a:pt x="2336800" y="35132"/>
                  </a:lnTo>
                  <a:cubicBezTo>
                    <a:pt x="2447396" y="38836"/>
                    <a:pt x="2495285" y="36984"/>
                    <a:pt x="2543175" y="35132"/>
                  </a:cubicBezTo>
                </a:path>
              </a:pathLst>
            </a:custGeom>
            <a:noFill/>
            <a:ln w="190500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BD4D941-83B2-4484-7A1B-1F898F935D0F}"/>
                </a:ext>
              </a:extLst>
            </p:cNvPr>
            <p:cNvSpPr/>
            <p:nvPr/>
          </p:nvSpPr>
          <p:spPr>
            <a:xfrm rot="297727">
              <a:off x="2602768" y="5704189"/>
              <a:ext cx="2614514" cy="432238"/>
            </a:xfrm>
            <a:custGeom>
              <a:avLst/>
              <a:gdLst>
                <a:gd name="connsiteX0" fmla="*/ 0 w 2362200"/>
                <a:gd name="connsiteY0" fmla="*/ 390525 h 390525"/>
                <a:gd name="connsiteX1" fmla="*/ 384175 w 2362200"/>
                <a:gd name="connsiteY1" fmla="*/ 276225 h 390525"/>
                <a:gd name="connsiteX2" fmla="*/ 1047750 w 2362200"/>
                <a:gd name="connsiteY2" fmla="*/ 158750 h 390525"/>
                <a:gd name="connsiteX3" fmla="*/ 1727200 w 2362200"/>
                <a:gd name="connsiteY3" fmla="*/ 88900 h 390525"/>
                <a:gd name="connsiteX4" fmla="*/ 2117725 w 2362200"/>
                <a:gd name="connsiteY4" fmla="*/ 41275 h 390525"/>
                <a:gd name="connsiteX5" fmla="*/ 2362200 w 2362200"/>
                <a:gd name="connsiteY5" fmla="*/ 0 h 390525"/>
                <a:gd name="connsiteX6" fmla="*/ 2362200 w 2362200"/>
                <a:gd name="connsiteY6" fmla="*/ 0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62200" h="390525">
                  <a:moveTo>
                    <a:pt x="0" y="390525"/>
                  </a:moveTo>
                  <a:cubicBezTo>
                    <a:pt x="104775" y="352689"/>
                    <a:pt x="209550" y="314854"/>
                    <a:pt x="384175" y="276225"/>
                  </a:cubicBezTo>
                  <a:cubicBezTo>
                    <a:pt x="558800" y="237596"/>
                    <a:pt x="823913" y="189971"/>
                    <a:pt x="1047750" y="158750"/>
                  </a:cubicBezTo>
                  <a:cubicBezTo>
                    <a:pt x="1271588" y="127529"/>
                    <a:pt x="1548871" y="108479"/>
                    <a:pt x="1727200" y="88900"/>
                  </a:cubicBezTo>
                  <a:cubicBezTo>
                    <a:pt x="1905529" y="69321"/>
                    <a:pt x="2011892" y="56092"/>
                    <a:pt x="2117725" y="41275"/>
                  </a:cubicBezTo>
                  <a:cubicBezTo>
                    <a:pt x="2223558" y="26458"/>
                    <a:pt x="2362200" y="0"/>
                    <a:pt x="2362200" y="0"/>
                  </a:cubicBezTo>
                  <a:lnTo>
                    <a:pt x="2362200" y="0"/>
                  </a:lnTo>
                </a:path>
              </a:pathLst>
            </a:custGeom>
            <a:noFill/>
            <a:ln w="190500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13B8C69-0AB4-4394-E8CA-596B56FF1338}"/>
                </a:ext>
              </a:extLst>
            </p:cNvPr>
            <p:cNvSpPr/>
            <p:nvPr/>
          </p:nvSpPr>
          <p:spPr>
            <a:xfrm>
              <a:off x="491478" y="4477569"/>
              <a:ext cx="2957493" cy="2136592"/>
            </a:xfrm>
            <a:custGeom>
              <a:avLst/>
              <a:gdLst>
                <a:gd name="connsiteX0" fmla="*/ 0 w 2672080"/>
                <a:gd name="connsiteY0" fmla="*/ 0 h 1930400"/>
                <a:gd name="connsiteX1" fmla="*/ 467360 w 2672080"/>
                <a:gd name="connsiteY1" fmla="*/ 40640 h 1930400"/>
                <a:gd name="connsiteX2" fmla="*/ 919480 w 2672080"/>
                <a:gd name="connsiteY2" fmla="*/ 167640 h 1930400"/>
                <a:gd name="connsiteX3" fmla="*/ 1305560 w 2672080"/>
                <a:gd name="connsiteY3" fmla="*/ 345440 h 1930400"/>
                <a:gd name="connsiteX4" fmla="*/ 1681480 w 2672080"/>
                <a:gd name="connsiteY4" fmla="*/ 645160 h 1930400"/>
                <a:gd name="connsiteX5" fmla="*/ 2001520 w 2672080"/>
                <a:gd name="connsiteY5" fmla="*/ 1036320 h 1930400"/>
                <a:gd name="connsiteX6" fmla="*/ 2321560 w 2672080"/>
                <a:gd name="connsiteY6" fmla="*/ 1463040 h 1930400"/>
                <a:gd name="connsiteX7" fmla="*/ 2565400 w 2672080"/>
                <a:gd name="connsiteY7" fmla="*/ 1813560 h 1930400"/>
                <a:gd name="connsiteX8" fmla="*/ 2672080 w 2672080"/>
                <a:gd name="connsiteY8" fmla="*/ 1930400 h 193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72080" h="1930400">
                  <a:moveTo>
                    <a:pt x="0" y="0"/>
                  </a:moveTo>
                  <a:cubicBezTo>
                    <a:pt x="157056" y="6350"/>
                    <a:pt x="314113" y="12700"/>
                    <a:pt x="467360" y="40640"/>
                  </a:cubicBezTo>
                  <a:cubicBezTo>
                    <a:pt x="620607" y="68580"/>
                    <a:pt x="779780" y="116840"/>
                    <a:pt x="919480" y="167640"/>
                  </a:cubicBezTo>
                  <a:cubicBezTo>
                    <a:pt x="1059180" y="218440"/>
                    <a:pt x="1178560" y="265853"/>
                    <a:pt x="1305560" y="345440"/>
                  </a:cubicBezTo>
                  <a:cubicBezTo>
                    <a:pt x="1432560" y="425027"/>
                    <a:pt x="1565487" y="530013"/>
                    <a:pt x="1681480" y="645160"/>
                  </a:cubicBezTo>
                  <a:cubicBezTo>
                    <a:pt x="1797473" y="760307"/>
                    <a:pt x="1894840" y="900007"/>
                    <a:pt x="2001520" y="1036320"/>
                  </a:cubicBezTo>
                  <a:cubicBezTo>
                    <a:pt x="2108200" y="1172633"/>
                    <a:pt x="2227580" y="1333500"/>
                    <a:pt x="2321560" y="1463040"/>
                  </a:cubicBezTo>
                  <a:cubicBezTo>
                    <a:pt x="2415540" y="1592580"/>
                    <a:pt x="2506980" y="1735667"/>
                    <a:pt x="2565400" y="1813560"/>
                  </a:cubicBezTo>
                  <a:cubicBezTo>
                    <a:pt x="2623820" y="1891453"/>
                    <a:pt x="2647950" y="1910926"/>
                    <a:pt x="2672080" y="1930400"/>
                  </a:cubicBezTo>
                </a:path>
              </a:pathLst>
            </a:custGeom>
            <a:noFill/>
            <a:ln w="190500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504936E-EF48-CB09-3202-DE5AFFB490E3}"/>
                </a:ext>
              </a:extLst>
            </p:cNvPr>
            <p:cNvSpPr/>
            <p:nvPr/>
          </p:nvSpPr>
          <p:spPr>
            <a:xfrm>
              <a:off x="2054564" y="4303268"/>
              <a:ext cx="2316515" cy="2074744"/>
            </a:xfrm>
            <a:custGeom>
              <a:avLst/>
              <a:gdLst>
                <a:gd name="connsiteX0" fmla="*/ 0 w 2092960"/>
                <a:gd name="connsiteY0" fmla="*/ 0 h 1874520"/>
                <a:gd name="connsiteX1" fmla="*/ 269240 w 2092960"/>
                <a:gd name="connsiteY1" fmla="*/ 35560 h 1874520"/>
                <a:gd name="connsiteX2" fmla="*/ 492760 w 2092960"/>
                <a:gd name="connsiteY2" fmla="*/ 142240 h 1874520"/>
                <a:gd name="connsiteX3" fmla="*/ 751840 w 2092960"/>
                <a:gd name="connsiteY3" fmla="*/ 294640 h 1874520"/>
                <a:gd name="connsiteX4" fmla="*/ 1061720 w 2092960"/>
                <a:gd name="connsiteY4" fmla="*/ 584200 h 1874520"/>
                <a:gd name="connsiteX5" fmla="*/ 1315720 w 2092960"/>
                <a:gd name="connsiteY5" fmla="*/ 934720 h 1874520"/>
                <a:gd name="connsiteX6" fmla="*/ 1518920 w 2092960"/>
                <a:gd name="connsiteY6" fmla="*/ 1264920 h 1874520"/>
                <a:gd name="connsiteX7" fmla="*/ 1706880 w 2092960"/>
                <a:gd name="connsiteY7" fmla="*/ 1518920 h 1874520"/>
                <a:gd name="connsiteX8" fmla="*/ 1925320 w 2092960"/>
                <a:gd name="connsiteY8" fmla="*/ 1747520 h 1874520"/>
                <a:gd name="connsiteX9" fmla="*/ 2092960 w 2092960"/>
                <a:gd name="connsiteY9" fmla="*/ 1874520 h 1874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92960" h="1874520">
                  <a:moveTo>
                    <a:pt x="0" y="0"/>
                  </a:moveTo>
                  <a:cubicBezTo>
                    <a:pt x="93556" y="5926"/>
                    <a:pt x="187113" y="11853"/>
                    <a:pt x="269240" y="35560"/>
                  </a:cubicBezTo>
                  <a:cubicBezTo>
                    <a:pt x="351367" y="59267"/>
                    <a:pt x="412327" y="99060"/>
                    <a:pt x="492760" y="142240"/>
                  </a:cubicBezTo>
                  <a:cubicBezTo>
                    <a:pt x="573193" y="185420"/>
                    <a:pt x="657013" y="220980"/>
                    <a:pt x="751840" y="294640"/>
                  </a:cubicBezTo>
                  <a:cubicBezTo>
                    <a:pt x="846667" y="368300"/>
                    <a:pt x="967740" y="477520"/>
                    <a:pt x="1061720" y="584200"/>
                  </a:cubicBezTo>
                  <a:cubicBezTo>
                    <a:pt x="1155700" y="690880"/>
                    <a:pt x="1239520" y="821267"/>
                    <a:pt x="1315720" y="934720"/>
                  </a:cubicBezTo>
                  <a:cubicBezTo>
                    <a:pt x="1391920" y="1048173"/>
                    <a:pt x="1453727" y="1167553"/>
                    <a:pt x="1518920" y="1264920"/>
                  </a:cubicBezTo>
                  <a:cubicBezTo>
                    <a:pt x="1584113" y="1362287"/>
                    <a:pt x="1639147" y="1438487"/>
                    <a:pt x="1706880" y="1518920"/>
                  </a:cubicBezTo>
                  <a:cubicBezTo>
                    <a:pt x="1774613" y="1599353"/>
                    <a:pt x="1860973" y="1688253"/>
                    <a:pt x="1925320" y="1747520"/>
                  </a:cubicBezTo>
                  <a:cubicBezTo>
                    <a:pt x="1989667" y="1806787"/>
                    <a:pt x="2041313" y="1840653"/>
                    <a:pt x="2092960" y="1874520"/>
                  </a:cubicBezTo>
                </a:path>
              </a:pathLst>
            </a:custGeom>
            <a:noFill/>
            <a:ln w="190500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4079D2B-A46F-13C3-5731-C07C4CC99221}"/>
                </a:ext>
              </a:extLst>
            </p:cNvPr>
            <p:cNvSpPr/>
            <p:nvPr/>
          </p:nvSpPr>
          <p:spPr>
            <a:xfrm>
              <a:off x="3685121" y="4460701"/>
              <a:ext cx="1636179" cy="1669915"/>
            </a:xfrm>
            <a:custGeom>
              <a:avLst/>
              <a:gdLst>
                <a:gd name="connsiteX0" fmla="*/ 0 w 1478280"/>
                <a:gd name="connsiteY0" fmla="*/ 0 h 1508760"/>
                <a:gd name="connsiteX1" fmla="*/ 167640 w 1478280"/>
                <a:gd name="connsiteY1" fmla="*/ 101600 h 1508760"/>
                <a:gd name="connsiteX2" fmla="*/ 304800 w 1478280"/>
                <a:gd name="connsiteY2" fmla="*/ 274320 h 1508760"/>
                <a:gd name="connsiteX3" fmla="*/ 523240 w 1478280"/>
                <a:gd name="connsiteY3" fmla="*/ 635000 h 1508760"/>
                <a:gd name="connsiteX4" fmla="*/ 807720 w 1478280"/>
                <a:gd name="connsiteY4" fmla="*/ 1000760 h 1508760"/>
                <a:gd name="connsiteX5" fmla="*/ 1148080 w 1478280"/>
                <a:gd name="connsiteY5" fmla="*/ 1315720 h 1508760"/>
                <a:gd name="connsiteX6" fmla="*/ 1376680 w 1478280"/>
                <a:gd name="connsiteY6" fmla="*/ 1473200 h 1508760"/>
                <a:gd name="connsiteX7" fmla="*/ 1478280 w 1478280"/>
                <a:gd name="connsiteY7" fmla="*/ 1508760 h 1508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78280" h="1508760">
                  <a:moveTo>
                    <a:pt x="0" y="0"/>
                  </a:moveTo>
                  <a:cubicBezTo>
                    <a:pt x="58420" y="27940"/>
                    <a:pt x="116840" y="55880"/>
                    <a:pt x="167640" y="101600"/>
                  </a:cubicBezTo>
                  <a:cubicBezTo>
                    <a:pt x="218440" y="147320"/>
                    <a:pt x="245533" y="185420"/>
                    <a:pt x="304800" y="274320"/>
                  </a:cubicBezTo>
                  <a:cubicBezTo>
                    <a:pt x="364067" y="363220"/>
                    <a:pt x="439420" y="513927"/>
                    <a:pt x="523240" y="635000"/>
                  </a:cubicBezTo>
                  <a:cubicBezTo>
                    <a:pt x="607060" y="756073"/>
                    <a:pt x="703580" y="887307"/>
                    <a:pt x="807720" y="1000760"/>
                  </a:cubicBezTo>
                  <a:cubicBezTo>
                    <a:pt x="911860" y="1114213"/>
                    <a:pt x="1053253" y="1236980"/>
                    <a:pt x="1148080" y="1315720"/>
                  </a:cubicBezTo>
                  <a:cubicBezTo>
                    <a:pt x="1242907" y="1394460"/>
                    <a:pt x="1321647" y="1441027"/>
                    <a:pt x="1376680" y="1473200"/>
                  </a:cubicBezTo>
                  <a:cubicBezTo>
                    <a:pt x="1431713" y="1505373"/>
                    <a:pt x="1454996" y="1507066"/>
                    <a:pt x="1478280" y="1508760"/>
                  </a:cubicBezTo>
                </a:path>
              </a:pathLst>
            </a:custGeom>
            <a:noFill/>
            <a:ln w="190500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57E359A-3B2E-2027-6023-868189C725DE}"/>
                </a:ext>
              </a:extLst>
            </p:cNvPr>
            <p:cNvGrpSpPr>
              <a:grpSpLocks noChangeAspect="1"/>
            </p:cNvGrpSpPr>
            <p:nvPr/>
          </p:nvGrpSpPr>
          <p:grpSpPr>
            <a:xfrm rot="21216832" flipH="1">
              <a:off x="567199" y="452087"/>
              <a:ext cx="2916781" cy="3779410"/>
              <a:chOff x="4252692" y="579765"/>
              <a:chExt cx="3139531" cy="4148135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8019850B-91FB-3A6A-32D8-DF2F1A5E9A0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21519283">
                <a:off x="4252692" y="579765"/>
                <a:ext cx="1324603" cy="1831474"/>
                <a:chOff x="4342418" y="1282700"/>
                <a:chExt cx="2493781" cy="3448050"/>
              </a:xfrm>
            </p:grpSpPr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8AF5F6AF-5F22-E51E-30DA-BDD3451B7827}"/>
                    </a:ext>
                  </a:extLst>
                </p:cNvPr>
                <p:cNvSpPr/>
                <p:nvPr/>
              </p:nvSpPr>
              <p:spPr>
                <a:xfrm>
                  <a:off x="4356100" y="1282700"/>
                  <a:ext cx="2480099" cy="3448050"/>
                </a:xfrm>
                <a:custGeom>
                  <a:avLst/>
                  <a:gdLst>
                    <a:gd name="connsiteX0" fmla="*/ 2387600 w 2480099"/>
                    <a:gd name="connsiteY0" fmla="*/ 3448050 h 3448050"/>
                    <a:gd name="connsiteX1" fmla="*/ 2470150 w 2480099"/>
                    <a:gd name="connsiteY1" fmla="*/ 2959100 h 3448050"/>
                    <a:gd name="connsiteX2" fmla="*/ 2463800 w 2480099"/>
                    <a:gd name="connsiteY2" fmla="*/ 2286000 h 3448050"/>
                    <a:gd name="connsiteX3" fmla="*/ 2336800 w 2480099"/>
                    <a:gd name="connsiteY3" fmla="*/ 1727200 h 3448050"/>
                    <a:gd name="connsiteX4" fmla="*/ 2070100 w 2480099"/>
                    <a:gd name="connsiteY4" fmla="*/ 1206500 h 3448050"/>
                    <a:gd name="connsiteX5" fmla="*/ 1727200 w 2480099"/>
                    <a:gd name="connsiteY5" fmla="*/ 812800 h 3448050"/>
                    <a:gd name="connsiteX6" fmla="*/ 1244600 w 2480099"/>
                    <a:gd name="connsiteY6" fmla="*/ 457200 h 3448050"/>
                    <a:gd name="connsiteX7" fmla="*/ 673100 w 2480099"/>
                    <a:gd name="connsiteY7" fmla="*/ 171450 h 3448050"/>
                    <a:gd name="connsiteX8" fmla="*/ 0 w 2480099"/>
                    <a:gd name="connsiteY8" fmla="*/ 0 h 3448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480099" h="3448050">
                      <a:moveTo>
                        <a:pt x="2387600" y="3448050"/>
                      </a:moveTo>
                      <a:cubicBezTo>
                        <a:pt x="2422525" y="3300412"/>
                        <a:pt x="2457450" y="3152775"/>
                        <a:pt x="2470150" y="2959100"/>
                      </a:cubicBezTo>
                      <a:cubicBezTo>
                        <a:pt x="2482850" y="2765425"/>
                        <a:pt x="2486025" y="2491317"/>
                        <a:pt x="2463800" y="2286000"/>
                      </a:cubicBezTo>
                      <a:cubicBezTo>
                        <a:pt x="2441575" y="2080683"/>
                        <a:pt x="2402417" y="1907117"/>
                        <a:pt x="2336800" y="1727200"/>
                      </a:cubicBezTo>
                      <a:cubicBezTo>
                        <a:pt x="2271183" y="1547283"/>
                        <a:pt x="2171700" y="1358900"/>
                        <a:pt x="2070100" y="1206500"/>
                      </a:cubicBezTo>
                      <a:cubicBezTo>
                        <a:pt x="1968500" y="1054100"/>
                        <a:pt x="1864783" y="937683"/>
                        <a:pt x="1727200" y="812800"/>
                      </a:cubicBezTo>
                      <a:cubicBezTo>
                        <a:pt x="1589617" y="687917"/>
                        <a:pt x="1420283" y="564092"/>
                        <a:pt x="1244600" y="457200"/>
                      </a:cubicBezTo>
                      <a:cubicBezTo>
                        <a:pt x="1068917" y="350308"/>
                        <a:pt x="880533" y="247650"/>
                        <a:pt x="673100" y="171450"/>
                      </a:cubicBezTo>
                      <a:cubicBezTo>
                        <a:pt x="465667" y="95250"/>
                        <a:pt x="232833" y="47625"/>
                        <a:pt x="0" y="0"/>
                      </a:cubicBezTo>
                    </a:path>
                  </a:pathLst>
                </a:custGeom>
                <a:noFill/>
                <a:ln w="254000" cap="rnd">
                  <a:solidFill>
                    <a:srgbClr val="10B98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C3F41880-B41A-7D06-F446-7261E3A21DE6}"/>
                    </a:ext>
                  </a:extLst>
                </p:cNvPr>
                <p:cNvSpPr/>
                <p:nvPr/>
              </p:nvSpPr>
              <p:spPr>
                <a:xfrm>
                  <a:off x="4342418" y="1282700"/>
                  <a:ext cx="2394932" cy="3441700"/>
                </a:xfrm>
                <a:custGeom>
                  <a:avLst/>
                  <a:gdLst>
                    <a:gd name="connsiteX0" fmla="*/ 2394932 w 2394932"/>
                    <a:gd name="connsiteY0" fmla="*/ 3441700 h 3441700"/>
                    <a:gd name="connsiteX1" fmla="*/ 1607532 w 2394932"/>
                    <a:gd name="connsiteY1" fmla="*/ 3219450 h 3441700"/>
                    <a:gd name="connsiteX2" fmla="*/ 928082 w 2394932"/>
                    <a:gd name="connsiteY2" fmla="*/ 2832100 h 3441700"/>
                    <a:gd name="connsiteX3" fmla="*/ 464532 w 2394932"/>
                    <a:gd name="connsiteY3" fmla="*/ 2305050 h 3441700"/>
                    <a:gd name="connsiteX4" fmla="*/ 216882 w 2394932"/>
                    <a:gd name="connsiteY4" fmla="*/ 1803400 h 3441700"/>
                    <a:gd name="connsiteX5" fmla="*/ 83532 w 2394932"/>
                    <a:gd name="connsiteY5" fmla="*/ 1314450 h 3441700"/>
                    <a:gd name="connsiteX6" fmla="*/ 7332 w 2394932"/>
                    <a:gd name="connsiteY6" fmla="*/ 717550 h 3441700"/>
                    <a:gd name="connsiteX7" fmla="*/ 7332 w 2394932"/>
                    <a:gd name="connsiteY7" fmla="*/ 0 h 3441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394932" h="3441700">
                      <a:moveTo>
                        <a:pt x="2394932" y="3441700"/>
                      </a:moveTo>
                      <a:cubicBezTo>
                        <a:pt x="2123469" y="3381375"/>
                        <a:pt x="1852007" y="3321050"/>
                        <a:pt x="1607532" y="3219450"/>
                      </a:cubicBezTo>
                      <a:cubicBezTo>
                        <a:pt x="1363057" y="3117850"/>
                        <a:pt x="1118582" y="2984500"/>
                        <a:pt x="928082" y="2832100"/>
                      </a:cubicBezTo>
                      <a:cubicBezTo>
                        <a:pt x="737582" y="2679700"/>
                        <a:pt x="583065" y="2476500"/>
                        <a:pt x="464532" y="2305050"/>
                      </a:cubicBezTo>
                      <a:cubicBezTo>
                        <a:pt x="345999" y="2133600"/>
                        <a:pt x="280382" y="1968500"/>
                        <a:pt x="216882" y="1803400"/>
                      </a:cubicBezTo>
                      <a:cubicBezTo>
                        <a:pt x="153382" y="1638300"/>
                        <a:pt x="118457" y="1495425"/>
                        <a:pt x="83532" y="1314450"/>
                      </a:cubicBezTo>
                      <a:cubicBezTo>
                        <a:pt x="48607" y="1133475"/>
                        <a:pt x="20032" y="936625"/>
                        <a:pt x="7332" y="717550"/>
                      </a:cubicBezTo>
                      <a:cubicBezTo>
                        <a:pt x="-5368" y="498475"/>
                        <a:pt x="982" y="249237"/>
                        <a:pt x="7332" y="0"/>
                      </a:cubicBezTo>
                    </a:path>
                  </a:pathLst>
                </a:custGeom>
                <a:noFill/>
                <a:ln w="254000" cap="rnd">
                  <a:solidFill>
                    <a:srgbClr val="10B98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DDF20058-BED3-F10F-0998-48E2C9B2534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289076" flipH="1">
                <a:off x="6114183" y="1160226"/>
                <a:ext cx="1210464" cy="1682891"/>
                <a:chOff x="4342418" y="1282700"/>
                <a:chExt cx="2493781" cy="3448050"/>
              </a:xfrm>
            </p:grpSpPr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19B44518-5F0F-72E8-4144-4C51AA942C7C}"/>
                    </a:ext>
                  </a:extLst>
                </p:cNvPr>
                <p:cNvSpPr/>
                <p:nvPr/>
              </p:nvSpPr>
              <p:spPr>
                <a:xfrm>
                  <a:off x="4356100" y="1282700"/>
                  <a:ext cx="2480099" cy="3448050"/>
                </a:xfrm>
                <a:custGeom>
                  <a:avLst/>
                  <a:gdLst>
                    <a:gd name="connsiteX0" fmla="*/ 2387600 w 2480099"/>
                    <a:gd name="connsiteY0" fmla="*/ 3448050 h 3448050"/>
                    <a:gd name="connsiteX1" fmla="*/ 2470150 w 2480099"/>
                    <a:gd name="connsiteY1" fmla="*/ 2959100 h 3448050"/>
                    <a:gd name="connsiteX2" fmla="*/ 2463800 w 2480099"/>
                    <a:gd name="connsiteY2" fmla="*/ 2286000 h 3448050"/>
                    <a:gd name="connsiteX3" fmla="*/ 2336800 w 2480099"/>
                    <a:gd name="connsiteY3" fmla="*/ 1727200 h 3448050"/>
                    <a:gd name="connsiteX4" fmla="*/ 2070100 w 2480099"/>
                    <a:gd name="connsiteY4" fmla="*/ 1206500 h 3448050"/>
                    <a:gd name="connsiteX5" fmla="*/ 1727200 w 2480099"/>
                    <a:gd name="connsiteY5" fmla="*/ 812800 h 3448050"/>
                    <a:gd name="connsiteX6" fmla="*/ 1244600 w 2480099"/>
                    <a:gd name="connsiteY6" fmla="*/ 457200 h 3448050"/>
                    <a:gd name="connsiteX7" fmla="*/ 673100 w 2480099"/>
                    <a:gd name="connsiteY7" fmla="*/ 171450 h 3448050"/>
                    <a:gd name="connsiteX8" fmla="*/ 0 w 2480099"/>
                    <a:gd name="connsiteY8" fmla="*/ 0 h 3448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480099" h="3448050">
                      <a:moveTo>
                        <a:pt x="2387600" y="3448050"/>
                      </a:moveTo>
                      <a:cubicBezTo>
                        <a:pt x="2422525" y="3300412"/>
                        <a:pt x="2457450" y="3152775"/>
                        <a:pt x="2470150" y="2959100"/>
                      </a:cubicBezTo>
                      <a:cubicBezTo>
                        <a:pt x="2482850" y="2765425"/>
                        <a:pt x="2486025" y="2491317"/>
                        <a:pt x="2463800" y="2286000"/>
                      </a:cubicBezTo>
                      <a:cubicBezTo>
                        <a:pt x="2441575" y="2080683"/>
                        <a:pt x="2402417" y="1907117"/>
                        <a:pt x="2336800" y="1727200"/>
                      </a:cubicBezTo>
                      <a:cubicBezTo>
                        <a:pt x="2271183" y="1547283"/>
                        <a:pt x="2171700" y="1358900"/>
                        <a:pt x="2070100" y="1206500"/>
                      </a:cubicBezTo>
                      <a:cubicBezTo>
                        <a:pt x="1968500" y="1054100"/>
                        <a:pt x="1864783" y="937683"/>
                        <a:pt x="1727200" y="812800"/>
                      </a:cubicBezTo>
                      <a:cubicBezTo>
                        <a:pt x="1589617" y="687917"/>
                        <a:pt x="1420283" y="564092"/>
                        <a:pt x="1244600" y="457200"/>
                      </a:cubicBezTo>
                      <a:cubicBezTo>
                        <a:pt x="1068917" y="350308"/>
                        <a:pt x="880533" y="247650"/>
                        <a:pt x="673100" y="171450"/>
                      </a:cubicBezTo>
                      <a:cubicBezTo>
                        <a:pt x="465667" y="95250"/>
                        <a:pt x="232833" y="47625"/>
                        <a:pt x="0" y="0"/>
                      </a:cubicBezTo>
                    </a:path>
                  </a:pathLst>
                </a:custGeom>
                <a:noFill/>
                <a:ln w="254000" cap="rnd">
                  <a:solidFill>
                    <a:srgbClr val="10B98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612923C2-52D4-96C3-7B3D-A259CDAE690D}"/>
                    </a:ext>
                  </a:extLst>
                </p:cNvPr>
                <p:cNvSpPr/>
                <p:nvPr/>
              </p:nvSpPr>
              <p:spPr>
                <a:xfrm>
                  <a:off x="4342418" y="1282700"/>
                  <a:ext cx="2394932" cy="3441700"/>
                </a:xfrm>
                <a:custGeom>
                  <a:avLst/>
                  <a:gdLst>
                    <a:gd name="connsiteX0" fmla="*/ 2394932 w 2394932"/>
                    <a:gd name="connsiteY0" fmla="*/ 3441700 h 3441700"/>
                    <a:gd name="connsiteX1" fmla="*/ 1607532 w 2394932"/>
                    <a:gd name="connsiteY1" fmla="*/ 3219450 h 3441700"/>
                    <a:gd name="connsiteX2" fmla="*/ 928082 w 2394932"/>
                    <a:gd name="connsiteY2" fmla="*/ 2832100 h 3441700"/>
                    <a:gd name="connsiteX3" fmla="*/ 464532 w 2394932"/>
                    <a:gd name="connsiteY3" fmla="*/ 2305050 h 3441700"/>
                    <a:gd name="connsiteX4" fmla="*/ 216882 w 2394932"/>
                    <a:gd name="connsiteY4" fmla="*/ 1803400 h 3441700"/>
                    <a:gd name="connsiteX5" fmla="*/ 83532 w 2394932"/>
                    <a:gd name="connsiteY5" fmla="*/ 1314450 h 3441700"/>
                    <a:gd name="connsiteX6" fmla="*/ 7332 w 2394932"/>
                    <a:gd name="connsiteY6" fmla="*/ 717550 h 3441700"/>
                    <a:gd name="connsiteX7" fmla="*/ 7332 w 2394932"/>
                    <a:gd name="connsiteY7" fmla="*/ 0 h 3441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394932" h="3441700">
                      <a:moveTo>
                        <a:pt x="2394932" y="3441700"/>
                      </a:moveTo>
                      <a:cubicBezTo>
                        <a:pt x="2123469" y="3381375"/>
                        <a:pt x="1852007" y="3321050"/>
                        <a:pt x="1607532" y="3219450"/>
                      </a:cubicBezTo>
                      <a:cubicBezTo>
                        <a:pt x="1363057" y="3117850"/>
                        <a:pt x="1118582" y="2984500"/>
                        <a:pt x="928082" y="2832100"/>
                      </a:cubicBezTo>
                      <a:cubicBezTo>
                        <a:pt x="737582" y="2679700"/>
                        <a:pt x="583065" y="2476500"/>
                        <a:pt x="464532" y="2305050"/>
                      </a:cubicBezTo>
                      <a:cubicBezTo>
                        <a:pt x="345999" y="2133600"/>
                        <a:pt x="280382" y="1968500"/>
                        <a:pt x="216882" y="1803400"/>
                      </a:cubicBezTo>
                      <a:cubicBezTo>
                        <a:pt x="153382" y="1638300"/>
                        <a:pt x="118457" y="1495425"/>
                        <a:pt x="83532" y="1314450"/>
                      </a:cubicBezTo>
                      <a:cubicBezTo>
                        <a:pt x="48607" y="1133475"/>
                        <a:pt x="20032" y="936625"/>
                        <a:pt x="7332" y="717550"/>
                      </a:cubicBezTo>
                      <a:cubicBezTo>
                        <a:pt x="-5368" y="498475"/>
                        <a:pt x="982" y="249237"/>
                        <a:pt x="7332" y="0"/>
                      </a:cubicBezTo>
                    </a:path>
                  </a:pathLst>
                </a:custGeom>
                <a:noFill/>
                <a:ln w="254000" cap="rnd">
                  <a:solidFill>
                    <a:srgbClr val="10B98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F61B0F1B-1D34-3C7B-B6B9-922CCFAB12D7}"/>
                  </a:ext>
                </a:extLst>
              </p:cNvPr>
              <p:cNvGrpSpPr/>
              <p:nvPr/>
            </p:nvGrpSpPr>
            <p:grpSpPr>
              <a:xfrm>
                <a:off x="4371823" y="765600"/>
                <a:ext cx="3020400" cy="3962300"/>
                <a:chOff x="4371823" y="765600"/>
                <a:chExt cx="3020400" cy="3962300"/>
              </a:xfrm>
            </p:grpSpPr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47FED2E5-663D-972D-C3DE-A1D50897FD5F}"/>
                    </a:ext>
                  </a:extLst>
                </p:cNvPr>
                <p:cNvSpPr/>
                <p:nvPr/>
              </p:nvSpPr>
              <p:spPr>
                <a:xfrm rot="289076">
                  <a:off x="5118317" y="1918420"/>
                  <a:ext cx="981777" cy="2791326"/>
                </a:xfrm>
                <a:custGeom>
                  <a:avLst/>
                  <a:gdLst>
                    <a:gd name="connsiteX0" fmla="*/ 981777 w 981777"/>
                    <a:gd name="connsiteY0" fmla="*/ 2791326 h 2791326"/>
                    <a:gd name="connsiteX1" fmla="*/ 721895 w 981777"/>
                    <a:gd name="connsiteY1" fmla="*/ 1328286 h 2791326"/>
                    <a:gd name="connsiteX2" fmla="*/ 385011 w 981777"/>
                    <a:gd name="connsiteY2" fmla="*/ 548640 h 2791326"/>
                    <a:gd name="connsiteX3" fmla="*/ 0 w 981777"/>
                    <a:gd name="connsiteY3" fmla="*/ 0 h 2791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81777" h="2791326">
                      <a:moveTo>
                        <a:pt x="981777" y="2791326"/>
                      </a:moveTo>
                      <a:cubicBezTo>
                        <a:pt x="901566" y="2246696"/>
                        <a:pt x="821356" y="1702067"/>
                        <a:pt x="721895" y="1328286"/>
                      </a:cubicBezTo>
                      <a:cubicBezTo>
                        <a:pt x="622434" y="954505"/>
                        <a:pt x="505327" y="770021"/>
                        <a:pt x="385011" y="548640"/>
                      </a:cubicBezTo>
                      <a:cubicBezTo>
                        <a:pt x="264695" y="327259"/>
                        <a:pt x="132347" y="163629"/>
                        <a:pt x="0" y="0"/>
                      </a:cubicBezTo>
                    </a:path>
                  </a:pathLst>
                </a:custGeom>
                <a:noFill/>
                <a:ln w="241300" cap="rnd">
                  <a:solidFill>
                    <a:srgbClr val="10B98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8415EFE7-85DB-5D74-E2F4-D545C1FC05CC}"/>
                    </a:ext>
                  </a:extLst>
                </p:cNvPr>
                <p:cNvSpPr/>
                <p:nvPr/>
              </p:nvSpPr>
              <p:spPr>
                <a:xfrm rot="289076">
                  <a:off x="5878201" y="2757586"/>
                  <a:ext cx="174171" cy="1970314"/>
                </a:xfrm>
                <a:custGeom>
                  <a:avLst/>
                  <a:gdLst>
                    <a:gd name="connsiteX0" fmla="*/ 174171 w 174171"/>
                    <a:gd name="connsiteY0" fmla="*/ 1970314 h 1970314"/>
                    <a:gd name="connsiteX1" fmla="*/ 54428 w 174171"/>
                    <a:gd name="connsiteY1" fmla="*/ 1099457 h 1970314"/>
                    <a:gd name="connsiteX2" fmla="*/ 0 w 174171"/>
                    <a:gd name="connsiteY2" fmla="*/ 664029 h 1970314"/>
                    <a:gd name="connsiteX3" fmla="*/ 54428 w 174171"/>
                    <a:gd name="connsiteY3" fmla="*/ 239486 h 1970314"/>
                    <a:gd name="connsiteX4" fmla="*/ 152400 w 174171"/>
                    <a:gd name="connsiteY4" fmla="*/ 0 h 19703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171" h="1970314">
                      <a:moveTo>
                        <a:pt x="174171" y="1970314"/>
                      </a:moveTo>
                      <a:cubicBezTo>
                        <a:pt x="128813" y="1643742"/>
                        <a:pt x="83456" y="1317171"/>
                        <a:pt x="54428" y="1099457"/>
                      </a:cubicBezTo>
                      <a:cubicBezTo>
                        <a:pt x="25400" y="881743"/>
                        <a:pt x="0" y="807357"/>
                        <a:pt x="0" y="664029"/>
                      </a:cubicBezTo>
                      <a:cubicBezTo>
                        <a:pt x="0" y="520701"/>
                        <a:pt x="29028" y="350158"/>
                        <a:pt x="54428" y="239486"/>
                      </a:cubicBezTo>
                      <a:cubicBezTo>
                        <a:pt x="79828" y="128814"/>
                        <a:pt x="116114" y="64407"/>
                        <a:pt x="152400" y="0"/>
                      </a:cubicBezTo>
                    </a:path>
                  </a:pathLst>
                </a:custGeom>
                <a:noFill/>
                <a:ln w="241300" cap="rnd">
                  <a:solidFill>
                    <a:srgbClr val="10B98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mc:AlternateContent xmlns:mc="http://schemas.openxmlformats.org/markup-compatibility/2006" xmlns:p14="http://schemas.microsoft.com/office/powerpoint/2010/main">
              <mc:Choice Requires="p14">
                <p:contentPart p14:bwMode="auto" r:id="rId2">
                  <p14:nvContentPartPr>
                    <p14:cNvPr id="56" name="Ink 55">
                      <a:extLst>
                        <a:ext uri="{FF2B5EF4-FFF2-40B4-BE49-F238E27FC236}">
                          <a16:creationId xmlns:a16="http://schemas.microsoft.com/office/drawing/2014/main" id="{276E051B-958D-847E-39BD-FD5D1881B8A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216463" y="1238640"/>
                    <a:ext cx="1175760" cy="1424160"/>
                  </p14:xfrm>
                </p:contentPart>
              </mc:Choice>
              <mc:Fallback xmlns="">
                <p:pic>
                  <p:nvPicPr>
                    <p:cNvPr id="56" name="Ink 55">
                      <a:extLst>
                        <a:ext uri="{FF2B5EF4-FFF2-40B4-BE49-F238E27FC236}">
                          <a16:creationId xmlns:a16="http://schemas.microsoft.com/office/drawing/2014/main" id="{276E051B-958D-847E-39BD-FD5D1881B8AB}"/>
                        </a:ext>
                      </a:extLst>
                    </p:cNvPr>
                    <p:cNvPicPr/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6148646" y="1169506"/>
                      <a:ext cx="1311007" cy="1562033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">
                  <p14:nvContentPartPr>
                    <p14:cNvPr id="57" name="Ink 56">
                      <a:extLst>
                        <a:ext uri="{FF2B5EF4-FFF2-40B4-BE49-F238E27FC236}">
                          <a16:creationId xmlns:a16="http://schemas.microsoft.com/office/drawing/2014/main" id="{498C96A8-20B9-18B4-0536-CC53013135B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371823" y="765600"/>
                    <a:ext cx="1083600" cy="1408320"/>
                  </p14:xfrm>
                </p:contentPart>
              </mc:Choice>
              <mc:Fallback xmlns="">
                <p:pic>
                  <p:nvPicPr>
                    <p:cNvPr id="57" name="Ink 56">
                      <a:extLst>
                        <a:ext uri="{FF2B5EF4-FFF2-40B4-BE49-F238E27FC236}">
                          <a16:creationId xmlns:a16="http://schemas.microsoft.com/office/drawing/2014/main" id="{498C96A8-20B9-18B4-0536-CC53013135BE}"/>
                        </a:ext>
                      </a:extLst>
                    </p:cNvPr>
                    <p:cNvPicPr/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4304025" y="696448"/>
                      <a:ext cx="1218808" cy="1546228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A4309AB-35CC-C005-1A78-2B220D3D272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51167" y="2261923"/>
              <a:ext cx="563568" cy="2052497"/>
              <a:chOff x="6818051" y="2261605"/>
              <a:chExt cx="1834482" cy="6681117"/>
            </a:xfrm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BEFD1A73-05F8-409A-755D-BBEA94BE39F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18060" y="4110258"/>
                <a:ext cx="1834473" cy="891511"/>
              </a:xfrm>
              <a:custGeom>
                <a:avLst/>
                <a:gdLst>
                  <a:gd name="connsiteX0" fmla="*/ 893826 w 1787652"/>
                  <a:gd name="connsiteY0" fmla="*/ 0 h 891510"/>
                  <a:gd name="connsiteX1" fmla="*/ 1783171 w 1787652"/>
                  <a:gd name="connsiteY1" fmla="*/ 802748 h 891510"/>
                  <a:gd name="connsiteX2" fmla="*/ 1787652 w 1787652"/>
                  <a:gd name="connsiteY2" fmla="*/ 891510 h 891510"/>
                  <a:gd name="connsiteX3" fmla="*/ 0 w 1787652"/>
                  <a:gd name="connsiteY3" fmla="*/ 891510 h 891510"/>
                  <a:gd name="connsiteX4" fmla="*/ 4481 w 1787652"/>
                  <a:gd name="connsiteY4" fmla="*/ 802748 h 891510"/>
                  <a:gd name="connsiteX5" fmla="*/ 893826 w 1787652"/>
                  <a:gd name="connsiteY5" fmla="*/ 0 h 891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87652" h="891510">
                    <a:moveTo>
                      <a:pt x="893826" y="0"/>
                    </a:moveTo>
                    <a:cubicBezTo>
                      <a:pt x="1356688" y="0"/>
                      <a:pt x="1737391" y="351856"/>
                      <a:pt x="1783171" y="802748"/>
                    </a:cubicBezTo>
                    <a:lnTo>
                      <a:pt x="1787652" y="891510"/>
                    </a:lnTo>
                    <a:lnTo>
                      <a:pt x="0" y="891510"/>
                    </a:lnTo>
                    <a:lnTo>
                      <a:pt x="4481" y="802748"/>
                    </a:lnTo>
                    <a:cubicBezTo>
                      <a:pt x="50261" y="351856"/>
                      <a:pt x="430964" y="0"/>
                      <a:pt x="893826" y="0"/>
                    </a:cubicBezTo>
                    <a:close/>
                  </a:path>
                </a:pathLst>
              </a:custGeom>
              <a:solidFill>
                <a:srgbClr val="A7F3D0"/>
              </a:solidFill>
              <a:ln>
                <a:solidFill>
                  <a:srgbClr val="A7F3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GB"/>
              </a:p>
            </p:txBody>
          </p: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DAC3A888-A125-B3CD-AE9B-2E0963FE245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818051" y="2261605"/>
                <a:ext cx="1834472" cy="6681117"/>
                <a:chOff x="3973875" y="2654178"/>
                <a:chExt cx="291249" cy="1060724"/>
              </a:xfrm>
            </p:grpSpPr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E9FEEF9C-31EC-BB9E-7078-44077F07433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96874" y="2654178"/>
                  <a:ext cx="239823" cy="239881"/>
                </a:xfrm>
                <a:prstGeom prst="ellipse">
                  <a:avLst/>
                </a:prstGeom>
                <a:solidFill>
                  <a:srgbClr val="A7F3D0"/>
                </a:solidFill>
                <a:ln>
                  <a:solidFill>
                    <a:srgbClr val="A7F3D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9FCB65A6-331B-61F1-4EA3-581C24747349}"/>
                    </a:ext>
                  </a:extLst>
                </p:cNvPr>
                <p:cNvSpPr/>
                <p:nvPr/>
              </p:nvSpPr>
              <p:spPr>
                <a:xfrm>
                  <a:off x="3973875" y="3089218"/>
                  <a:ext cx="291249" cy="625684"/>
                </a:xfrm>
                <a:prstGeom prst="rect">
                  <a:avLst/>
                </a:prstGeom>
                <a:solidFill>
                  <a:srgbClr val="A7F3D0"/>
                </a:solidFill>
                <a:ln>
                  <a:solidFill>
                    <a:srgbClr val="A7F3D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B3F1D92-2E45-085A-BFF9-7DD8201AADD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165829" y="3013008"/>
              <a:ext cx="429224" cy="1353287"/>
              <a:chOff x="6673652" y="1710671"/>
              <a:chExt cx="2249786" cy="7093269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02A15EFC-FFAF-FF11-310A-067C6534EFE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73663" y="3971474"/>
                <a:ext cx="2249775" cy="891507"/>
              </a:xfrm>
              <a:custGeom>
                <a:avLst/>
                <a:gdLst>
                  <a:gd name="connsiteX0" fmla="*/ 893826 w 1787652"/>
                  <a:gd name="connsiteY0" fmla="*/ 0 h 891510"/>
                  <a:gd name="connsiteX1" fmla="*/ 1783171 w 1787652"/>
                  <a:gd name="connsiteY1" fmla="*/ 802748 h 891510"/>
                  <a:gd name="connsiteX2" fmla="*/ 1787652 w 1787652"/>
                  <a:gd name="connsiteY2" fmla="*/ 891510 h 891510"/>
                  <a:gd name="connsiteX3" fmla="*/ 0 w 1787652"/>
                  <a:gd name="connsiteY3" fmla="*/ 891510 h 891510"/>
                  <a:gd name="connsiteX4" fmla="*/ 4481 w 1787652"/>
                  <a:gd name="connsiteY4" fmla="*/ 802748 h 891510"/>
                  <a:gd name="connsiteX5" fmla="*/ 893826 w 1787652"/>
                  <a:gd name="connsiteY5" fmla="*/ 0 h 891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87652" h="891510">
                    <a:moveTo>
                      <a:pt x="893826" y="0"/>
                    </a:moveTo>
                    <a:cubicBezTo>
                      <a:pt x="1356688" y="0"/>
                      <a:pt x="1737391" y="351856"/>
                      <a:pt x="1783171" y="802748"/>
                    </a:cubicBezTo>
                    <a:lnTo>
                      <a:pt x="1787652" y="891510"/>
                    </a:lnTo>
                    <a:lnTo>
                      <a:pt x="0" y="891510"/>
                    </a:lnTo>
                    <a:lnTo>
                      <a:pt x="4481" y="802748"/>
                    </a:lnTo>
                    <a:cubicBezTo>
                      <a:pt x="50261" y="351856"/>
                      <a:pt x="430964" y="0"/>
                      <a:pt x="893826" y="0"/>
                    </a:cubicBezTo>
                    <a:close/>
                  </a:path>
                </a:pathLst>
              </a:custGeom>
              <a:solidFill>
                <a:srgbClr val="A7F3D0"/>
              </a:solidFill>
              <a:ln>
                <a:solidFill>
                  <a:srgbClr val="A7F3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GB"/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E0305EAA-E70C-61C5-B891-BE56F92DAF8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673652" y="1710671"/>
                <a:ext cx="2249773" cy="7093269"/>
                <a:chOff x="3950949" y="2566709"/>
                <a:chExt cx="357184" cy="1126159"/>
              </a:xfrm>
            </p:grpSpPr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72ECB6FD-8C5E-ABF9-19D5-74B38ABB610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87541" y="2566709"/>
                  <a:ext cx="284002" cy="284067"/>
                </a:xfrm>
                <a:prstGeom prst="ellipse">
                  <a:avLst/>
                </a:prstGeom>
                <a:solidFill>
                  <a:srgbClr val="A7F3D0"/>
                </a:solidFill>
                <a:ln>
                  <a:solidFill>
                    <a:srgbClr val="A7F3D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A910ED14-C8E8-EC69-22C1-D2CC9B2FEE49}"/>
                    </a:ext>
                  </a:extLst>
                </p:cNvPr>
                <p:cNvSpPr/>
                <p:nvPr/>
              </p:nvSpPr>
              <p:spPr>
                <a:xfrm>
                  <a:off x="3950949" y="3067184"/>
                  <a:ext cx="357184" cy="625684"/>
                </a:xfrm>
                <a:prstGeom prst="rect">
                  <a:avLst/>
                </a:prstGeom>
                <a:solidFill>
                  <a:srgbClr val="A7F3D0"/>
                </a:solidFill>
                <a:ln>
                  <a:solidFill>
                    <a:srgbClr val="A7F3D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</p:grpSp>
        </p:grp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A0020E8-997A-71EC-2B29-E09B5840FF73}"/>
                </a:ext>
              </a:extLst>
            </p:cNvPr>
            <p:cNvSpPr/>
            <p:nvPr/>
          </p:nvSpPr>
          <p:spPr>
            <a:xfrm>
              <a:off x="452120" y="4295132"/>
              <a:ext cx="3204888" cy="180049"/>
            </a:xfrm>
            <a:custGeom>
              <a:avLst/>
              <a:gdLst>
                <a:gd name="connsiteX0" fmla="*/ 0 w 2895600"/>
                <a:gd name="connsiteY0" fmla="*/ 162673 h 162673"/>
                <a:gd name="connsiteX1" fmla="*/ 1483360 w 2895600"/>
                <a:gd name="connsiteY1" fmla="*/ 113 h 162673"/>
                <a:gd name="connsiteX2" fmla="*/ 2895600 w 2895600"/>
                <a:gd name="connsiteY2" fmla="*/ 142353 h 16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95600" h="162673">
                  <a:moveTo>
                    <a:pt x="0" y="162673"/>
                  </a:moveTo>
                  <a:cubicBezTo>
                    <a:pt x="500380" y="83086"/>
                    <a:pt x="1000760" y="3500"/>
                    <a:pt x="1483360" y="113"/>
                  </a:cubicBezTo>
                  <a:cubicBezTo>
                    <a:pt x="1965960" y="-3274"/>
                    <a:pt x="2430780" y="69539"/>
                    <a:pt x="2895600" y="142353"/>
                  </a:cubicBezTo>
                </a:path>
              </a:pathLst>
            </a:custGeom>
            <a:noFill/>
            <a:ln w="190500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803566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88E77-82F4-8E13-F408-EF5C34D17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74636D8-B123-649F-F722-16679553E467}"/>
              </a:ext>
            </a:extLst>
          </p:cNvPr>
          <p:cNvSpPr/>
          <p:nvPr/>
        </p:nvSpPr>
        <p:spPr>
          <a:xfrm>
            <a:off x="826006" y="4312757"/>
            <a:ext cx="2406487" cy="186974"/>
          </a:xfrm>
          <a:custGeom>
            <a:avLst/>
            <a:gdLst>
              <a:gd name="connsiteX0" fmla="*/ 0 w 2873375"/>
              <a:gd name="connsiteY0" fmla="*/ 223249 h 223249"/>
              <a:gd name="connsiteX1" fmla="*/ 577850 w 2873375"/>
              <a:gd name="connsiteY1" fmla="*/ 77199 h 223249"/>
              <a:gd name="connsiteX2" fmla="*/ 1082675 w 2873375"/>
              <a:gd name="connsiteY2" fmla="*/ 16874 h 223249"/>
              <a:gd name="connsiteX3" fmla="*/ 1498600 w 2873375"/>
              <a:gd name="connsiteY3" fmla="*/ 999 h 223249"/>
              <a:gd name="connsiteX4" fmla="*/ 2022475 w 2873375"/>
              <a:gd name="connsiteY4" fmla="*/ 39099 h 223249"/>
              <a:gd name="connsiteX5" fmla="*/ 2657475 w 2873375"/>
              <a:gd name="connsiteY5" fmla="*/ 96249 h 223249"/>
              <a:gd name="connsiteX6" fmla="*/ 2873375 w 2873375"/>
              <a:gd name="connsiteY6" fmla="*/ 105774 h 223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73375" h="223249">
                <a:moveTo>
                  <a:pt x="0" y="223249"/>
                </a:moveTo>
                <a:cubicBezTo>
                  <a:pt x="198702" y="167422"/>
                  <a:pt x="397404" y="111595"/>
                  <a:pt x="577850" y="77199"/>
                </a:cubicBezTo>
                <a:cubicBezTo>
                  <a:pt x="758296" y="42803"/>
                  <a:pt x="929217" y="29574"/>
                  <a:pt x="1082675" y="16874"/>
                </a:cubicBezTo>
                <a:cubicBezTo>
                  <a:pt x="1236133" y="4174"/>
                  <a:pt x="1341967" y="-2705"/>
                  <a:pt x="1498600" y="999"/>
                </a:cubicBezTo>
                <a:cubicBezTo>
                  <a:pt x="1655233" y="4703"/>
                  <a:pt x="2022475" y="39099"/>
                  <a:pt x="2022475" y="39099"/>
                </a:cubicBezTo>
                <a:lnTo>
                  <a:pt x="2657475" y="96249"/>
                </a:lnTo>
                <a:cubicBezTo>
                  <a:pt x="2799292" y="107361"/>
                  <a:pt x="2836333" y="106567"/>
                  <a:pt x="2873375" y="105774"/>
                </a:cubicBezTo>
              </a:path>
            </a:pathLst>
          </a:custGeom>
          <a:noFill/>
          <a:ln w="174625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8040ED8-5624-45CF-957A-AD756258A5E5}"/>
              </a:ext>
            </a:extLst>
          </p:cNvPr>
          <p:cNvSpPr/>
          <p:nvPr/>
        </p:nvSpPr>
        <p:spPr>
          <a:xfrm>
            <a:off x="1425368" y="4722629"/>
            <a:ext cx="2129940" cy="157060"/>
          </a:xfrm>
          <a:custGeom>
            <a:avLst/>
            <a:gdLst>
              <a:gd name="connsiteX0" fmla="*/ 0 w 2543175"/>
              <a:gd name="connsiteY0" fmla="*/ 187532 h 187532"/>
              <a:gd name="connsiteX1" fmla="*/ 428625 w 2543175"/>
              <a:gd name="connsiteY1" fmla="*/ 82757 h 187532"/>
              <a:gd name="connsiteX2" fmla="*/ 927100 w 2543175"/>
              <a:gd name="connsiteY2" fmla="*/ 25607 h 187532"/>
              <a:gd name="connsiteX3" fmla="*/ 1533525 w 2543175"/>
              <a:gd name="connsiteY3" fmla="*/ 207 h 187532"/>
              <a:gd name="connsiteX4" fmla="*/ 1879600 w 2543175"/>
              <a:gd name="connsiteY4" fmla="*/ 12907 h 187532"/>
              <a:gd name="connsiteX5" fmla="*/ 2336800 w 2543175"/>
              <a:gd name="connsiteY5" fmla="*/ 35132 h 187532"/>
              <a:gd name="connsiteX6" fmla="*/ 2543175 w 2543175"/>
              <a:gd name="connsiteY6" fmla="*/ 35132 h 187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43175" h="187532">
                <a:moveTo>
                  <a:pt x="0" y="187532"/>
                </a:moveTo>
                <a:cubicBezTo>
                  <a:pt x="137054" y="148638"/>
                  <a:pt x="274108" y="109744"/>
                  <a:pt x="428625" y="82757"/>
                </a:cubicBezTo>
                <a:cubicBezTo>
                  <a:pt x="583142" y="55769"/>
                  <a:pt x="742950" y="39365"/>
                  <a:pt x="927100" y="25607"/>
                </a:cubicBezTo>
                <a:cubicBezTo>
                  <a:pt x="1111250" y="11849"/>
                  <a:pt x="1374775" y="2324"/>
                  <a:pt x="1533525" y="207"/>
                </a:cubicBezTo>
                <a:cubicBezTo>
                  <a:pt x="1692275" y="-1910"/>
                  <a:pt x="1879600" y="12907"/>
                  <a:pt x="1879600" y="12907"/>
                </a:cubicBezTo>
                <a:lnTo>
                  <a:pt x="2336800" y="35132"/>
                </a:lnTo>
                <a:cubicBezTo>
                  <a:pt x="2447396" y="38836"/>
                  <a:pt x="2495285" y="36984"/>
                  <a:pt x="2543175" y="35132"/>
                </a:cubicBezTo>
              </a:path>
            </a:pathLst>
          </a:custGeom>
          <a:noFill/>
          <a:ln w="174625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1355E1A-13A8-1F34-7CBB-685F6F0FE6B3}"/>
              </a:ext>
            </a:extLst>
          </p:cNvPr>
          <p:cNvSpPr/>
          <p:nvPr/>
        </p:nvSpPr>
        <p:spPr>
          <a:xfrm>
            <a:off x="1905070" y="5072782"/>
            <a:ext cx="1978371" cy="327070"/>
          </a:xfrm>
          <a:custGeom>
            <a:avLst/>
            <a:gdLst>
              <a:gd name="connsiteX0" fmla="*/ 0 w 2362200"/>
              <a:gd name="connsiteY0" fmla="*/ 390525 h 390525"/>
              <a:gd name="connsiteX1" fmla="*/ 384175 w 2362200"/>
              <a:gd name="connsiteY1" fmla="*/ 276225 h 390525"/>
              <a:gd name="connsiteX2" fmla="*/ 1047750 w 2362200"/>
              <a:gd name="connsiteY2" fmla="*/ 158750 h 390525"/>
              <a:gd name="connsiteX3" fmla="*/ 1727200 w 2362200"/>
              <a:gd name="connsiteY3" fmla="*/ 88900 h 390525"/>
              <a:gd name="connsiteX4" fmla="*/ 2117725 w 2362200"/>
              <a:gd name="connsiteY4" fmla="*/ 41275 h 390525"/>
              <a:gd name="connsiteX5" fmla="*/ 2362200 w 2362200"/>
              <a:gd name="connsiteY5" fmla="*/ 0 h 390525"/>
              <a:gd name="connsiteX6" fmla="*/ 2362200 w 2362200"/>
              <a:gd name="connsiteY6" fmla="*/ 0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62200" h="390525">
                <a:moveTo>
                  <a:pt x="0" y="390525"/>
                </a:moveTo>
                <a:cubicBezTo>
                  <a:pt x="104775" y="352689"/>
                  <a:pt x="209550" y="314854"/>
                  <a:pt x="384175" y="276225"/>
                </a:cubicBezTo>
                <a:cubicBezTo>
                  <a:pt x="558800" y="237596"/>
                  <a:pt x="823913" y="189971"/>
                  <a:pt x="1047750" y="158750"/>
                </a:cubicBezTo>
                <a:cubicBezTo>
                  <a:pt x="1271588" y="127529"/>
                  <a:pt x="1548871" y="108479"/>
                  <a:pt x="1727200" y="88900"/>
                </a:cubicBezTo>
                <a:cubicBezTo>
                  <a:pt x="1905529" y="69321"/>
                  <a:pt x="2011892" y="56092"/>
                  <a:pt x="2117725" y="41275"/>
                </a:cubicBezTo>
                <a:cubicBezTo>
                  <a:pt x="2223558" y="26458"/>
                  <a:pt x="2362200" y="0"/>
                  <a:pt x="2362200" y="0"/>
                </a:cubicBezTo>
                <a:lnTo>
                  <a:pt x="2362200" y="0"/>
                </a:lnTo>
              </a:path>
            </a:pathLst>
          </a:custGeom>
          <a:noFill/>
          <a:ln w="174625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DCB122C8-263A-72B8-05F0-03FFD7A3EC4B}"/>
              </a:ext>
            </a:extLst>
          </p:cNvPr>
          <p:cNvSpPr/>
          <p:nvPr/>
        </p:nvSpPr>
        <p:spPr>
          <a:xfrm>
            <a:off x="296845" y="4143650"/>
            <a:ext cx="2237900" cy="1616734"/>
          </a:xfrm>
          <a:custGeom>
            <a:avLst/>
            <a:gdLst>
              <a:gd name="connsiteX0" fmla="*/ 0 w 2672080"/>
              <a:gd name="connsiteY0" fmla="*/ 0 h 1930400"/>
              <a:gd name="connsiteX1" fmla="*/ 467360 w 2672080"/>
              <a:gd name="connsiteY1" fmla="*/ 40640 h 1930400"/>
              <a:gd name="connsiteX2" fmla="*/ 919480 w 2672080"/>
              <a:gd name="connsiteY2" fmla="*/ 167640 h 1930400"/>
              <a:gd name="connsiteX3" fmla="*/ 1305560 w 2672080"/>
              <a:gd name="connsiteY3" fmla="*/ 345440 h 1930400"/>
              <a:gd name="connsiteX4" fmla="*/ 1681480 w 2672080"/>
              <a:gd name="connsiteY4" fmla="*/ 645160 h 1930400"/>
              <a:gd name="connsiteX5" fmla="*/ 2001520 w 2672080"/>
              <a:gd name="connsiteY5" fmla="*/ 1036320 h 1930400"/>
              <a:gd name="connsiteX6" fmla="*/ 2321560 w 2672080"/>
              <a:gd name="connsiteY6" fmla="*/ 1463040 h 1930400"/>
              <a:gd name="connsiteX7" fmla="*/ 2565400 w 2672080"/>
              <a:gd name="connsiteY7" fmla="*/ 1813560 h 1930400"/>
              <a:gd name="connsiteX8" fmla="*/ 2672080 w 2672080"/>
              <a:gd name="connsiteY8" fmla="*/ 1930400 h 193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72080" h="1930400">
                <a:moveTo>
                  <a:pt x="0" y="0"/>
                </a:moveTo>
                <a:cubicBezTo>
                  <a:pt x="157056" y="6350"/>
                  <a:pt x="314113" y="12700"/>
                  <a:pt x="467360" y="40640"/>
                </a:cubicBezTo>
                <a:cubicBezTo>
                  <a:pt x="620607" y="68580"/>
                  <a:pt x="779780" y="116840"/>
                  <a:pt x="919480" y="167640"/>
                </a:cubicBezTo>
                <a:cubicBezTo>
                  <a:pt x="1059180" y="218440"/>
                  <a:pt x="1178560" y="265853"/>
                  <a:pt x="1305560" y="345440"/>
                </a:cubicBezTo>
                <a:cubicBezTo>
                  <a:pt x="1432560" y="425027"/>
                  <a:pt x="1565487" y="530013"/>
                  <a:pt x="1681480" y="645160"/>
                </a:cubicBezTo>
                <a:cubicBezTo>
                  <a:pt x="1797473" y="760307"/>
                  <a:pt x="1894840" y="900007"/>
                  <a:pt x="2001520" y="1036320"/>
                </a:cubicBezTo>
                <a:cubicBezTo>
                  <a:pt x="2108200" y="1172633"/>
                  <a:pt x="2227580" y="1333500"/>
                  <a:pt x="2321560" y="1463040"/>
                </a:cubicBezTo>
                <a:cubicBezTo>
                  <a:pt x="2415540" y="1592580"/>
                  <a:pt x="2506980" y="1735667"/>
                  <a:pt x="2565400" y="1813560"/>
                </a:cubicBezTo>
                <a:cubicBezTo>
                  <a:pt x="2623820" y="1891453"/>
                  <a:pt x="2647950" y="1910926"/>
                  <a:pt x="2672080" y="1930400"/>
                </a:cubicBezTo>
              </a:path>
            </a:pathLst>
          </a:custGeom>
          <a:noFill/>
          <a:ln w="174625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B667781-FC9B-F338-7754-494DB970E051}"/>
              </a:ext>
            </a:extLst>
          </p:cNvPr>
          <p:cNvSpPr/>
          <p:nvPr/>
        </p:nvSpPr>
        <p:spPr>
          <a:xfrm>
            <a:off x="1479613" y="4011759"/>
            <a:ext cx="1752880" cy="1569934"/>
          </a:xfrm>
          <a:custGeom>
            <a:avLst/>
            <a:gdLst>
              <a:gd name="connsiteX0" fmla="*/ 0 w 2092960"/>
              <a:gd name="connsiteY0" fmla="*/ 0 h 1874520"/>
              <a:gd name="connsiteX1" fmla="*/ 269240 w 2092960"/>
              <a:gd name="connsiteY1" fmla="*/ 35560 h 1874520"/>
              <a:gd name="connsiteX2" fmla="*/ 492760 w 2092960"/>
              <a:gd name="connsiteY2" fmla="*/ 142240 h 1874520"/>
              <a:gd name="connsiteX3" fmla="*/ 751840 w 2092960"/>
              <a:gd name="connsiteY3" fmla="*/ 294640 h 1874520"/>
              <a:gd name="connsiteX4" fmla="*/ 1061720 w 2092960"/>
              <a:gd name="connsiteY4" fmla="*/ 584200 h 1874520"/>
              <a:gd name="connsiteX5" fmla="*/ 1315720 w 2092960"/>
              <a:gd name="connsiteY5" fmla="*/ 934720 h 1874520"/>
              <a:gd name="connsiteX6" fmla="*/ 1518920 w 2092960"/>
              <a:gd name="connsiteY6" fmla="*/ 1264920 h 1874520"/>
              <a:gd name="connsiteX7" fmla="*/ 1706880 w 2092960"/>
              <a:gd name="connsiteY7" fmla="*/ 1518920 h 1874520"/>
              <a:gd name="connsiteX8" fmla="*/ 1925320 w 2092960"/>
              <a:gd name="connsiteY8" fmla="*/ 1747520 h 1874520"/>
              <a:gd name="connsiteX9" fmla="*/ 2092960 w 2092960"/>
              <a:gd name="connsiteY9" fmla="*/ 1874520 h 187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92960" h="1874520">
                <a:moveTo>
                  <a:pt x="0" y="0"/>
                </a:moveTo>
                <a:cubicBezTo>
                  <a:pt x="93556" y="5926"/>
                  <a:pt x="187113" y="11853"/>
                  <a:pt x="269240" y="35560"/>
                </a:cubicBezTo>
                <a:cubicBezTo>
                  <a:pt x="351367" y="59267"/>
                  <a:pt x="412327" y="99060"/>
                  <a:pt x="492760" y="142240"/>
                </a:cubicBezTo>
                <a:cubicBezTo>
                  <a:pt x="573193" y="185420"/>
                  <a:pt x="657013" y="220980"/>
                  <a:pt x="751840" y="294640"/>
                </a:cubicBezTo>
                <a:cubicBezTo>
                  <a:pt x="846667" y="368300"/>
                  <a:pt x="967740" y="477520"/>
                  <a:pt x="1061720" y="584200"/>
                </a:cubicBezTo>
                <a:cubicBezTo>
                  <a:pt x="1155700" y="690880"/>
                  <a:pt x="1239520" y="821267"/>
                  <a:pt x="1315720" y="934720"/>
                </a:cubicBezTo>
                <a:cubicBezTo>
                  <a:pt x="1391920" y="1048173"/>
                  <a:pt x="1453727" y="1167553"/>
                  <a:pt x="1518920" y="1264920"/>
                </a:cubicBezTo>
                <a:cubicBezTo>
                  <a:pt x="1584113" y="1362287"/>
                  <a:pt x="1639147" y="1438487"/>
                  <a:pt x="1706880" y="1518920"/>
                </a:cubicBezTo>
                <a:cubicBezTo>
                  <a:pt x="1774613" y="1599353"/>
                  <a:pt x="1860973" y="1688253"/>
                  <a:pt x="1925320" y="1747520"/>
                </a:cubicBezTo>
                <a:cubicBezTo>
                  <a:pt x="1989667" y="1806787"/>
                  <a:pt x="2041313" y="1840653"/>
                  <a:pt x="2092960" y="1874520"/>
                </a:cubicBezTo>
              </a:path>
            </a:pathLst>
          </a:custGeom>
          <a:noFill/>
          <a:ln w="174625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FE0B8E2-AC77-A0C1-D445-2BC3ACDB5188}"/>
              </a:ext>
            </a:extLst>
          </p:cNvPr>
          <p:cNvSpPr/>
          <p:nvPr/>
        </p:nvSpPr>
        <p:spPr>
          <a:xfrm>
            <a:off x="2713436" y="4130886"/>
            <a:ext cx="1238078" cy="1263605"/>
          </a:xfrm>
          <a:custGeom>
            <a:avLst/>
            <a:gdLst>
              <a:gd name="connsiteX0" fmla="*/ 0 w 1478280"/>
              <a:gd name="connsiteY0" fmla="*/ 0 h 1508760"/>
              <a:gd name="connsiteX1" fmla="*/ 167640 w 1478280"/>
              <a:gd name="connsiteY1" fmla="*/ 101600 h 1508760"/>
              <a:gd name="connsiteX2" fmla="*/ 304800 w 1478280"/>
              <a:gd name="connsiteY2" fmla="*/ 274320 h 1508760"/>
              <a:gd name="connsiteX3" fmla="*/ 523240 w 1478280"/>
              <a:gd name="connsiteY3" fmla="*/ 635000 h 1508760"/>
              <a:gd name="connsiteX4" fmla="*/ 807720 w 1478280"/>
              <a:gd name="connsiteY4" fmla="*/ 1000760 h 1508760"/>
              <a:gd name="connsiteX5" fmla="*/ 1148080 w 1478280"/>
              <a:gd name="connsiteY5" fmla="*/ 1315720 h 1508760"/>
              <a:gd name="connsiteX6" fmla="*/ 1376680 w 1478280"/>
              <a:gd name="connsiteY6" fmla="*/ 1473200 h 1508760"/>
              <a:gd name="connsiteX7" fmla="*/ 1478280 w 1478280"/>
              <a:gd name="connsiteY7" fmla="*/ 1508760 h 1508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78280" h="1508760">
                <a:moveTo>
                  <a:pt x="0" y="0"/>
                </a:moveTo>
                <a:cubicBezTo>
                  <a:pt x="58420" y="27940"/>
                  <a:pt x="116840" y="55880"/>
                  <a:pt x="167640" y="101600"/>
                </a:cubicBezTo>
                <a:cubicBezTo>
                  <a:pt x="218440" y="147320"/>
                  <a:pt x="245533" y="185420"/>
                  <a:pt x="304800" y="274320"/>
                </a:cubicBezTo>
                <a:cubicBezTo>
                  <a:pt x="364067" y="363220"/>
                  <a:pt x="439420" y="513927"/>
                  <a:pt x="523240" y="635000"/>
                </a:cubicBezTo>
                <a:cubicBezTo>
                  <a:pt x="607060" y="756073"/>
                  <a:pt x="703580" y="887307"/>
                  <a:pt x="807720" y="1000760"/>
                </a:cubicBezTo>
                <a:cubicBezTo>
                  <a:pt x="911860" y="1114213"/>
                  <a:pt x="1053253" y="1236980"/>
                  <a:pt x="1148080" y="1315720"/>
                </a:cubicBezTo>
                <a:cubicBezTo>
                  <a:pt x="1242907" y="1394460"/>
                  <a:pt x="1321647" y="1441027"/>
                  <a:pt x="1376680" y="1473200"/>
                </a:cubicBezTo>
                <a:cubicBezTo>
                  <a:pt x="1431713" y="1505373"/>
                  <a:pt x="1454996" y="1507066"/>
                  <a:pt x="1478280" y="1508760"/>
                </a:cubicBezTo>
              </a:path>
            </a:pathLst>
          </a:custGeom>
          <a:noFill/>
          <a:ln w="174625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FB1ECA4-B00A-C200-98FA-DA7D4B16D190}"/>
              </a:ext>
            </a:extLst>
          </p:cNvPr>
          <p:cNvGrpSpPr>
            <a:grpSpLocks noChangeAspect="1"/>
          </p:cNvGrpSpPr>
          <p:nvPr/>
        </p:nvGrpSpPr>
        <p:grpSpPr>
          <a:xfrm rot="21216832" flipH="1">
            <a:off x="354142" y="1097615"/>
            <a:ext cx="2207094" cy="2859835"/>
            <a:chOff x="4252692" y="579765"/>
            <a:chExt cx="3139531" cy="414813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F88B54F0-9CDE-AA60-AD24-000FBB7F337D}"/>
                </a:ext>
              </a:extLst>
            </p:cNvPr>
            <p:cNvGrpSpPr>
              <a:grpSpLocks noChangeAspect="1"/>
            </p:cNvGrpSpPr>
            <p:nvPr/>
          </p:nvGrpSpPr>
          <p:grpSpPr>
            <a:xfrm rot="21519283">
              <a:off x="4252692" y="579765"/>
              <a:ext cx="1324603" cy="1831474"/>
              <a:chOff x="4342418" y="1282700"/>
              <a:chExt cx="2493781" cy="3448050"/>
            </a:xfrm>
          </p:grpSpPr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8D9A601C-6549-A6A3-FB11-8C12B0BFD1AF}"/>
                  </a:ext>
                </a:extLst>
              </p:cNvPr>
              <p:cNvSpPr/>
              <p:nvPr/>
            </p:nvSpPr>
            <p:spPr>
              <a:xfrm>
                <a:off x="4356100" y="1282700"/>
                <a:ext cx="2480099" cy="3448050"/>
              </a:xfrm>
              <a:custGeom>
                <a:avLst/>
                <a:gdLst>
                  <a:gd name="connsiteX0" fmla="*/ 2387600 w 2480099"/>
                  <a:gd name="connsiteY0" fmla="*/ 3448050 h 3448050"/>
                  <a:gd name="connsiteX1" fmla="*/ 2470150 w 2480099"/>
                  <a:gd name="connsiteY1" fmla="*/ 2959100 h 3448050"/>
                  <a:gd name="connsiteX2" fmla="*/ 2463800 w 2480099"/>
                  <a:gd name="connsiteY2" fmla="*/ 2286000 h 3448050"/>
                  <a:gd name="connsiteX3" fmla="*/ 2336800 w 2480099"/>
                  <a:gd name="connsiteY3" fmla="*/ 1727200 h 3448050"/>
                  <a:gd name="connsiteX4" fmla="*/ 2070100 w 2480099"/>
                  <a:gd name="connsiteY4" fmla="*/ 1206500 h 3448050"/>
                  <a:gd name="connsiteX5" fmla="*/ 1727200 w 2480099"/>
                  <a:gd name="connsiteY5" fmla="*/ 812800 h 3448050"/>
                  <a:gd name="connsiteX6" fmla="*/ 1244600 w 2480099"/>
                  <a:gd name="connsiteY6" fmla="*/ 457200 h 3448050"/>
                  <a:gd name="connsiteX7" fmla="*/ 673100 w 2480099"/>
                  <a:gd name="connsiteY7" fmla="*/ 171450 h 3448050"/>
                  <a:gd name="connsiteX8" fmla="*/ 0 w 2480099"/>
                  <a:gd name="connsiteY8" fmla="*/ 0 h 3448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80099" h="3448050">
                    <a:moveTo>
                      <a:pt x="2387600" y="3448050"/>
                    </a:moveTo>
                    <a:cubicBezTo>
                      <a:pt x="2422525" y="3300412"/>
                      <a:pt x="2457450" y="3152775"/>
                      <a:pt x="2470150" y="2959100"/>
                    </a:cubicBezTo>
                    <a:cubicBezTo>
                      <a:pt x="2482850" y="2765425"/>
                      <a:pt x="2486025" y="2491317"/>
                      <a:pt x="2463800" y="2286000"/>
                    </a:cubicBezTo>
                    <a:cubicBezTo>
                      <a:pt x="2441575" y="2080683"/>
                      <a:pt x="2402417" y="1907117"/>
                      <a:pt x="2336800" y="1727200"/>
                    </a:cubicBezTo>
                    <a:cubicBezTo>
                      <a:pt x="2271183" y="1547283"/>
                      <a:pt x="2171700" y="1358900"/>
                      <a:pt x="2070100" y="1206500"/>
                    </a:cubicBezTo>
                    <a:cubicBezTo>
                      <a:pt x="1968500" y="1054100"/>
                      <a:pt x="1864783" y="937683"/>
                      <a:pt x="1727200" y="812800"/>
                    </a:cubicBezTo>
                    <a:cubicBezTo>
                      <a:pt x="1589617" y="687917"/>
                      <a:pt x="1420283" y="564092"/>
                      <a:pt x="1244600" y="457200"/>
                    </a:cubicBezTo>
                    <a:cubicBezTo>
                      <a:pt x="1068917" y="350308"/>
                      <a:pt x="880533" y="247650"/>
                      <a:pt x="673100" y="171450"/>
                    </a:cubicBezTo>
                    <a:cubicBezTo>
                      <a:pt x="465667" y="95250"/>
                      <a:pt x="232833" y="47625"/>
                      <a:pt x="0" y="0"/>
                    </a:cubicBezTo>
                  </a:path>
                </a:pathLst>
              </a:custGeom>
              <a:noFill/>
              <a:ln w="254000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EE2A3787-B0A8-24C2-9C9B-33AC56F9CCA6}"/>
                  </a:ext>
                </a:extLst>
              </p:cNvPr>
              <p:cNvSpPr/>
              <p:nvPr/>
            </p:nvSpPr>
            <p:spPr>
              <a:xfrm>
                <a:off x="4342418" y="1282700"/>
                <a:ext cx="2394932" cy="3441700"/>
              </a:xfrm>
              <a:custGeom>
                <a:avLst/>
                <a:gdLst>
                  <a:gd name="connsiteX0" fmla="*/ 2394932 w 2394932"/>
                  <a:gd name="connsiteY0" fmla="*/ 3441700 h 3441700"/>
                  <a:gd name="connsiteX1" fmla="*/ 1607532 w 2394932"/>
                  <a:gd name="connsiteY1" fmla="*/ 3219450 h 3441700"/>
                  <a:gd name="connsiteX2" fmla="*/ 928082 w 2394932"/>
                  <a:gd name="connsiteY2" fmla="*/ 2832100 h 3441700"/>
                  <a:gd name="connsiteX3" fmla="*/ 464532 w 2394932"/>
                  <a:gd name="connsiteY3" fmla="*/ 2305050 h 3441700"/>
                  <a:gd name="connsiteX4" fmla="*/ 216882 w 2394932"/>
                  <a:gd name="connsiteY4" fmla="*/ 1803400 h 3441700"/>
                  <a:gd name="connsiteX5" fmla="*/ 83532 w 2394932"/>
                  <a:gd name="connsiteY5" fmla="*/ 1314450 h 3441700"/>
                  <a:gd name="connsiteX6" fmla="*/ 7332 w 2394932"/>
                  <a:gd name="connsiteY6" fmla="*/ 717550 h 3441700"/>
                  <a:gd name="connsiteX7" fmla="*/ 7332 w 2394932"/>
                  <a:gd name="connsiteY7" fmla="*/ 0 h 3441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94932" h="3441700">
                    <a:moveTo>
                      <a:pt x="2394932" y="3441700"/>
                    </a:moveTo>
                    <a:cubicBezTo>
                      <a:pt x="2123469" y="3381375"/>
                      <a:pt x="1852007" y="3321050"/>
                      <a:pt x="1607532" y="3219450"/>
                    </a:cubicBezTo>
                    <a:cubicBezTo>
                      <a:pt x="1363057" y="3117850"/>
                      <a:pt x="1118582" y="2984500"/>
                      <a:pt x="928082" y="2832100"/>
                    </a:cubicBezTo>
                    <a:cubicBezTo>
                      <a:pt x="737582" y="2679700"/>
                      <a:pt x="583065" y="2476500"/>
                      <a:pt x="464532" y="2305050"/>
                    </a:cubicBezTo>
                    <a:cubicBezTo>
                      <a:pt x="345999" y="2133600"/>
                      <a:pt x="280382" y="1968500"/>
                      <a:pt x="216882" y="1803400"/>
                    </a:cubicBezTo>
                    <a:cubicBezTo>
                      <a:pt x="153382" y="1638300"/>
                      <a:pt x="118457" y="1495425"/>
                      <a:pt x="83532" y="1314450"/>
                    </a:cubicBezTo>
                    <a:cubicBezTo>
                      <a:pt x="48607" y="1133475"/>
                      <a:pt x="20032" y="936625"/>
                      <a:pt x="7332" y="717550"/>
                    </a:cubicBezTo>
                    <a:cubicBezTo>
                      <a:pt x="-5368" y="498475"/>
                      <a:pt x="982" y="249237"/>
                      <a:pt x="7332" y="0"/>
                    </a:cubicBezTo>
                  </a:path>
                </a:pathLst>
              </a:custGeom>
              <a:noFill/>
              <a:ln w="254000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B6BAF44-5536-7D5B-48A7-EFB54422ECC1}"/>
                </a:ext>
              </a:extLst>
            </p:cNvPr>
            <p:cNvGrpSpPr>
              <a:grpSpLocks noChangeAspect="1"/>
            </p:cNvGrpSpPr>
            <p:nvPr/>
          </p:nvGrpSpPr>
          <p:grpSpPr>
            <a:xfrm rot="289076" flipH="1">
              <a:off x="6114183" y="1160226"/>
              <a:ext cx="1210464" cy="1682891"/>
              <a:chOff x="4342418" y="1282700"/>
              <a:chExt cx="2493781" cy="3448050"/>
            </a:xfrm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1F9CBE0-C3F9-54D9-E01E-5516377C7062}"/>
                  </a:ext>
                </a:extLst>
              </p:cNvPr>
              <p:cNvSpPr/>
              <p:nvPr/>
            </p:nvSpPr>
            <p:spPr>
              <a:xfrm>
                <a:off x="4356100" y="1282700"/>
                <a:ext cx="2480099" cy="3448050"/>
              </a:xfrm>
              <a:custGeom>
                <a:avLst/>
                <a:gdLst>
                  <a:gd name="connsiteX0" fmla="*/ 2387600 w 2480099"/>
                  <a:gd name="connsiteY0" fmla="*/ 3448050 h 3448050"/>
                  <a:gd name="connsiteX1" fmla="*/ 2470150 w 2480099"/>
                  <a:gd name="connsiteY1" fmla="*/ 2959100 h 3448050"/>
                  <a:gd name="connsiteX2" fmla="*/ 2463800 w 2480099"/>
                  <a:gd name="connsiteY2" fmla="*/ 2286000 h 3448050"/>
                  <a:gd name="connsiteX3" fmla="*/ 2336800 w 2480099"/>
                  <a:gd name="connsiteY3" fmla="*/ 1727200 h 3448050"/>
                  <a:gd name="connsiteX4" fmla="*/ 2070100 w 2480099"/>
                  <a:gd name="connsiteY4" fmla="*/ 1206500 h 3448050"/>
                  <a:gd name="connsiteX5" fmla="*/ 1727200 w 2480099"/>
                  <a:gd name="connsiteY5" fmla="*/ 812800 h 3448050"/>
                  <a:gd name="connsiteX6" fmla="*/ 1244600 w 2480099"/>
                  <a:gd name="connsiteY6" fmla="*/ 457200 h 3448050"/>
                  <a:gd name="connsiteX7" fmla="*/ 673100 w 2480099"/>
                  <a:gd name="connsiteY7" fmla="*/ 171450 h 3448050"/>
                  <a:gd name="connsiteX8" fmla="*/ 0 w 2480099"/>
                  <a:gd name="connsiteY8" fmla="*/ 0 h 3448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80099" h="3448050">
                    <a:moveTo>
                      <a:pt x="2387600" y="3448050"/>
                    </a:moveTo>
                    <a:cubicBezTo>
                      <a:pt x="2422525" y="3300412"/>
                      <a:pt x="2457450" y="3152775"/>
                      <a:pt x="2470150" y="2959100"/>
                    </a:cubicBezTo>
                    <a:cubicBezTo>
                      <a:pt x="2482850" y="2765425"/>
                      <a:pt x="2486025" y="2491317"/>
                      <a:pt x="2463800" y="2286000"/>
                    </a:cubicBezTo>
                    <a:cubicBezTo>
                      <a:pt x="2441575" y="2080683"/>
                      <a:pt x="2402417" y="1907117"/>
                      <a:pt x="2336800" y="1727200"/>
                    </a:cubicBezTo>
                    <a:cubicBezTo>
                      <a:pt x="2271183" y="1547283"/>
                      <a:pt x="2171700" y="1358900"/>
                      <a:pt x="2070100" y="1206500"/>
                    </a:cubicBezTo>
                    <a:cubicBezTo>
                      <a:pt x="1968500" y="1054100"/>
                      <a:pt x="1864783" y="937683"/>
                      <a:pt x="1727200" y="812800"/>
                    </a:cubicBezTo>
                    <a:cubicBezTo>
                      <a:pt x="1589617" y="687917"/>
                      <a:pt x="1420283" y="564092"/>
                      <a:pt x="1244600" y="457200"/>
                    </a:cubicBezTo>
                    <a:cubicBezTo>
                      <a:pt x="1068917" y="350308"/>
                      <a:pt x="880533" y="247650"/>
                      <a:pt x="673100" y="171450"/>
                    </a:cubicBezTo>
                    <a:cubicBezTo>
                      <a:pt x="465667" y="95250"/>
                      <a:pt x="232833" y="47625"/>
                      <a:pt x="0" y="0"/>
                    </a:cubicBezTo>
                  </a:path>
                </a:pathLst>
              </a:custGeom>
              <a:noFill/>
              <a:ln w="254000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975FA0D9-E2CC-DA96-9F8C-8F64E51D06C4}"/>
                  </a:ext>
                </a:extLst>
              </p:cNvPr>
              <p:cNvSpPr/>
              <p:nvPr/>
            </p:nvSpPr>
            <p:spPr>
              <a:xfrm>
                <a:off x="4342418" y="1282700"/>
                <a:ext cx="2394932" cy="3441700"/>
              </a:xfrm>
              <a:custGeom>
                <a:avLst/>
                <a:gdLst>
                  <a:gd name="connsiteX0" fmla="*/ 2394932 w 2394932"/>
                  <a:gd name="connsiteY0" fmla="*/ 3441700 h 3441700"/>
                  <a:gd name="connsiteX1" fmla="*/ 1607532 w 2394932"/>
                  <a:gd name="connsiteY1" fmla="*/ 3219450 h 3441700"/>
                  <a:gd name="connsiteX2" fmla="*/ 928082 w 2394932"/>
                  <a:gd name="connsiteY2" fmla="*/ 2832100 h 3441700"/>
                  <a:gd name="connsiteX3" fmla="*/ 464532 w 2394932"/>
                  <a:gd name="connsiteY3" fmla="*/ 2305050 h 3441700"/>
                  <a:gd name="connsiteX4" fmla="*/ 216882 w 2394932"/>
                  <a:gd name="connsiteY4" fmla="*/ 1803400 h 3441700"/>
                  <a:gd name="connsiteX5" fmla="*/ 83532 w 2394932"/>
                  <a:gd name="connsiteY5" fmla="*/ 1314450 h 3441700"/>
                  <a:gd name="connsiteX6" fmla="*/ 7332 w 2394932"/>
                  <a:gd name="connsiteY6" fmla="*/ 717550 h 3441700"/>
                  <a:gd name="connsiteX7" fmla="*/ 7332 w 2394932"/>
                  <a:gd name="connsiteY7" fmla="*/ 0 h 3441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94932" h="3441700">
                    <a:moveTo>
                      <a:pt x="2394932" y="3441700"/>
                    </a:moveTo>
                    <a:cubicBezTo>
                      <a:pt x="2123469" y="3381375"/>
                      <a:pt x="1852007" y="3321050"/>
                      <a:pt x="1607532" y="3219450"/>
                    </a:cubicBezTo>
                    <a:cubicBezTo>
                      <a:pt x="1363057" y="3117850"/>
                      <a:pt x="1118582" y="2984500"/>
                      <a:pt x="928082" y="2832100"/>
                    </a:cubicBezTo>
                    <a:cubicBezTo>
                      <a:pt x="737582" y="2679700"/>
                      <a:pt x="583065" y="2476500"/>
                      <a:pt x="464532" y="2305050"/>
                    </a:cubicBezTo>
                    <a:cubicBezTo>
                      <a:pt x="345999" y="2133600"/>
                      <a:pt x="280382" y="1968500"/>
                      <a:pt x="216882" y="1803400"/>
                    </a:cubicBezTo>
                    <a:cubicBezTo>
                      <a:pt x="153382" y="1638300"/>
                      <a:pt x="118457" y="1495425"/>
                      <a:pt x="83532" y="1314450"/>
                    </a:cubicBezTo>
                    <a:cubicBezTo>
                      <a:pt x="48607" y="1133475"/>
                      <a:pt x="20032" y="936625"/>
                      <a:pt x="7332" y="717550"/>
                    </a:cubicBezTo>
                    <a:cubicBezTo>
                      <a:pt x="-5368" y="498475"/>
                      <a:pt x="982" y="249237"/>
                      <a:pt x="7332" y="0"/>
                    </a:cubicBezTo>
                  </a:path>
                </a:pathLst>
              </a:custGeom>
              <a:noFill/>
              <a:ln w="254000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1AEDE2A3-C279-B944-E0BC-9342F23CF6AA}"/>
                </a:ext>
              </a:extLst>
            </p:cNvPr>
            <p:cNvGrpSpPr/>
            <p:nvPr/>
          </p:nvGrpSpPr>
          <p:grpSpPr>
            <a:xfrm>
              <a:off x="4371823" y="765600"/>
              <a:ext cx="3020400" cy="3962300"/>
              <a:chOff x="4371823" y="765600"/>
              <a:chExt cx="3020400" cy="3962300"/>
            </a:xfrm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4B218AD2-666B-0B68-D8C0-7FCECF2491AD}"/>
                  </a:ext>
                </a:extLst>
              </p:cNvPr>
              <p:cNvSpPr/>
              <p:nvPr/>
            </p:nvSpPr>
            <p:spPr>
              <a:xfrm rot="289076">
                <a:off x="5118317" y="1918420"/>
                <a:ext cx="981777" cy="2791326"/>
              </a:xfrm>
              <a:custGeom>
                <a:avLst/>
                <a:gdLst>
                  <a:gd name="connsiteX0" fmla="*/ 981777 w 981777"/>
                  <a:gd name="connsiteY0" fmla="*/ 2791326 h 2791326"/>
                  <a:gd name="connsiteX1" fmla="*/ 721895 w 981777"/>
                  <a:gd name="connsiteY1" fmla="*/ 1328286 h 2791326"/>
                  <a:gd name="connsiteX2" fmla="*/ 385011 w 981777"/>
                  <a:gd name="connsiteY2" fmla="*/ 548640 h 2791326"/>
                  <a:gd name="connsiteX3" fmla="*/ 0 w 981777"/>
                  <a:gd name="connsiteY3" fmla="*/ 0 h 2791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1777" h="2791326">
                    <a:moveTo>
                      <a:pt x="981777" y="2791326"/>
                    </a:moveTo>
                    <a:cubicBezTo>
                      <a:pt x="901566" y="2246696"/>
                      <a:pt x="821356" y="1702067"/>
                      <a:pt x="721895" y="1328286"/>
                    </a:cubicBezTo>
                    <a:cubicBezTo>
                      <a:pt x="622434" y="954505"/>
                      <a:pt x="505327" y="770021"/>
                      <a:pt x="385011" y="548640"/>
                    </a:cubicBezTo>
                    <a:cubicBezTo>
                      <a:pt x="264695" y="327259"/>
                      <a:pt x="132347" y="163629"/>
                      <a:pt x="0" y="0"/>
                    </a:cubicBezTo>
                  </a:path>
                </a:pathLst>
              </a:custGeom>
              <a:noFill/>
              <a:ln w="187325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902E07E0-EA26-471C-48F7-8265D5F24552}"/>
                  </a:ext>
                </a:extLst>
              </p:cNvPr>
              <p:cNvSpPr/>
              <p:nvPr/>
            </p:nvSpPr>
            <p:spPr>
              <a:xfrm rot="289076">
                <a:off x="5878201" y="2757586"/>
                <a:ext cx="174171" cy="1970314"/>
              </a:xfrm>
              <a:custGeom>
                <a:avLst/>
                <a:gdLst>
                  <a:gd name="connsiteX0" fmla="*/ 174171 w 174171"/>
                  <a:gd name="connsiteY0" fmla="*/ 1970314 h 1970314"/>
                  <a:gd name="connsiteX1" fmla="*/ 54428 w 174171"/>
                  <a:gd name="connsiteY1" fmla="*/ 1099457 h 1970314"/>
                  <a:gd name="connsiteX2" fmla="*/ 0 w 174171"/>
                  <a:gd name="connsiteY2" fmla="*/ 664029 h 1970314"/>
                  <a:gd name="connsiteX3" fmla="*/ 54428 w 174171"/>
                  <a:gd name="connsiteY3" fmla="*/ 239486 h 1970314"/>
                  <a:gd name="connsiteX4" fmla="*/ 152400 w 174171"/>
                  <a:gd name="connsiteY4" fmla="*/ 0 h 1970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171" h="1970314">
                    <a:moveTo>
                      <a:pt x="174171" y="1970314"/>
                    </a:moveTo>
                    <a:cubicBezTo>
                      <a:pt x="128813" y="1643742"/>
                      <a:pt x="83456" y="1317171"/>
                      <a:pt x="54428" y="1099457"/>
                    </a:cubicBezTo>
                    <a:cubicBezTo>
                      <a:pt x="25400" y="881743"/>
                      <a:pt x="0" y="807357"/>
                      <a:pt x="0" y="664029"/>
                    </a:cubicBezTo>
                    <a:cubicBezTo>
                      <a:pt x="0" y="520701"/>
                      <a:pt x="29028" y="350158"/>
                      <a:pt x="54428" y="239486"/>
                    </a:cubicBezTo>
                    <a:cubicBezTo>
                      <a:pt x="79828" y="128814"/>
                      <a:pt x="116114" y="64407"/>
                      <a:pt x="152400" y="0"/>
                    </a:cubicBezTo>
                  </a:path>
                </a:pathLst>
              </a:custGeom>
              <a:noFill/>
              <a:ln w="187325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2">
                <p14:nvContentPartPr>
                  <p14:cNvPr id="42" name="Ink 41">
                    <a:extLst>
                      <a:ext uri="{FF2B5EF4-FFF2-40B4-BE49-F238E27FC236}">
                        <a16:creationId xmlns:a16="http://schemas.microsoft.com/office/drawing/2014/main" id="{6961BC90-8724-12C8-B52E-626D1BD60BD7}"/>
                      </a:ext>
                    </a:extLst>
                  </p14:cNvPr>
                  <p14:cNvContentPartPr/>
                  <p14:nvPr/>
                </p14:nvContentPartPr>
                <p14:xfrm>
                  <a:off x="6216463" y="1238640"/>
                  <a:ext cx="1175760" cy="1424160"/>
                </p14:xfrm>
              </p:contentPart>
            </mc:Choice>
            <mc:Fallback xmlns="">
              <p:pic>
                <p:nvPicPr>
                  <p:cNvPr id="42" name="Ink 41">
                    <a:extLst>
                      <a:ext uri="{FF2B5EF4-FFF2-40B4-BE49-F238E27FC236}">
                        <a16:creationId xmlns:a16="http://schemas.microsoft.com/office/drawing/2014/main" id="{6961BC90-8724-12C8-B52E-626D1BD60BD7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6126847" y="1147281"/>
                    <a:ext cx="1354480" cy="160635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">
                <p14:nvContentPartPr>
                  <p14:cNvPr id="43" name="Ink 42">
                    <a:extLst>
                      <a:ext uri="{FF2B5EF4-FFF2-40B4-BE49-F238E27FC236}">
                        <a16:creationId xmlns:a16="http://schemas.microsoft.com/office/drawing/2014/main" id="{6D8FF80B-006E-8444-6A47-31656A4E70AF}"/>
                      </a:ext>
                    </a:extLst>
                  </p14:cNvPr>
                  <p14:cNvContentPartPr/>
                  <p14:nvPr/>
                </p14:nvContentPartPr>
                <p14:xfrm>
                  <a:off x="4371823" y="765600"/>
                  <a:ext cx="1083600" cy="1408320"/>
                </p14:xfrm>
              </p:contentPart>
            </mc:Choice>
            <mc:Fallback xmlns="">
              <p:pic>
                <p:nvPicPr>
                  <p:cNvPr id="43" name="Ink 42">
                    <a:extLst>
                      <a:ext uri="{FF2B5EF4-FFF2-40B4-BE49-F238E27FC236}">
                        <a16:creationId xmlns:a16="http://schemas.microsoft.com/office/drawing/2014/main" id="{6D8FF80B-006E-8444-6A47-31656A4E70AF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4282248" y="674218"/>
                    <a:ext cx="1262238" cy="1590561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2422ADB-C1C5-FC54-DF5A-0416CA173DE7}"/>
              </a:ext>
            </a:extLst>
          </p:cNvPr>
          <p:cNvGrpSpPr>
            <a:grpSpLocks noChangeAspect="1"/>
          </p:cNvGrpSpPr>
          <p:nvPr/>
        </p:nvGrpSpPr>
        <p:grpSpPr>
          <a:xfrm>
            <a:off x="1765560" y="2550086"/>
            <a:ext cx="388361" cy="1437773"/>
            <a:chOff x="7145738" y="2088424"/>
            <a:chExt cx="1834479" cy="6791513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7986D9F-0376-9B3A-B3B3-3B6FDB40F5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45744" y="4047472"/>
              <a:ext cx="1834473" cy="891510"/>
            </a:xfrm>
            <a:custGeom>
              <a:avLst/>
              <a:gdLst>
                <a:gd name="connsiteX0" fmla="*/ 893826 w 1787652"/>
                <a:gd name="connsiteY0" fmla="*/ 0 h 891510"/>
                <a:gd name="connsiteX1" fmla="*/ 1783171 w 1787652"/>
                <a:gd name="connsiteY1" fmla="*/ 802748 h 891510"/>
                <a:gd name="connsiteX2" fmla="*/ 1787652 w 1787652"/>
                <a:gd name="connsiteY2" fmla="*/ 891510 h 891510"/>
                <a:gd name="connsiteX3" fmla="*/ 0 w 1787652"/>
                <a:gd name="connsiteY3" fmla="*/ 891510 h 891510"/>
                <a:gd name="connsiteX4" fmla="*/ 4481 w 1787652"/>
                <a:gd name="connsiteY4" fmla="*/ 802748 h 891510"/>
                <a:gd name="connsiteX5" fmla="*/ 893826 w 1787652"/>
                <a:gd name="connsiteY5" fmla="*/ 0 h 891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87652" h="891510">
                  <a:moveTo>
                    <a:pt x="893826" y="0"/>
                  </a:moveTo>
                  <a:cubicBezTo>
                    <a:pt x="1356688" y="0"/>
                    <a:pt x="1737391" y="351856"/>
                    <a:pt x="1783171" y="802748"/>
                  </a:cubicBezTo>
                  <a:lnTo>
                    <a:pt x="1787652" y="891510"/>
                  </a:lnTo>
                  <a:lnTo>
                    <a:pt x="0" y="891510"/>
                  </a:lnTo>
                  <a:lnTo>
                    <a:pt x="4481" y="802748"/>
                  </a:lnTo>
                  <a:cubicBezTo>
                    <a:pt x="50261" y="351856"/>
                    <a:pt x="430964" y="0"/>
                    <a:pt x="893826" y="0"/>
                  </a:cubicBezTo>
                  <a:close/>
                </a:path>
              </a:pathLst>
            </a:custGeom>
            <a:solidFill>
              <a:srgbClr val="A7F3D0"/>
            </a:solidFill>
            <a:ln>
              <a:solidFill>
                <a:srgbClr val="A7F3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A38BF19-A528-98C8-1AB8-C33A5276665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145738" y="2088424"/>
              <a:ext cx="1834472" cy="6791513"/>
              <a:chOff x="4025900" y="2626683"/>
              <a:chExt cx="291249" cy="1078251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387C2E4-6455-B265-B3B7-BF1681EC0D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043134" y="2626683"/>
                <a:ext cx="257004" cy="257066"/>
              </a:xfrm>
              <a:prstGeom prst="ellipse">
                <a:avLst/>
              </a:prstGeom>
              <a:solidFill>
                <a:srgbClr val="A7F3D0"/>
              </a:solidFill>
              <a:ln>
                <a:solidFill>
                  <a:srgbClr val="A7F3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83AA5FE-97D0-8EAA-B99F-03354AF09B50}"/>
                  </a:ext>
                </a:extLst>
              </p:cNvPr>
              <p:cNvSpPr/>
              <p:nvPr/>
            </p:nvSpPr>
            <p:spPr>
              <a:xfrm>
                <a:off x="4025900" y="3079250"/>
                <a:ext cx="291249" cy="625684"/>
              </a:xfrm>
              <a:prstGeom prst="rect">
                <a:avLst/>
              </a:prstGeom>
              <a:solidFill>
                <a:srgbClr val="A7F3D0"/>
              </a:solidFill>
              <a:ln>
                <a:solidFill>
                  <a:srgbClr val="A7F3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B1022A4-D897-6A4E-F83A-272C32F75D56}"/>
              </a:ext>
            </a:extLst>
          </p:cNvPr>
          <p:cNvGrpSpPr>
            <a:grpSpLocks noChangeAspect="1"/>
          </p:cNvGrpSpPr>
          <p:nvPr/>
        </p:nvGrpSpPr>
        <p:grpSpPr>
          <a:xfrm>
            <a:off x="2237030" y="3082489"/>
            <a:ext cx="320242" cy="949712"/>
            <a:chOff x="7145739" y="1567458"/>
            <a:chExt cx="2465760" cy="731248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604BD96-1971-4989-3FBB-1792D1806C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45740" y="4047475"/>
              <a:ext cx="2465758" cy="891509"/>
            </a:xfrm>
            <a:custGeom>
              <a:avLst/>
              <a:gdLst>
                <a:gd name="connsiteX0" fmla="*/ 893826 w 1787652"/>
                <a:gd name="connsiteY0" fmla="*/ 0 h 891510"/>
                <a:gd name="connsiteX1" fmla="*/ 1783171 w 1787652"/>
                <a:gd name="connsiteY1" fmla="*/ 802748 h 891510"/>
                <a:gd name="connsiteX2" fmla="*/ 1787652 w 1787652"/>
                <a:gd name="connsiteY2" fmla="*/ 891510 h 891510"/>
                <a:gd name="connsiteX3" fmla="*/ 0 w 1787652"/>
                <a:gd name="connsiteY3" fmla="*/ 891510 h 891510"/>
                <a:gd name="connsiteX4" fmla="*/ 4481 w 1787652"/>
                <a:gd name="connsiteY4" fmla="*/ 802748 h 891510"/>
                <a:gd name="connsiteX5" fmla="*/ 893826 w 1787652"/>
                <a:gd name="connsiteY5" fmla="*/ 0 h 891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87652" h="891510">
                  <a:moveTo>
                    <a:pt x="893826" y="0"/>
                  </a:moveTo>
                  <a:cubicBezTo>
                    <a:pt x="1356688" y="0"/>
                    <a:pt x="1737391" y="351856"/>
                    <a:pt x="1783171" y="802748"/>
                  </a:cubicBezTo>
                  <a:lnTo>
                    <a:pt x="1787652" y="891510"/>
                  </a:lnTo>
                  <a:lnTo>
                    <a:pt x="0" y="891510"/>
                  </a:lnTo>
                  <a:lnTo>
                    <a:pt x="4481" y="802748"/>
                  </a:lnTo>
                  <a:cubicBezTo>
                    <a:pt x="50261" y="351856"/>
                    <a:pt x="430964" y="0"/>
                    <a:pt x="893826" y="0"/>
                  </a:cubicBezTo>
                  <a:close/>
                </a:path>
              </a:pathLst>
            </a:custGeom>
            <a:solidFill>
              <a:srgbClr val="A7F3D0"/>
            </a:solidFill>
            <a:ln>
              <a:solidFill>
                <a:srgbClr val="A7F3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2918E1F-6460-67CF-B703-723909BE415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145739" y="1567458"/>
              <a:ext cx="2465760" cy="7312480"/>
              <a:chOff x="4025899" y="2543972"/>
              <a:chExt cx="391475" cy="1160962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90F1E19-A275-1A92-FB6A-4700F150B23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060190" y="2543972"/>
                <a:ext cx="322893" cy="322968"/>
              </a:xfrm>
              <a:prstGeom prst="ellipse">
                <a:avLst/>
              </a:prstGeom>
              <a:solidFill>
                <a:srgbClr val="A7F3D0"/>
              </a:solidFill>
              <a:ln>
                <a:solidFill>
                  <a:srgbClr val="A7F3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1F641D4-6DCE-A2DD-2B70-F137F4903A05}"/>
                  </a:ext>
                </a:extLst>
              </p:cNvPr>
              <p:cNvSpPr/>
              <p:nvPr/>
            </p:nvSpPr>
            <p:spPr>
              <a:xfrm>
                <a:off x="4025899" y="3079250"/>
                <a:ext cx="391475" cy="625684"/>
              </a:xfrm>
              <a:prstGeom prst="rect">
                <a:avLst/>
              </a:prstGeom>
              <a:solidFill>
                <a:srgbClr val="A7F3D0"/>
              </a:solidFill>
              <a:ln>
                <a:solidFill>
                  <a:srgbClr val="A7F3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</p:grp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1897D5C-658E-5840-0DB3-D13896E059BF}"/>
              </a:ext>
            </a:extLst>
          </p:cNvPr>
          <p:cNvSpPr/>
          <p:nvPr/>
        </p:nvSpPr>
        <p:spPr>
          <a:xfrm>
            <a:off x="267063" y="4005594"/>
            <a:ext cx="2425101" cy="136241"/>
          </a:xfrm>
          <a:custGeom>
            <a:avLst/>
            <a:gdLst>
              <a:gd name="connsiteX0" fmla="*/ 0 w 2895600"/>
              <a:gd name="connsiteY0" fmla="*/ 162673 h 162673"/>
              <a:gd name="connsiteX1" fmla="*/ 1483360 w 2895600"/>
              <a:gd name="connsiteY1" fmla="*/ 113 h 162673"/>
              <a:gd name="connsiteX2" fmla="*/ 2895600 w 2895600"/>
              <a:gd name="connsiteY2" fmla="*/ 142353 h 162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95600" h="162673">
                <a:moveTo>
                  <a:pt x="0" y="162673"/>
                </a:moveTo>
                <a:cubicBezTo>
                  <a:pt x="500380" y="83086"/>
                  <a:pt x="1000760" y="3500"/>
                  <a:pt x="1483360" y="113"/>
                </a:cubicBezTo>
                <a:cubicBezTo>
                  <a:pt x="1965960" y="-3274"/>
                  <a:pt x="2430780" y="69539"/>
                  <a:pt x="2895600" y="142353"/>
                </a:cubicBezTo>
              </a:path>
            </a:pathLst>
          </a:custGeom>
          <a:noFill/>
          <a:ln w="174625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C08B8A-FEB0-72F6-4A25-76991ACB601F}"/>
              </a:ext>
            </a:extLst>
          </p:cNvPr>
          <p:cNvSpPr txBox="1"/>
          <p:nvPr/>
        </p:nvSpPr>
        <p:spPr>
          <a:xfrm>
            <a:off x="3449581" y="2243112"/>
            <a:ext cx="879941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800" dirty="0">
                <a:solidFill>
                  <a:srgbClr val="A7F3D0"/>
                </a:solidFill>
                <a:latin typeface="Posterama" panose="020B0504020200020000" pitchFamily="34" charset="0"/>
                <a:ea typeface="ADLaM Display" panose="020F0502020204030204" pitchFamily="2" charset="0"/>
                <a:cs typeface="Posterama" panose="020B0504020200020000" pitchFamily="34" charset="0"/>
              </a:rPr>
              <a:t>B OLOOM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63C999F-695E-BC9D-1047-01842D8E7312}"/>
              </a:ext>
            </a:extLst>
          </p:cNvPr>
          <p:cNvGrpSpPr>
            <a:grpSpLocks noChangeAspect="1"/>
          </p:cNvGrpSpPr>
          <p:nvPr/>
        </p:nvGrpSpPr>
        <p:grpSpPr>
          <a:xfrm>
            <a:off x="4813771" y="2656423"/>
            <a:ext cx="177261" cy="1272640"/>
            <a:chOff x="7298867" y="2182904"/>
            <a:chExt cx="1364847" cy="979892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D32DFFE-AEE3-1396-96F1-4A54518110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22794" y="4240588"/>
              <a:ext cx="1316993" cy="563740"/>
            </a:xfrm>
            <a:custGeom>
              <a:avLst/>
              <a:gdLst>
                <a:gd name="connsiteX0" fmla="*/ 893826 w 1787652"/>
                <a:gd name="connsiteY0" fmla="*/ 0 h 891510"/>
                <a:gd name="connsiteX1" fmla="*/ 1783171 w 1787652"/>
                <a:gd name="connsiteY1" fmla="*/ 802748 h 891510"/>
                <a:gd name="connsiteX2" fmla="*/ 1787652 w 1787652"/>
                <a:gd name="connsiteY2" fmla="*/ 891510 h 891510"/>
                <a:gd name="connsiteX3" fmla="*/ 0 w 1787652"/>
                <a:gd name="connsiteY3" fmla="*/ 891510 h 891510"/>
                <a:gd name="connsiteX4" fmla="*/ 4481 w 1787652"/>
                <a:gd name="connsiteY4" fmla="*/ 802748 h 891510"/>
                <a:gd name="connsiteX5" fmla="*/ 893826 w 1787652"/>
                <a:gd name="connsiteY5" fmla="*/ 0 h 891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87652" h="891510">
                  <a:moveTo>
                    <a:pt x="893826" y="0"/>
                  </a:moveTo>
                  <a:cubicBezTo>
                    <a:pt x="1356688" y="0"/>
                    <a:pt x="1737391" y="351856"/>
                    <a:pt x="1783171" y="802748"/>
                  </a:cubicBezTo>
                  <a:lnTo>
                    <a:pt x="1787652" y="891510"/>
                  </a:lnTo>
                  <a:lnTo>
                    <a:pt x="0" y="891510"/>
                  </a:lnTo>
                  <a:lnTo>
                    <a:pt x="4481" y="802748"/>
                  </a:lnTo>
                  <a:cubicBezTo>
                    <a:pt x="50261" y="351856"/>
                    <a:pt x="430964" y="0"/>
                    <a:pt x="893826" y="0"/>
                  </a:cubicBezTo>
                  <a:close/>
                </a:path>
              </a:pathLst>
            </a:custGeom>
            <a:solidFill>
              <a:srgbClr val="A7F3D0"/>
            </a:solidFill>
            <a:ln>
              <a:solidFill>
                <a:srgbClr val="A7F3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0B38F34-4DC6-FEE0-8105-E4EBBFC62A7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298867" y="2182904"/>
              <a:ext cx="1364847" cy="9798926"/>
              <a:chOff x="4050207" y="2641682"/>
              <a:chExt cx="216689" cy="1555721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B964F7F-322D-D7AD-DE5E-079998988C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050207" y="2641682"/>
                <a:ext cx="216689" cy="216738"/>
              </a:xfrm>
              <a:prstGeom prst="ellipse">
                <a:avLst/>
              </a:prstGeom>
              <a:solidFill>
                <a:srgbClr val="A7F3D0"/>
              </a:solidFill>
              <a:ln>
                <a:solidFill>
                  <a:srgbClr val="A7F3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6E48AFB-F64F-0B00-9C78-1732146169D6}"/>
                  </a:ext>
                </a:extLst>
              </p:cNvPr>
              <p:cNvSpPr/>
              <p:nvPr/>
            </p:nvSpPr>
            <p:spPr>
              <a:xfrm>
                <a:off x="4054014" y="3057870"/>
                <a:ext cx="209093" cy="1139533"/>
              </a:xfrm>
              <a:prstGeom prst="rect">
                <a:avLst/>
              </a:prstGeom>
              <a:solidFill>
                <a:srgbClr val="A7F3D0"/>
              </a:solidFill>
              <a:ln>
                <a:solidFill>
                  <a:srgbClr val="A7F3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25878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11EC7-A4BA-152C-34E0-45889A434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AFB31B97-C991-03A8-771E-20A36FA3797E}"/>
              </a:ext>
            </a:extLst>
          </p:cNvPr>
          <p:cNvSpPr/>
          <p:nvPr/>
        </p:nvSpPr>
        <p:spPr>
          <a:xfrm>
            <a:off x="826006" y="4312757"/>
            <a:ext cx="2406487" cy="186974"/>
          </a:xfrm>
          <a:custGeom>
            <a:avLst/>
            <a:gdLst>
              <a:gd name="connsiteX0" fmla="*/ 0 w 2873375"/>
              <a:gd name="connsiteY0" fmla="*/ 223249 h 223249"/>
              <a:gd name="connsiteX1" fmla="*/ 577850 w 2873375"/>
              <a:gd name="connsiteY1" fmla="*/ 77199 h 223249"/>
              <a:gd name="connsiteX2" fmla="*/ 1082675 w 2873375"/>
              <a:gd name="connsiteY2" fmla="*/ 16874 h 223249"/>
              <a:gd name="connsiteX3" fmla="*/ 1498600 w 2873375"/>
              <a:gd name="connsiteY3" fmla="*/ 999 h 223249"/>
              <a:gd name="connsiteX4" fmla="*/ 2022475 w 2873375"/>
              <a:gd name="connsiteY4" fmla="*/ 39099 h 223249"/>
              <a:gd name="connsiteX5" fmla="*/ 2657475 w 2873375"/>
              <a:gd name="connsiteY5" fmla="*/ 96249 h 223249"/>
              <a:gd name="connsiteX6" fmla="*/ 2873375 w 2873375"/>
              <a:gd name="connsiteY6" fmla="*/ 105774 h 223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73375" h="223249">
                <a:moveTo>
                  <a:pt x="0" y="223249"/>
                </a:moveTo>
                <a:cubicBezTo>
                  <a:pt x="198702" y="167422"/>
                  <a:pt x="397404" y="111595"/>
                  <a:pt x="577850" y="77199"/>
                </a:cubicBezTo>
                <a:cubicBezTo>
                  <a:pt x="758296" y="42803"/>
                  <a:pt x="929217" y="29574"/>
                  <a:pt x="1082675" y="16874"/>
                </a:cubicBezTo>
                <a:cubicBezTo>
                  <a:pt x="1236133" y="4174"/>
                  <a:pt x="1341967" y="-2705"/>
                  <a:pt x="1498600" y="999"/>
                </a:cubicBezTo>
                <a:cubicBezTo>
                  <a:pt x="1655233" y="4703"/>
                  <a:pt x="2022475" y="39099"/>
                  <a:pt x="2022475" y="39099"/>
                </a:cubicBezTo>
                <a:lnTo>
                  <a:pt x="2657475" y="96249"/>
                </a:lnTo>
                <a:cubicBezTo>
                  <a:pt x="2799292" y="107361"/>
                  <a:pt x="2836333" y="106567"/>
                  <a:pt x="2873375" y="105774"/>
                </a:cubicBezTo>
              </a:path>
            </a:pathLst>
          </a:custGeom>
          <a:noFill/>
          <a:ln w="174625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002E28C-3BCD-3758-0687-B28962E558CE}"/>
              </a:ext>
            </a:extLst>
          </p:cNvPr>
          <p:cNvSpPr/>
          <p:nvPr/>
        </p:nvSpPr>
        <p:spPr>
          <a:xfrm>
            <a:off x="1425368" y="4722629"/>
            <a:ext cx="2129940" cy="157060"/>
          </a:xfrm>
          <a:custGeom>
            <a:avLst/>
            <a:gdLst>
              <a:gd name="connsiteX0" fmla="*/ 0 w 2543175"/>
              <a:gd name="connsiteY0" fmla="*/ 187532 h 187532"/>
              <a:gd name="connsiteX1" fmla="*/ 428625 w 2543175"/>
              <a:gd name="connsiteY1" fmla="*/ 82757 h 187532"/>
              <a:gd name="connsiteX2" fmla="*/ 927100 w 2543175"/>
              <a:gd name="connsiteY2" fmla="*/ 25607 h 187532"/>
              <a:gd name="connsiteX3" fmla="*/ 1533525 w 2543175"/>
              <a:gd name="connsiteY3" fmla="*/ 207 h 187532"/>
              <a:gd name="connsiteX4" fmla="*/ 1879600 w 2543175"/>
              <a:gd name="connsiteY4" fmla="*/ 12907 h 187532"/>
              <a:gd name="connsiteX5" fmla="*/ 2336800 w 2543175"/>
              <a:gd name="connsiteY5" fmla="*/ 35132 h 187532"/>
              <a:gd name="connsiteX6" fmla="*/ 2543175 w 2543175"/>
              <a:gd name="connsiteY6" fmla="*/ 35132 h 187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43175" h="187532">
                <a:moveTo>
                  <a:pt x="0" y="187532"/>
                </a:moveTo>
                <a:cubicBezTo>
                  <a:pt x="137054" y="148638"/>
                  <a:pt x="274108" y="109744"/>
                  <a:pt x="428625" y="82757"/>
                </a:cubicBezTo>
                <a:cubicBezTo>
                  <a:pt x="583142" y="55769"/>
                  <a:pt x="742950" y="39365"/>
                  <a:pt x="927100" y="25607"/>
                </a:cubicBezTo>
                <a:cubicBezTo>
                  <a:pt x="1111250" y="11849"/>
                  <a:pt x="1374775" y="2324"/>
                  <a:pt x="1533525" y="207"/>
                </a:cubicBezTo>
                <a:cubicBezTo>
                  <a:pt x="1692275" y="-1910"/>
                  <a:pt x="1879600" y="12907"/>
                  <a:pt x="1879600" y="12907"/>
                </a:cubicBezTo>
                <a:lnTo>
                  <a:pt x="2336800" y="35132"/>
                </a:lnTo>
                <a:cubicBezTo>
                  <a:pt x="2447396" y="38836"/>
                  <a:pt x="2495285" y="36984"/>
                  <a:pt x="2543175" y="35132"/>
                </a:cubicBezTo>
              </a:path>
            </a:pathLst>
          </a:custGeom>
          <a:noFill/>
          <a:ln w="174625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833EA72-76BC-AA8E-A44D-A7EDBD1A41B0}"/>
              </a:ext>
            </a:extLst>
          </p:cNvPr>
          <p:cNvSpPr/>
          <p:nvPr/>
        </p:nvSpPr>
        <p:spPr>
          <a:xfrm>
            <a:off x="1905070" y="5072782"/>
            <a:ext cx="1978371" cy="327070"/>
          </a:xfrm>
          <a:custGeom>
            <a:avLst/>
            <a:gdLst>
              <a:gd name="connsiteX0" fmla="*/ 0 w 2362200"/>
              <a:gd name="connsiteY0" fmla="*/ 390525 h 390525"/>
              <a:gd name="connsiteX1" fmla="*/ 384175 w 2362200"/>
              <a:gd name="connsiteY1" fmla="*/ 276225 h 390525"/>
              <a:gd name="connsiteX2" fmla="*/ 1047750 w 2362200"/>
              <a:gd name="connsiteY2" fmla="*/ 158750 h 390525"/>
              <a:gd name="connsiteX3" fmla="*/ 1727200 w 2362200"/>
              <a:gd name="connsiteY3" fmla="*/ 88900 h 390525"/>
              <a:gd name="connsiteX4" fmla="*/ 2117725 w 2362200"/>
              <a:gd name="connsiteY4" fmla="*/ 41275 h 390525"/>
              <a:gd name="connsiteX5" fmla="*/ 2362200 w 2362200"/>
              <a:gd name="connsiteY5" fmla="*/ 0 h 390525"/>
              <a:gd name="connsiteX6" fmla="*/ 2362200 w 2362200"/>
              <a:gd name="connsiteY6" fmla="*/ 0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62200" h="390525">
                <a:moveTo>
                  <a:pt x="0" y="390525"/>
                </a:moveTo>
                <a:cubicBezTo>
                  <a:pt x="104775" y="352689"/>
                  <a:pt x="209550" y="314854"/>
                  <a:pt x="384175" y="276225"/>
                </a:cubicBezTo>
                <a:cubicBezTo>
                  <a:pt x="558800" y="237596"/>
                  <a:pt x="823913" y="189971"/>
                  <a:pt x="1047750" y="158750"/>
                </a:cubicBezTo>
                <a:cubicBezTo>
                  <a:pt x="1271588" y="127529"/>
                  <a:pt x="1548871" y="108479"/>
                  <a:pt x="1727200" y="88900"/>
                </a:cubicBezTo>
                <a:cubicBezTo>
                  <a:pt x="1905529" y="69321"/>
                  <a:pt x="2011892" y="56092"/>
                  <a:pt x="2117725" y="41275"/>
                </a:cubicBezTo>
                <a:cubicBezTo>
                  <a:pt x="2223558" y="26458"/>
                  <a:pt x="2362200" y="0"/>
                  <a:pt x="2362200" y="0"/>
                </a:cubicBezTo>
                <a:lnTo>
                  <a:pt x="2362200" y="0"/>
                </a:lnTo>
              </a:path>
            </a:pathLst>
          </a:custGeom>
          <a:noFill/>
          <a:ln w="174625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A018D51A-64C5-572D-9051-788D77C3241F}"/>
              </a:ext>
            </a:extLst>
          </p:cNvPr>
          <p:cNvSpPr/>
          <p:nvPr/>
        </p:nvSpPr>
        <p:spPr>
          <a:xfrm>
            <a:off x="296845" y="4143650"/>
            <a:ext cx="2237900" cy="1616734"/>
          </a:xfrm>
          <a:custGeom>
            <a:avLst/>
            <a:gdLst>
              <a:gd name="connsiteX0" fmla="*/ 0 w 2672080"/>
              <a:gd name="connsiteY0" fmla="*/ 0 h 1930400"/>
              <a:gd name="connsiteX1" fmla="*/ 467360 w 2672080"/>
              <a:gd name="connsiteY1" fmla="*/ 40640 h 1930400"/>
              <a:gd name="connsiteX2" fmla="*/ 919480 w 2672080"/>
              <a:gd name="connsiteY2" fmla="*/ 167640 h 1930400"/>
              <a:gd name="connsiteX3" fmla="*/ 1305560 w 2672080"/>
              <a:gd name="connsiteY3" fmla="*/ 345440 h 1930400"/>
              <a:gd name="connsiteX4" fmla="*/ 1681480 w 2672080"/>
              <a:gd name="connsiteY4" fmla="*/ 645160 h 1930400"/>
              <a:gd name="connsiteX5" fmla="*/ 2001520 w 2672080"/>
              <a:gd name="connsiteY5" fmla="*/ 1036320 h 1930400"/>
              <a:gd name="connsiteX6" fmla="*/ 2321560 w 2672080"/>
              <a:gd name="connsiteY6" fmla="*/ 1463040 h 1930400"/>
              <a:gd name="connsiteX7" fmla="*/ 2565400 w 2672080"/>
              <a:gd name="connsiteY7" fmla="*/ 1813560 h 1930400"/>
              <a:gd name="connsiteX8" fmla="*/ 2672080 w 2672080"/>
              <a:gd name="connsiteY8" fmla="*/ 1930400 h 193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72080" h="1930400">
                <a:moveTo>
                  <a:pt x="0" y="0"/>
                </a:moveTo>
                <a:cubicBezTo>
                  <a:pt x="157056" y="6350"/>
                  <a:pt x="314113" y="12700"/>
                  <a:pt x="467360" y="40640"/>
                </a:cubicBezTo>
                <a:cubicBezTo>
                  <a:pt x="620607" y="68580"/>
                  <a:pt x="779780" y="116840"/>
                  <a:pt x="919480" y="167640"/>
                </a:cubicBezTo>
                <a:cubicBezTo>
                  <a:pt x="1059180" y="218440"/>
                  <a:pt x="1178560" y="265853"/>
                  <a:pt x="1305560" y="345440"/>
                </a:cubicBezTo>
                <a:cubicBezTo>
                  <a:pt x="1432560" y="425027"/>
                  <a:pt x="1565487" y="530013"/>
                  <a:pt x="1681480" y="645160"/>
                </a:cubicBezTo>
                <a:cubicBezTo>
                  <a:pt x="1797473" y="760307"/>
                  <a:pt x="1894840" y="900007"/>
                  <a:pt x="2001520" y="1036320"/>
                </a:cubicBezTo>
                <a:cubicBezTo>
                  <a:pt x="2108200" y="1172633"/>
                  <a:pt x="2227580" y="1333500"/>
                  <a:pt x="2321560" y="1463040"/>
                </a:cubicBezTo>
                <a:cubicBezTo>
                  <a:pt x="2415540" y="1592580"/>
                  <a:pt x="2506980" y="1735667"/>
                  <a:pt x="2565400" y="1813560"/>
                </a:cubicBezTo>
                <a:cubicBezTo>
                  <a:pt x="2623820" y="1891453"/>
                  <a:pt x="2647950" y="1910926"/>
                  <a:pt x="2672080" y="1930400"/>
                </a:cubicBezTo>
              </a:path>
            </a:pathLst>
          </a:custGeom>
          <a:noFill/>
          <a:ln w="174625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EB678DC-6263-9A52-8947-B956902949BC}"/>
              </a:ext>
            </a:extLst>
          </p:cNvPr>
          <p:cNvSpPr/>
          <p:nvPr/>
        </p:nvSpPr>
        <p:spPr>
          <a:xfrm>
            <a:off x="1479613" y="4011759"/>
            <a:ext cx="1752880" cy="1569934"/>
          </a:xfrm>
          <a:custGeom>
            <a:avLst/>
            <a:gdLst>
              <a:gd name="connsiteX0" fmla="*/ 0 w 2092960"/>
              <a:gd name="connsiteY0" fmla="*/ 0 h 1874520"/>
              <a:gd name="connsiteX1" fmla="*/ 269240 w 2092960"/>
              <a:gd name="connsiteY1" fmla="*/ 35560 h 1874520"/>
              <a:gd name="connsiteX2" fmla="*/ 492760 w 2092960"/>
              <a:gd name="connsiteY2" fmla="*/ 142240 h 1874520"/>
              <a:gd name="connsiteX3" fmla="*/ 751840 w 2092960"/>
              <a:gd name="connsiteY3" fmla="*/ 294640 h 1874520"/>
              <a:gd name="connsiteX4" fmla="*/ 1061720 w 2092960"/>
              <a:gd name="connsiteY4" fmla="*/ 584200 h 1874520"/>
              <a:gd name="connsiteX5" fmla="*/ 1315720 w 2092960"/>
              <a:gd name="connsiteY5" fmla="*/ 934720 h 1874520"/>
              <a:gd name="connsiteX6" fmla="*/ 1518920 w 2092960"/>
              <a:gd name="connsiteY6" fmla="*/ 1264920 h 1874520"/>
              <a:gd name="connsiteX7" fmla="*/ 1706880 w 2092960"/>
              <a:gd name="connsiteY7" fmla="*/ 1518920 h 1874520"/>
              <a:gd name="connsiteX8" fmla="*/ 1925320 w 2092960"/>
              <a:gd name="connsiteY8" fmla="*/ 1747520 h 1874520"/>
              <a:gd name="connsiteX9" fmla="*/ 2092960 w 2092960"/>
              <a:gd name="connsiteY9" fmla="*/ 1874520 h 187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92960" h="1874520">
                <a:moveTo>
                  <a:pt x="0" y="0"/>
                </a:moveTo>
                <a:cubicBezTo>
                  <a:pt x="93556" y="5926"/>
                  <a:pt x="187113" y="11853"/>
                  <a:pt x="269240" y="35560"/>
                </a:cubicBezTo>
                <a:cubicBezTo>
                  <a:pt x="351367" y="59267"/>
                  <a:pt x="412327" y="99060"/>
                  <a:pt x="492760" y="142240"/>
                </a:cubicBezTo>
                <a:cubicBezTo>
                  <a:pt x="573193" y="185420"/>
                  <a:pt x="657013" y="220980"/>
                  <a:pt x="751840" y="294640"/>
                </a:cubicBezTo>
                <a:cubicBezTo>
                  <a:pt x="846667" y="368300"/>
                  <a:pt x="967740" y="477520"/>
                  <a:pt x="1061720" y="584200"/>
                </a:cubicBezTo>
                <a:cubicBezTo>
                  <a:pt x="1155700" y="690880"/>
                  <a:pt x="1239520" y="821267"/>
                  <a:pt x="1315720" y="934720"/>
                </a:cubicBezTo>
                <a:cubicBezTo>
                  <a:pt x="1391920" y="1048173"/>
                  <a:pt x="1453727" y="1167553"/>
                  <a:pt x="1518920" y="1264920"/>
                </a:cubicBezTo>
                <a:cubicBezTo>
                  <a:pt x="1584113" y="1362287"/>
                  <a:pt x="1639147" y="1438487"/>
                  <a:pt x="1706880" y="1518920"/>
                </a:cubicBezTo>
                <a:cubicBezTo>
                  <a:pt x="1774613" y="1599353"/>
                  <a:pt x="1860973" y="1688253"/>
                  <a:pt x="1925320" y="1747520"/>
                </a:cubicBezTo>
                <a:cubicBezTo>
                  <a:pt x="1989667" y="1806787"/>
                  <a:pt x="2041313" y="1840653"/>
                  <a:pt x="2092960" y="1874520"/>
                </a:cubicBezTo>
              </a:path>
            </a:pathLst>
          </a:custGeom>
          <a:noFill/>
          <a:ln w="174625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8BCBB603-314C-AC69-940E-E17F6F5D5BA3}"/>
              </a:ext>
            </a:extLst>
          </p:cNvPr>
          <p:cNvSpPr/>
          <p:nvPr/>
        </p:nvSpPr>
        <p:spPr>
          <a:xfrm>
            <a:off x="2713436" y="4130886"/>
            <a:ext cx="1238078" cy="1263605"/>
          </a:xfrm>
          <a:custGeom>
            <a:avLst/>
            <a:gdLst>
              <a:gd name="connsiteX0" fmla="*/ 0 w 1478280"/>
              <a:gd name="connsiteY0" fmla="*/ 0 h 1508760"/>
              <a:gd name="connsiteX1" fmla="*/ 167640 w 1478280"/>
              <a:gd name="connsiteY1" fmla="*/ 101600 h 1508760"/>
              <a:gd name="connsiteX2" fmla="*/ 304800 w 1478280"/>
              <a:gd name="connsiteY2" fmla="*/ 274320 h 1508760"/>
              <a:gd name="connsiteX3" fmla="*/ 523240 w 1478280"/>
              <a:gd name="connsiteY3" fmla="*/ 635000 h 1508760"/>
              <a:gd name="connsiteX4" fmla="*/ 807720 w 1478280"/>
              <a:gd name="connsiteY4" fmla="*/ 1000760 h 1508760"/>
              <a:gd name="connsiteX5" fmla="*/ 1148080 w 1478280"/>
              <a:gd name="connsiteY5" fmla="*/ 1315720 h 1508760"/>
              <a:gd name="connsiteX6" fmla="*/ 1376680 w 1478280"/>
              <a:gd name="connsiteY6" fmla="*/ 1473200 h 1508760"/>
              <a:gd name="connsiteX7" fmla="*/ 1478280 w 1478280"/>
              <a:gd name="connsiteY7" fmla="*/ 1508760 h 1508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78280" h="1508760">
                <a:moveTo>
                  <a:pt x="0" y="0"/>
                </a:moveTo>
                <a:cubicBezTo>
                  <a:pt x="58420" y="27940"/>
                  <a:pt x="116840" y="55880"/>
                  <a:pt x="167640" y="101600"/>
                </a:cubicBezTo>
                <a:cubicBezTo>
                  <a:pt x="218440" y="147320"/>
                  <a:pt x="245533" y="185420"/>
                  <a:pt x="304800" y="274320"/>
                </a:cubicBezTo>
                <a:cubicBezTo>
                  <a:pt x="364067" y="363220"/>
                  <a:pt x="439420" y="513927"/>
                  <a:pt x="523240" y="635000"/>
                </a:cubicBezTo>
                <a:cubicBezTo>
                  <a:pt x="607060" y="756073"/>
                  <a:pt x="703580" y="887307"/>
                  <a:pt x="807720" y="1000760"/>
                </a:cubicBezTo>
                <a:cubicBezTo>
                  <a:pt x="911860" y="1114213"/>
                  <a:pt x="1053253" y="1236980"/>
                  <a:pt x="1148080" y="1315720"/>
                </a:cubicBezTo>
                <a:cubicBezTo>
                  <a:pt x="1242907" y="1394460"/>
                  <a:pt x="1321647" y="1441027"/>
                  <a:pt x="1376680" y="1473200"/>
                </a:cubicBezTo>
                <a:cubicBezTo>
                  <a:pt x="1431713" y="1505373"/>
                  <a:pt x="1454996" y="1507066"/>
                  <a:pt x="1478280" y="1508760"/>
                </a:cubicBezTo>
              </a:path>
            </a:pathLst>
          </a:custGeom>
          <a:noFill/>
          <a:ln w="174625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A24D10F-9450-322A-371D-09493A2A9DDC}"/>
              </a:ext>
            </a:extLst>
          </p:cNvPr>
          <p:cNvGrpSpPr>
            <a:grpSpLocks noChangeAspect="1"/>
          </p:cNvGrpSpPr>
          <p:nvPr/>
        </p:nvGrpSpPr>
        <p:grpSpPr>
          <a:xfrm rot="21216832" flipH="1">
            <a:off x="354142" y="1097615"/>
            <a:ext cx="2207094" cy="2859835"/>
            <a:chOff x="4252692" y="579765"/>
            <a:chExt cx="3139531" cy="414813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7B4682C-729A-6271-8AA9-66EB124A1595}"/>
                </a:ext>
              </a:extLst>
            </p:cNvPr>
            <p:cNvGrpSpPr>
              <a:grpSpLocks noChangeAspect="1"/>
            </p:cNvGrpSpPr>
            <p:nvPr/>
          </p:nvGrpSpPr>
          <p:grpSpPr>
            <a:xfrm rot="21519283">
              <a:off x="4252692" y="579765"/>
              <a:ext cx="1324603" cy="1831474"/>
              <a:chOff x="4342418" y="1282700"/>
              <a:chExt cx="2493781" cy="3448050"/>
            </a:xfrm>
          </p:grpSpPr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34ACAECC-C4B6-382D-7110-FC724E765BB0}"/>
                  </a:ext>
                </a:extLst>
              </p:cNvPr>
              <p:cNvSpPr/>
              <p:nvPr/>
            </p:nvSpPr>
            <p:spPr>
              <a:xfrm>
                <a:off x="4356100" y="1282700"/>
                <a:ext cx="2480099" cy="3448050"/>
              </a:xfrm>
              <a:custGeom>
                <a:avLst/>
                <a:gdLst>
                  <a:gd name="connsiteX0" fmla="*/ 2387600 w 2480099"/>
                  <a:gd name="connsiteY0" fmla="*/ 3448050 h 3448050"/>
                  <a:gd name="connsiteX1" fmla="*/ 2470150 w 2480099"/>
                  <a:gd name="connsiteY1" fmla="*/ 2959100 h 3448050"/>
                  <a:gd name="connsiteX2" fmla="*/ 2463800 w 2480099"/>
                  <a:gd name="connsiteY2" fmla="*/ 2286000 h 3448050"/>
                  <a:gd name="connsiteX3" fmla="*/ 2336800 w 2480099"/>
                  <a:gd name="connsiteY3" fmla="*/ 1727200 h 3448050"/>
                  <a:gd name="connsiteX4" fmla="*/ 2070100 w 2480099"/>
                  <a:gd name="connsiteY4" fmla="*/ 1206500 h 3448050"/>
                  <a:gd name="connsiteX5" fmla="*/ 1727200 w 2480099"/>
                  <a:gd name="connsiteY5" fmla="*/ 812800 h 3448050"/>
                  <a:gd name="connsiteX6" fmla="*/ 1244600 w 2480099"/>
                  <a:gd name="connsiteY6" fmla="*/ 457200 h 3448050"/>
                  <a:gd name="connsiteX7" fmla="*/ 673100 w 2480099"/>
                  <a:gd name="connsiteY7" fmla="*/ 171450 h 3448050"/>
                  <a:gd name="connsiteX8" fmla="*/ 0 w 2480099"/>
                  <a:gd name="connsiteY8" fmla="*/ 0 h 3448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80099" h="3448050">
                    <a:moveTo>
                      <a:pt x="2387600" y="3448050"/>
                    </a:moveTo>
                    <a:cubicBezTo>
                      <a:pt x="2422525" y="3300412"/>
                      <a:pt x="2457450" y="3152775"/>
                      <a:pt x="2470150" y="2959100"/>
                    </a:cubicBezTo>
                    <a:cubicBezTo>
                      <a:pt x="2482850" y="2765425"/>
                      <a:pt x="2486025" y="2491317"/>
                      <a:pt x="2463800" y="2286000"/>
                    </a:cubicBezTo>
                    <a:cubicBezTo>
                      <a:pt x="2441575" y="2080683"/>
                      <a:pt x="2402417" y="1907117"/>
                      <a:pt x="2336800" y="1727200"/>
                    </a:cubicBezTo>
                    <a:cubicBezTo>
                      <a:pt x="2271183" y="1547283"/>
                      <a:pt x="2171700" y="1358900"/>
                      <a:pt x="2070100" y="1206500"/>
                    </a:cubicBezTo>
                    <a:cubicBezTo>
                      <a:pt x="1968500" y="1054100"/>
                      <a:pt x="1864783" y="937683"/>
                      <a:pt x="1727200" y="812800"/>
                    </a:cubicBezTo>
                    <a:cubicBezTo>
                      <a:pt x="1589617" y="687917"/>
                      <a:pt x="1420283" y="564092"/>
                      <a:pt x="1244600" y="457200"/>
                    </a:cubicBezTo>
                    <a:cubicBezTo>
                      <a:pt x="1068917" y="350308"/>
                      <a:pt x="880533" y="247650"/>
                      <a:pt x="673100" y="171450"/>
                    </a:cubicBezTo>
                    <a:cubicBezTo>
                      <a:pt x="465667" y="95250"/>
                      <a:pt x="232833" y="47625"/>
                      <a:pt x="0" y="0"/>
                    </a:cubicBezTo>
                  </a:path>
                </a:pathLst>
              </a:custGeom>
              <a:noFill/>
              <a:ln w="254000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38073720-33BA-696D-942A-49F6087BC943}"/>
                  </a:ext>
                </a:extLst>
              </p:cNvPr>
              <p:cNvSpPr/>
              <p:nvPr/>
            </p:nvSpPr>
            <p:spPr>
              <a:xfrm>
                <a:off x="4342418" y="1282700"/>
                <a:ext cx="2394932" cy="3441700"/>
              </a:xfrm>
              <a:custGeom>
                <a:avLst/>
                <a:gdLst>
                  <a:gd name="connsiteX0" fmla="*/ 2394932 w 2394932"/>
                  <a:gd name="connsiteY0" fmla="*/ 3441700 h 3441700"/>
                  <a:gd name="connsiteX1" fmla="*/ 1607532 w 2394932"/>
                  <a:gd name="connsiteY1" fmla="*/ 3219450 h 3441700"/>
                  <a:gd name="connsiteX2" fmla="*/ 928082 w 2394932"/>
                  <a:gd name="connsiteY2" fmla="*/ 2832100 h 3441700"/>
                  <a:gd name="connsiteX3" fmla="*/ 464532 w 2394932"/>
                  <a:gd name="connsiteY3" fmla="*/ 2305050 h 3441700"/>
                  <a:gd name="connsiteX4" fmla="*/ 216882 w 2394932"/>
                  <a:gd name="connsiteY4" fmla="*/ 1803400 h 3441700"/>
                  <a:gd name="connsiteX5" fmla="*/ 83532 w 2394932"/>
                  <a:gd name="connsiteY5" fmla="*/ 1314450 h 3441700"/>
                  <a:gd name="connsiteX6" fmla="*/ 7332 w 2394932"/>
                  <a:gd name="connsiteY6" fmla="*/ 717550 h 3441700"/>
                  <a:gd name="connsiteX7" fmla="*/ 7332 w 2394932"/>
                  <a:gd name="connsiteY7" fmla="*/ 0 h 3441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94932" h="3441700">
                    <a:moveTo>
                      <a:pt x="2394932" y="3441700"/>
                    </a:moveTo>
                    <a:cubicBezTo>
                      <a:pt x="2123469" y="3381375"/>
                      <a:pt x="1852007" y="3321050"/>
                      <a:pt x="1607532" y="3219450"/>
                    </a:cubicBezTo>
                    <a:cubicBezTo>
                      <a:pt x="1363057" y="3117850"/>
                      <a:pt x="1118582" y="2984500"/>
                      <a:pt x="928082" y="2832100"/>
                    </a:cubicBezTo>
                    <a:cubicBezTo>
                      <a:pt x="737582" y="2679700"/>
                      <a:pt x="583065" y="2476500"/>
                      <a:pt x="464532" y="2305050"/>
                    </a:cubicBezTo>
                    <a:cubicBezTo>
                      <a:pt x="345999" y="2133600"/>
                      <a:pt x="280382" y="1968500"/>
                      <a:pt x="216882" y="1803400"/>
                    </a:cubicBezTo>
                    <a:cubicBezTo>
                      <a:pt x="153382" y="1638300"/>
                      <a:pt x="118457" y="1495425"/>
                      <a:pt x="83532" y="1314450"/>
                    </a:cubicBezTo>
                    <a:cubicBezTo>
                      <a:pt x="48607" y="1133475"/>
                      <a:pt x="20032" y="936625"/>
                      <a:pt x="7332" y="717550"/>
                    </a:cubicBezTo>
                    <a:cubicBezTo>
                      <a:pt x="-5368" y="498475"/>
                      <a:pt x="982" y="249237"/>
                      <a:pt x="7332" y="0"/>
                    </a:cubicBezTo>
                  </a:path>
                </a:pathLst>
              </a:custGeom>
              <a:noFill/>
              <a:ln w="254000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8EC33F35-A778-94F2-E7C5-12DA85BE161E}"/>
                </a:ext>
              </a:extLst>
            </p:cNvPr>
            <p:cNvGrpSpPr>
              <a:grpSpLocks noChangeAspect="1"/>
            </p:cNvGrpSpPr>
            <p:nvPr/>
          </p:nvGrpSpPr>
          <p:grpSpPr>
            <a:xfrm rot="289076" flipH="1">
              <a:off x="6114183" y="1160226"/>
              <a:ext cx="1210464" cy="1682891"/>
              <a:chOff x="4342418" y="1282700"/>
              <a:chExt cx="2493781" cy="3448050"/>
            </a:xfrm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801994E0-7521-67E8-9C70-4F995FB4AFA0}"/>
                  </a:ext>
                </a:extLst>
              </p:cNvPr>
              <p:cNvSpPr/>
              <p:nvPr/>
            </p:nvSpPr>
            <p:spPr>
              <a:xfrm>
                <a:off x="4356100" y="1282700"/>
                <a:ext cx="2480099" cy="3448050"/>
              </a:xfrm>
              <a:custGeom>
                <a:avLst/>
                <a:gdLst>
                  <a:gd name="connsiteX0" fmla="*/ 2387600 w 2480099"/>
                  <a:gd name="connsiteY0" fmla="*/ 3448050 h 3448050"/>
                  <a:gd name="connsiteX1" fmla="*/ 2470150 w 2480099"/>
                  <a:gd name="connsiteY1" fmla="*/ 2959100 h 3448050"/>
                  <a:gd name="connsiteX2" fmla="*/ 2463800 w 2480099"/>
                  <a:gd name="connsiteY2" fmla="*/ 2286000 h 3448050"/>
                  <a:gd name="connsiteX3" fmla="*/ 2336800 w 2480099"/>
                  <a:gd name="connsiteY3" fmla="*/ 1727200 h 3448050"/>
                  <a:gd name="connsiteX4" fmla="*/ 2070100 w 2480099"/>
                  <a:gd name="connsiteY4" fmla="*/ 1206500 h 3448050"/>
                  <a:gd name="connsiteX5" fmla="*/ 1727200 w 2480099"/>
                  <a:gd name="connsiteY5" fmla="*/ 812800 h 3448050"/>
                  <a:gd name="connsiteX6" fmla="*/ 1244600 w 2480099"/>
                  <a:gd name="connsiteY6" fmla="*/ 457200 h 3448050"/>
                  <a:gd name="connsiteX7" fmla="*/ 673100 w 2480099"/>
                  <a:gd name="connsiteY7" fmla="*/ 171450 h 3448050"/>
                  <a:gd name="connsiteX8" fmla="*/ 0 w 2480099"/>
                  <a:gd name="connsiteY8" fmla="*/ 0 h 3448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80099" h="3448050">
                    <a:moveTo>
                      <a:pt x="2387600" y="3448050"/>
                    </a:moveTo>
                    <a:cubicBezTo>
                      <a:pt x="2422525" y="3300412"/>
                      <a:pt x="2457450" y="3152775"/>
                      <a:pt x="2470150" y="2959100"/>
                    </a:cubicBezTo>
                    <a:cubicBezTo>
                      <a:pt x="2482850" y="2765425"/>
                      <a:pt x="2486025" y="2491317"/>
                      <a:pt x="2463800" y="2286000"/>
                    </a:cubicBezTo>
                    <a:cubicBezTo>
                      <a:pt x="2441575" y="2080683"/>
                      <a:pt x="2402417" y="1907117"/>
                      <a:pt x="2336800" y="1727200"/>
                    </a:cubicBezTo>
                    <a:cubicBezTo>
                      <a:pt x="2271183" y="1547283"/>
                      <a:pt x="2171700" y="1358900"/>
                      <a:pt x="2070100" y="1206500"/>
                    </a:cubicBezTo>
                    <a:cubicBezTo>
                      <a:pt x="1968500" y="1054100"/>
                      <a:pt x="1864783" y="937683"/>
                      <a:pt x="1727200" y="812800"/>
                    </a:cubicBezTo>
                    <a:cubicBezTo>
                      <a:pt x="1589617" y="687917"/>
                      <a:pt x="1420283" y="564092"/>
                      <a:pt x="1244600" y="457200"/>
                    </a:cubicBezTo>
                    <a:cubicBezTo>
                      <a:pt x="1068917" y="350308"/>
                      <a:pt x="880533" y="247650"/>
                      <a:pt x="673100" y="171450"/>
                    </a:cubicBezTo>
                    <a:cubicBezTo>
                      <a:pt x="465667" y="95250"/>
                      <a:pt x="232833" y="47625"/>
                      <a:pt x="0" y="0"/>
                    </a:cubicBezTo>
                  </a:path>
                </a:pathLst>
              </a:custGeom>
              <a:noFill/>
              <a:ln w="254000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F49A80FF-4284-014D-AF47-6EA8341C9BE1}"/>
                  </a:ext>
                </a:extLst>
              </p:cNvPr>
              <p:cNvSpPr/>
              <p:nvPr/>
            </p:nvSpPr>
            <p:spPr>
              <a:xfrm>
                <a:off x="4342418" y="1282700"/>
                <a:ext cx="2394932" cy="3441700"/>
              </a:xfrm>
              <a:custGeom>
                <a:avLst/>
                <a:gdLst>
                  <a:gd name="connsiteX0" fmla="*/ 2394932 w 2394932"/>
                  <a:gd name="connsiteY0" fmla="*/ 3441700 h 3441700"/>
                  <a:gd name="connsiteX1" fmla="*/ 1607532 w 2394932"/>
                  <a:gd name="connsiteY1" fmla="*/ 3219450 h 3441700"/>
                  <a:gd name="connsiteX2" fmla="*/ 928082 w 2394932"/>
                  <a:gd name="connsiteY2" fmla="*/ 2832100 h 3441700"/>
                  <a:gd name="connsiteX3" fmla="*/ 464532 w 2394932"/>
                  <a:gd name="connsiteY3" fmla="*/ 2305050 h 3441700"/>
                  <a:gd name="connsiteX4" fmla="*/ 216882 w 2394932"/>
                  <a:gd name="connsiteY4" fmla="*/ 1803400 h 3441700"/>
                  <a:gd name="connsiteX5" fmla="*/ 83532 w 2394932"/>
                  <a:gd name="connsiteY5" fmla="*/ 1314450 h 3441700"/>
                  <a:gd name="connsiteX6" fmla="*/ 7332 w 2394932"/>
                  <a:gd name="connsiteY6" fmla="*/ 717550 h 3441700"/>
                  <a:gd name="connsiteX7" fmla="*/ 7332 w 2394932"/>
                  <a:gd name="connsiteY7" fmla="*/ 0 h 3441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94932" h="3441700">
                    <a:moveTo>
                      <a:pt x="2394932" y="3441700"/>
                    </a:moveTo>
                    <a:cubicBezTo>
                      <a:pt x="2123469" y="3381375"/>
                      <a:pt x="1852007" y="3321050"/>
                      <a:pt x="1607532" y="3219450"/>
                    </a:cubicBezTo>
                    <a:cubicBezTo>
                      <a:pt x="1363057" y="3117850"/>
                      <a:pt x="1118582" y="2984500"/>
                      <a:pt x="928082" y="2832100"/>
                    </a:cubicBezTo>
                    <a:cubicBezTo>
                      <a:pt x="737582" y="2679700"/>
                      <a:pt x="583065" y="2476500"/>
                      <a:pt x="464532" y="2305050"/>
                    </a:cubicBezTo>
                    <a:cubicBezTo>
                      <a:pt x="345999" y="2133600"/>
                      <a:pt x="280382" y="1968500"/>
                      <a:pt x="216882" y="1803400"/>
                    </a:cubicBezTo>
                    <a:cubicBezTo>
                      <a:pt x="153382" y="1638300"/>
                      <a:pt x="118457" y="1495425"/>
                      <a:pt x="83532" y="1314450"/>
                    </a:cubicBezTo>
                    <a:cubicBezTo>
                      <a:pt x="48607" y="1133475"/>
                      <a:pt x="20032" y="936625"/>
                      <a:pt x="7332" y="717550"/>
                    </a:cubicBezTo>
                    <a:cubicBezTo>
                      <a:pt x="-5368" y="498475"/>
                      <a:pt x="982" y="249237"/>
                      <a:pt x="7332" y="0"/>
                    </a:cubicBezTo>
                  </a:path>
                </a:pathLst>
              </a:custGeom>
              <a:noFill/>
              <a:ln w="254000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2A467D4-6AEF-5631-BE37-996727D801C2}"/>
                </a:ext>
              </a:extLst>
            </p:cNvPr>
            <p:cNvGrpSpPr/>
            <p:nvPr/>
          </p:nvGrpSpPr>
          <p:grpSpPr>
            <a:xfrm>
              <a:off x="4371823" y="765600"/>
              <a:ext cx="3020400" cy="3962300"/>
              <a:chOff x="4371823" y="765600"/>
              <a:chExt cx="3020400" cy="3962300"/>
            </a:xfrm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51DDC19-4316-C717-55BA-E052ABE54AA7}"/>
                  </a:ext>
                </a:extLst>
              </p:cNvPr>
              <p:cNvSpPr/>
              <p:nvPr/>
            </p:nvSpPr>
            <p:spPr>
              <a:xfrm rot="289076">
                <a:off x="5118317" y="1918420"/>
                <a:ext cx="981777" cy="2791326"/>
              </a:xfrm>
              <a:custGeom>
                <a:avLst/>
                <a:gdLst>
                  <a:gd name="connsiteX0" fmla="*/ 981777 w 981777"/>
                  <a:gd name="connsiteY0" fmla="*/ 2791326 h 2791326"/>
                  <a:gd name="connsiteX1" fmla="*/ 721895 w 981777"/>
                  <a:gd name="connsiteY1" fmla="*/ 1328286 h 2791326"/>
                  <a:gd name="connsiteX2" fmla="*/ 385011 w 981777"/>
                  <a:gd name="connsiteY2" fmla="*/ 548640 h 2791326"/>
                  <a:gd name="connsiteX3" fmla="*/ 0 w 981777"/>
                  <a:gd name="connsiteY3" fmla="*/ 0 h 2791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1777" h="2791326">
                    <a:moveTo>
                      <a:pt x="981777" y="2791326"/>
                    </a:moveTo>
                    <a:cubicBezTo>
                      <a:pt x="901566" y="2246696"/>
                      <a:pt x="821356" y="1702067"/>
                      <a:pt x="721895" y="1328286"/>
                    </a:cubicBezTo>
                    <a:cubicBezTo>
                      <a:pt x="622434" y="954505"/>
                      <a:pt x="505327" y="770021"/>
                      <a:pt x="385011" y="548640"/>
                    </a:cubicBezTo>
                    <a:cubicBezTo>
                      <a:pt x="264695" y="327259"/>
                      <a:pt x="132347" y="163629"/>
                      <a:pt x="0" y="0"/>
                    </a:cubicBezTo>
                  </a:path>
                </a:pathLst>
              </a:custGeom>
              <a:noFill/>
              <a:ln w="187325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4209CF58-02C5-C0CD-11E4-89B30A01B9F6}"/>
                  </a:ext>
                </a:extLst>
              </p:cNvPr>
              <p:cNvSpPr/>
              <p:nvPr/>
            </p:nvSpPr>
            <p:spPr>
              <a:xfrm rot="289076">
                <a:off x="5878201" y="2757586"/>
                <a:ext cx="174171" cy="1970314"/>
              </a:xfrm>
              <a:custGeom>
                <a:avLst/>
                <a:gdLst>
                  <a:gd name="connsiteX0" fmla="*/ 174171 w 174171"/>
                  <a:gd name="connsiteY0" fmla="*/ 1970314 h 1970314"/>
                  <a:gd name="connsiteX1" fmla="*/ 54428 w 174171"/>
                  <a:gd name="connsiteY1" fmla="*/ 1099457 h 1970314"/>
                  <a:gd name="connsiteX2" fmla="*/ 0 w 174171"/>
                  <a:gd name="connsiteY2" fmla="*/ 664029 h 1970314"/>
                  <a:gd name="connsiteX3" fmla="*/ 54428 w 174171"/>
                  <a:gd name="connsiteY3" fmla="*/ 239486 h 1970314"/>
                  <a:gd name="connsiteX4" fmla="*/ 152400 w 174171"/>
                  <a:gd name="connsiteY4" fmla="*/ 0 h 1970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171" h="1970314">
                    <a:moveTo>
                      <a:pt x="174171" y="1970314"/>
                    </a:moveTo>
                    <a:cubicBezTo>
                      <a:pt x="128813" y="1643742"/>
                      <a:pt x="83456" y="1317171"/>
                      <a:pt x="54428" y="1099457"/>
                    </a:cubicBezTo>
                    <a:cubicBezTo>
                      <a:pt x="25400" y="881743"/>
                      <a:pt x="0" y="807357"/>
                      <a:pt x="0" y="664029"/>
                    </a:cubicBezTo>
                    <a:cubicBezTo>
                      <a:pt x="0" y="520701"/>
                      <a:pt x="29028" y="350158"/>
                      <a:pt x="54428" y="239486"/>
                    </a:cubicBezTo>
                    <a:cubicBezTo>
                      <a:pt x="79828" y="128814"/>
                      <a:pt x="116114" y="64407"/>
                      <a:pt x="152400" y="0"/>
                    </a:cubicBezTo>
                  </a:path>
                </a:pathLst>
              </a:custGeom>
              <a:noFill/>
              <a:ln w="187325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2">
                <p14:nvContentPartPr>
                  <p14:cNvPr id="42" name="Ink 41">
                    <a:extLst>
                      <a:ext uri="{FF2B5EF4-FFF2-40B4-BE49-F238E27FC236}">
                        <a16:creationId xmlns:a16="http://schemas.microsoft.com/office/drawing/2014/main" id="{57643E2A-FC02-64FB-7F8E-88B8FA8A644D}"/>
                      </a:ext>
                    </a:extLst>
                  </p14:cNvPr>
                  <p14:cNvContentPartPr/>
                  <p14:nvPr/>
                </p14:nvContentPartPr>
                <p14:xfrm>
                  <a:off x="6216463" y="1238640"/>
                  <a:ext cx="1175760" cy="1424160"/>
                </p14:xfrm>
              </p:contentPart>
            </mc:Choice>
            <mc:Fallback xmlns="">
              <p:pic>
                <p:nvPicPr>
                  <p:cNvPr id="42" name="Ink 41">
                    <a:extLst>
                      <a:ext uri="{FF2B5EF4-FFF2-40B4-BE49-F238E27FC236}">
                        <a16:creationId xmlns:a16="http://schemas.microsoft.com/office/drawing/2014/main" id="{57643E2A-FC02-64FB-7F8E-88B8FA8A644D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6126847" y="1147281"/>
                    <a:ext cx="1354480" cy="160635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">
                <p14:nvContentPartPr>
                  <p14:cNvPr id="43" name="Ink 42">
                    <a:extLst>
                      <a:ext uri="{FF2B5EF4-FFF2-40B4-BE49-F238E27FC236}">
                        <a16:creationId xmlns:a16="http://schemas.microsoft.com/office/drawing/2014/main" id="{4C5CF145-1ACA-25B2-F664-542C30CE3BA0}"/>
                      </a:ext>
                    </a:extLst>
                  </p14:cNvPr>
                  <p14:cNvContentPartPr/>
                  <p14:nvPr/>
                </p14:nvContentPartPr>
                <p14:xfrm>
                  <a:off x="4371823" y="765600"/>
                  <a:ext cx="1083600" cy="1408320"/>
                </p14:xfrm>
              </p:contentPart>
            </mc:Choice>
            <mc:Fallback xmlns="">
              <p:pic>
                <p:nvPicPr>
                  <p:cNvPr id="43" name="Ink 42">
                    <a:extLst>
                      <a:ext uri="{FF2B5EF4-FFF2-40B4-BE49-F238E27FC236}">
                        <a16:creationId xmlns:a16="http://schemas.microsoft.com/office/drawing/2014/main" id="{4C5CF145-1ACA-25B2-F664-542C30CE3BA0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4282248" y="674218"/>
                    <a:ext cx="1262238" cy="1590561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8839C5E-64EB-EC4E-F6FB-11CD248C32BB}"/>
              </a:ext>
            </a:extLst>
          </p:cNvPr>
          <p:cNvGrpSpPr>
            <a:grpSpLocks noChangeAspect="1"/>
          </p:cNvGrpSpPr>
          <p:nvPr/>
        </p:nvGrpSpPr>
        <p:grpSpPr>
          <a:xfrm>
            <a:off x="1765560" y="2550086"/>
            <a:ext cx="388361" cy="1437773"/>
            <a:chOff x="7145738" y="2088424"/>
            <a:chExt cx="1834479" cy="6791513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6E89EBD-357C-8E8F-3626-B45AD40491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45744" y="4047472"/>
              <a:ext cx="1834473" cy="891510"/>
            </a:xfrm>
            <a:custGeom>
              <a:avLst/>
              <a:gdLst>
                <a:gd name="connsiteX0" fmla="*/ 893826 w 1787652"/>
                <a:gd name="connsiteY0" fmla="*/ 0 h 891510"/>
                <a:gd name="connsiteX1" fmla="*/ 1783171 w 1787652"/>
                <a:gd name="connsiteY1" fmla="*/ 802748 h 891510"/>
                <a:gd name="connsiteX2" fmla="*/ 1787652 w 1787652"/>
                <a:gd name="connsiteY2" fmla="*/ 891510 h 891510"/>
                <a:gd name="connsiteX3" fmla="*/ 0 w 1787652"/>
                <a:gd name="connsiteY3" fmla="*/ 891510 h 891510"/>
                <a:gd name="connsiteX4" fmla="*/ 4481 w 1787652"/>
                <a:gd name="connsiteY4" fmla="*/ 802748 h 891510"/>
                <a:gd name="connsiteX5" fmla="*/ 893826 w 1787652"/>
                <a:gd name="connsiteY5" fmla="*/ 0 h 891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87652" h="891510">
                  <a:moveTo>
                    <a:pt x="893826" y="0"/>
                  </a:moveTo>
                  <a:cubicBezTo>
                    <a:pt x="1356688" y="0"/>
                    <a:pt x="1737391" y="351856"/>
                    <a:pt x="1783171" y="802748"/>
                  </a:cubicBezTo>
                  <a:lnTo>
                    <a:pt x="1787652" y="891510"/>
                  </a:lnTo>
                  <a:lnTo>
                    <a:pt x="0" y="891510"/>
                  </a:lnTo>
                  <a:lnTo>
                    <a:pt x="4481" y="802748"/>
                  </a:lnTo>
                  <a:cubicBezTo>
                    <a:pt x="50261" y="351856"/>
                    <a:pt x="430964" y="0"/>
                    <a:pt x="893826" y="0"/>
                  </a:cubicBezTo>
                  <a:close/>
                </a:path>
              </a:pathLst>
            </a:custGeom>
            <a:solidFill>
              <a:srgbClr val="A7F3D0"/>
            </a:solidFill>
            <a:ln>
              <a:solidFill>
                <a:srgbClr val="A7F3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CEE2967-023B-45D4-1667-30B1EED2277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145738" y="2088424"/>
              <a:ext cx="1834472" cy="6791513"/>
              <a:chOff x="4025900" y="2626683"/>
              <a:chExt cx="291249" cy="1078251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3F517AD-6EA2-8268-993E-6A6E42CD320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043134" y="2626683"/>
                <a:ext cx="257004" cy="257066"/>
              </a:xfrm>
              <a:prstGeom prst="ellipse">
                <a:avLst/>
              </a:prstGeom>
              <a:solidFill>
                <a:srgbClr val="A7F3D0"/>
              </a:solidFill>
              <a:ln>
                <a:solidFill>
                  <a:srgbClr val="A7F3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258EFD9-794D-0139-8995-92EBE4DFC73A}"/>
                  </a:ext>
                </a:extLst>
              </p:cNvPr>
              <p:cNvSpPr/>
              <p:nvPr/>
            </p:nvSpPr>
            <p:spPr>
              <a:xfrm>
                <a:off x="4025900" y="3079250"/>
                <a:ext cx="291249" cy="625684"/>
              </a:xfrm>
              <a:prstGeom prst="rect">
                <a:avLst/>
              </a:prstGeom>
              <a:solidFill>
                <a:srgbClr val="A7F3D0"/>
              </a:solidFill>
              <a:ln>
                <a:solidFill>
                  <a:srgbClr val="A7F3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84F191D-8B88-2953-5C1F-0BFEC1521690}"/>
              </a:ext>
            </a:extLst>
          </p:cNvPr>
          <p:cNvGrpSpPr>
            <a:grpSpLocks noChangeAspect="1"/>
          </p:cNvGrpSpPr>
          <p:nvPr/>
        </p:nvGrpSpPr>
        <p:grpSpPr>
          <a:xfrm>
            <a:off x="2237030" y="3082489"/>
            <a:ext cx="320242" cy="949712"/>
            <a:chOff x="7145739" y="1567458"/>
            <a:chExt cx="2465760" cy="731248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D784DDD-3B3B-DE83-22E3-69CDB50454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45740" y="4047475"/>
              <a:ext cx="2465758" cy="891509"/>
            </a:xfrm>
            <a:custGeom>
              <a:avLst/>
              <a:gdLst>
                <a:gd name="connsiteX0" fmla="*/ 893826 w 1787652"/>
                <a:gd name="connsiteY0" fmla="*/ 0 h 891510"/>
                <a:gd name="connsiteX1" fmla="*/ 1783171 w 1787652"/>
                <a:gd name="connsiteY1" fmla="*/ 802748 h 891510"/>
                <a:gd name="connsiteX2" fmla="*/ 1787652 w 1787652"/>
                <a:gd name="connsiteY2" fmla="*/ 891510 h 891510"/>
                <a:gd name="connsiteX3" fmla="*/ 0 w 1787652"/>
                <a:gd name="connsiteY3" fmla="*/ 891510 h 891510"/>
                <a:gd name="connsiteX4" fmla="*/ 4481 w 1787652"/>
                <a:gd name="connsiteY4" fmla="*/ 802748 h 891510"/>
                <a:gd name="connsiteX5" fmla="*/ 893826 w 1787652"/>
                <a:gd name="connsiteY5" fmla="*/ 0 h 891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87652" h="891510">
                  <a:moveTo>
                    <a:pt x="893826" y="0"/>
                  </a:moveTo>
                  <a:cubicBezTo>
                    <a:pt x="1356688" y="0"/>
                    <a:pt x="1737391" y="351856"/>
                    <a:pt x="1783171" y="802748"/>
                  </a:cubicBezTo>
                  <a:lnTo>
                    <a:pt x="1787652" y="891510"/>
                  </a:lnTo>
                  <a:lnTo>
                    <a:pt x="0" y="891510"/>
                  </a:lnTo>
                  <a:lnTo>
                    <a:pt x="4481" y="802748"/>
                  </a:lnTo>
                  <a:cubicBezTo>
                    <a:pt x="50261" y="351856"/>
                    <a:pt x="430964" y="0"/>
                    <a:pt x="893826" y="0"/>
                  </a:cubicBezTo>
                  <a:close/>
                </a:path>
              </a:pathLst>
            </a:custGeom>
            <a:solidFill>
              <a:srgbClr val="A7F3D0"/>
            </a:solidFill>
            <a:ln>
              <a:solidFill>
                <a:srgbClr val="A7F3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7D9EE7E-1B05-BF1E-0716-55B3BB45A32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145739" y="1567458"/>
              <a:ext cx="2465760" cy="7312480"/>
              <a:chOff x="4025899" y="2543972"/>
              <a:chExt cx="391475" cy="1160962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353BAC59-90DE-22A9-A292-99130524DDA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060190" y="2543972"/>
                <a:ext cx="322893" cy="322968"/>
              </a:xfrm>
              <a:prstGeom prst="ellipse">
                <a:avLst/>
              </a:prstGeom>
              <a:solidFill>
                <a:srgbClr val="A7F3D0"/>
              </a:solidFill>
              <a:ln>
                <a:solidFill>
                  <a:srgbClr val="A7F3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9F0F6BA-A587-F515-478C-DF18597D67A6}"/>
                  </a:ext>
                </a:extLst>
              </p:cNvPr>
              <p:cNvSpPr/>
              <p:nvPr/>
            </p:nvSpPr>
            <p:spPr>
              <a:xfrm>
                <a:off x="4025899" y="3079250"/>
                <a:ext cx="391475" cy="625684"/>
              </a:xfrm>
              <a:prstGeom prst="rect">
                <a:avLst/>
              </a:prstGeom>
              <a:solidFill>
                <a:srgbClr val="A7F3D0"/>
              </a:solidFill>
              <a:ln>
                <a:solidFill>
                  <a:srgbClr val="A7F3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</p:grp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9F6002B-EF26-8FFB-6A09-6CA7D3322952}"/>
              </a:ext>
            </a:extLst>
          </p:cNvPr>
          <p:cNvSpPr/>
          <p:nvPr/>
        </p:nvSpPr>
        <p:spPr>
          <a:xfrm>
            <a:off x="267063" y="4005594"/>
            <a:ext cx="2425101" cy="136241"/>
          </a:xfrm>
          <a:custGeom>
            <a:avLst/>
            <a:gdLst>
              <a:gd name="connsiteX0" fmla="*/ 0 w 2895600"/>
              <a:gd name="connsiteY0" fmla="*/ 162673 h 162673"/>
              <a:gd name="connsiteX1" fmla="*/ 1483360 w 2895600"/>
              <a:gd name="connsiteY1" fmla="*/ 113 h 162673"/>
              <a:gd name="connsiteX2" fmla="*/ 2895600 w 2895600"/>
              <a:gd name="connsiteY2" fmla="*/ 142353 h 162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95600" h="162673">
                <a:moveTo>
                  <a:pt x="0" y="162673"/>
                </a:moveTo>
                <a:cubicBezTo>
                  <a:pt x="500380" y="83086"/>
                  <a:pt x="1000760" y="3500"/>
                  <a:pt x="1483360" y="113"/>
                </a:cubicBezTo>
                <a:cubicBezTo>
                  <a:pt x="1965960" y="-3274"/>
                  <a:pt x="2430780" y="69539"/>
                  <a:pt x="2895600" y="142353"/>
                </a:cubicBezTo>
              </a:path>
            </a:pathLst>
          </a:custGeom>
          <a:noFill/>
          <a:ln w="174625" cap="rnd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698396-615F-5602-7E92-17D1F78FC890}"/>
              </a:ext>
            </a:extLst>
          </p:cNvPr>
          <p:cNvSpPr txBox="1"/>
          <p:nvPr/>
        </p:nvSpPr>
        <p:spPr>
          <a:xfrm>
            <a:off x="3449581" y="2243112"/>
            <a:ext cx="879941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800" dirty="0">
                <a:solidFill>
                  <a:srgbClr val="A7F3D0"/>
                </a:solidFill>
                <a:latin typeface="Posterama" panose="020B0504020200020000" pitchFamily="34" charset="0"/>
                <a:ea typeface="ADLaM Display" panose="020F0502020204030204" pitchFamily="2" charset="0"/>
                <a:cs typeface="Posterama" panose="020B0504020200020000" pitchFamily="34" charset="0"/>
              </a:rPr>
              <a:t>B OLOOM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4487220-749B-2575-B6DA-651CB4DC5C5C}"/>
              </a:ext>
            </a:extLst>
          </p:cNvPr>
          <p:cNvGrpSpPr>
            <a:grpSpLocks noChangeAspect="1"/>
          </p:cNvGrpSpPr>
          <p:nvPr/>
        </p:nvGrpSpPr>
        <p:grpSpPr>
          <a:xfrm>
            <a:off x="4787278" y="2619322"/>
            <a:ext cx="204846" cy="1306439"/>
            <a:chOff x="7192673" y="1922663"/>
            <a:chExt cx="1577244" cy="10059167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F043257-A7E9-7F4E-845F-875B5F3C20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22794" y="4240588"/>
              <a:ext cx="1316993" cy="563740"/>
            </a:xfrm>
            <a:custGeom>
              <a:avLst/>
              <a:gdLst>
                <a:gd name="connsiteX0" fmla="*/ 893826 w 1787652"/>
                <a:gd name="connsiteY0" fmla="*/ 0 h 891510"/>
                <a:gd name="connsiteX1" fmla="*/ 1783171 w 1787652"/>
                <a:gd name="connsiteY1" fmla="*/ 802748 h 891510"/>
                <a:gd name="connsiteX2" fmla="*/ 1787652 w 1787652"/>
                <a:gd name="connsiteY2" fmla="*/ 891510 h 891510"/>
                <a:gd name="connsiteX3" fmla="*/ 0 w 1787652"/>
                <a:gd name="connsiteY3" fmla="*/ 891510 h 891510"/>
                <a:gd name="connsiteX4" fmla="*/ 4481 w 1787652"/>
                <a:gd name="connsiteY4" fmla="*/ 802748 h 891510"/>
                <a:gd name="connsiteX5" fmla="*/ 893826 w 1787652"/>
                <a:gd name="connsiteY5" fmla="*/ 0 h 891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87652" h="891510">
                  <a:moveTo>
                    <a:pt x="893826" y="0"/>
                  </a:moveTo>
                  <a:cubicBezTo>
                    <a:pt x="1356688" y="0"/>
                    <a:pt x="1737391" y="351856"/>
                    <a:pt x="1783171" y="802748"/>
                  </a:cubicBezTo>
                  <a:lnTo>
                    <a:pt x="1787652" y="891510"/>
                  </a:lnTo>
                  <a:lnTo>
                    <a:pt x="0" y="891510"/>
                  </a:lnTo>
                  <a:lnTo>
                    <a:pt x="4481" y="802748"/>
                  </a:lnTo>
                  <a:cubicBezTo>
                    <a:pt x="50261" y="351856"/>
                    <a:pt x="430964" y="0"/>
                    <a:pt x="893826" y="0"/>
                  </a:cubicBezTo>
                  <a:close/>
                </a:path>
              </a:pathLst>
            </a:custGeom>
            <a:solidFill>
              <a:srgbClr val="A7F3D0"/>
            </a:solidFill>
            <a:ln>
              <a:solidFill>
                <a:srgbClr val="A7F3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F0BDDD6-0C58-A5FA-2057-D518B36B2D0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192673" y="1922663"/>
              <a:ext cx="1577244" cy="10059167"/>
              <a:chOff x="4033346" y="2600365"/>
              <a:chExt cx="250410" cy="1597038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E95DD6BC-B2E5-2A87-7F8A-9646EF6B85C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033346" y="2600365"/>
                <a:ext cx="250410" cy="250466"/>
              </a:xfrm>
              <a:prstGeom prst="ellipse">
                <a:avLst/>
              </a:prstGeom>
              <a:solidFill>
                <a:srgbClr val="A7F3D0"/>
              </a:solidFill>
              <a:ln>
                <a:solidFill>
                  <a:srgbClr val="A7F3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825D1DD-B130-8F62-C663-7B27A7281EB9}"/>
                  </a:ext>
                </a:extLst>
              </p:cNvPr>
              <p:cNvSpPr/>
              <p:nvPr/>
            </p:nvSpPr>
            <p:spPr>
              <a:xfrm>
                <a:off x="4054014" y="3057870"/>
                <a:ext cx="209093" cy="1139533"/>
              </a:xfrm>
              <a:prstGeom prst="rect">
                <a:avLst/>
              </a:prstGeom>
              <a:solidFill>
                <a:srgbClr val="A7F3D0"/>
              </a:solidFill>
              <a:ln>
                <a:solidFill>
                  <a:srgbClr val="A7F3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99905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3A867-5321-39AB-CE65-959B9AA5E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BA22E06-03EF-0D96-1748-4DC0A8177962}"/>
              </a:ext>
            </a:extLst>
          </p:cNvPr>
          <p:cNvGrpSpPr>
            <a:grpSpLocks noChangeAspect="1"/>
          </p:cNvGrpSpPr>
          <p:nvPr/>
        </p:nvGrpSpPr>
        <p:grpSpPr>
          <a:xfrm>
            <a:off x="267063" y="1097616"/>
            <a:ext cx="3448289" cy="4363900"/>
            <a:chOff x="267063" y="1097615"/>
            <a:chExt cx="3684451" cy="4662769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68113EB-D4DA-D642-A1E5-DDE2F41A45FF}"/>
                </a:ext>
              </a:extLst>
            </p:cNvPr>
            <p:cNvSpPr/>
            <p:nvPr/>
          </p:nvSpPr>
          <p:spPr>
            <a:xfrm>
              <a:off x="826006" y="4312757"/>
              <a:ext cx="2406487" cy="186974"/>
            </a:xfrm>
            <a:custGeom>
              <a:avLst/>
              <a:gdLst>
                <a:gd name="connsiteX0" fmla="*/ 0 w 2873375"/>
                <a:gd name="connsiteY0" fmla="*/ 223249 h 223249"/>
                <a:gd name="connsiteX1" fmla="*/ 577850 w 2873375"/>
                <a:gd name="connsiteY1" fmla="*/ 77199 h 223249"/>
                <a:gd name="connsiteX2" fmla="*/ 1082675 w 2873375"/>
                <a:gd name="connsiteY2" fmla="*/ 16874 h 223249"/>
                <a:gd name="connsiteX3" fmla="*/ 1498600 w 2873375"/>
                <a:gd name="connsiteY3" fmla="*/ 999 h 223249"/>
                <a:gd name="connsiteX4" fmla="*/ 2022475 w 2873375"/>
                <a:gd name="connsiteY4" fmla="*/ 39099 h 223249"/>
                <a:gd name="connsiteX5" fmla="*/ 2657475 w 2873375"/>
                <a:gd name="connsiteY5" fmla="*/ 96249 h 223249"/>
                <a:gd name="connsiteX6" fmla="*/ 2873375 w 2873375"/>
                <a:gd name="connsiteY6" fmla="*/ 105774 h 223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73375" h="223249">
                  <a:moveTo>
                    <a:pt x="0" y="223249"/>
                  </a:moveTo>
                  <a:cubicBezTo>
                    <a:pt x="198702" y="167422"/>
                    <a:pt x="397404" y="111595"/>
                    <a:pt x="577850" y="77199"/>
                  </a:cubicBezTo>
                  <a:cubicBezTo>
                    <a:pt x="758296" y="42803"/>
                    <a:pt x="929217" y="29574"/>
                    <a:pt x="1082675" y="16874"/>
                  </a:cubicBezTo>
                  <a:cubicBezTo>
                    <a:pt x="1236133" y="4174"/>
                    <a:pt x="1341967" y="-2705"/>
                    <a:pt x="1498600" y="999"/>
                  </a:cubicBezTo>
                  <a:cubicBezTo>
                    <a:pt x="1655233" y="4703"/>
                    <a:pt x="2022475" y="39099"/>
                    <a:pt x="2022475" y="39099"/>
                  </a:cubicBezTo>
                  <a:lnTo>
                    <a:pt x="2657475" y="96249"/>
                  </a:lnTo>
                  <a:cubicBezTo>
                    <a:pt x="2799292" y="107361"/>
                    <a:pt x="2836333" y="106567"/>
                    <a:pt x="2873375" y="105774"/>
                  </a:cubicBezTo>
                </a:path>
              </a:pathLst>
            </a:custGeom>
            <a:noFill/>
            <a:ln w="174625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E9D34B7-AB34-8050-FCCB-D93C4C402DDC}"/>
                </a:ext>
              </a:extLst>
            </p:cNvPr>
            <p:cNvSpPr/>
            <p:nvPr/>
          </p:nvSpPr>
          <p:spPr>
            <a:xfrm>
              <a:off x="1425368" y="4722629"/>
              <a:ext cx="2129940" cy="157060"/>
            </a:xfrm>
            <a:custGeom>
              <a:avLst/>
              <a:gdLst>
                <a:gd name="connsiteX0" fmla="*/ 0 w 2543175"/>
                <a:gd name="connsiteY0" fmla="*/ 187532 h 187532"/>
                <a:gd name="connsiteX1" fmla="*/ 428625 w 2543175"/>
                <a:gd name="connsiteY1" fmla="*/ 82757 h 187532"/>
                <a:gd name="connsiteX2" fmla="*/ 927100 w 2543175"/>
                <a:gd name="connsiteY2" fmla="*/ 25607 h 187532"/>
                <a:gd name="connsiteX3" fmla="*/ 1533525 w 2543175"/>
                <a:gd name="connsiteY3" fmla="*/ 207 h 187532"/>
                <a:gd name="connsiteX4" fmla="*/ 1879600 w 2543175"/>
                <a:gd name="connsiteY4" fmla="*/ 12907 h 187532"/>
                <a:gd name="connsiteX5" fmla="*/ 2336800 w 2543175"/>
                <a:gd name="connsiteY5" fmla="*/ 35132 h 187532"/>
                <a:gd name="connsiteX6" fmla="*/ 2543175 w 2543175"/>
                <a:gd name="connsiteY6" fmla="*/ 35132 h 18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43175" h="187532">
                  <a:moveTo>
                    <a:pt x="0" y="187532"/>
                  </a:moveTo>
                  <a:cubicBezTo>
                    <a:pt x="137054" y="148638"/>
                    <a:pt x="274108" y="109744"/>
                    <a:pt x="428625" y="82757"/>
                  </a:cubicBezTo>
                  <a:cubicBezTo>
                    <a:pt x="583142" y="55769"/>
                    <a:pt x="742950" y="39365"/>
                    <a:pt x="927100" y="25607"/>
                  </a:cubicBezTo>
                  <a:cubicBezTo>
                    <a:pt x="1111250" y="11849"/>
                    <a:pt x="1374775" y="2324"/>
                    <a:pt x="1533525" y="207"/>
                  </a:cubicBezTo>
                  <a:cubicBezTo>
                    <a:pt x="1692275" y="-1910"/>
                    <a:pt x="1879600" y="12907"/>
                    <a:pt x="1879600" y="12907"/>
                  </a:cubicBezTo>
                  <a:lnTo>
                    <a:pt x="2336800" y="35132"/>
                  </a:lnTo>
                  <a:cubicBezTo>
                    <a:pt x="2447396" y="38836"/>
                    <a:pt x="2495285" y="36984"/>
                    <a:pt x="2543175" y="35132"/>
                  </a:cubicBezTo>
                </a:path>
              </a:pathLst>
            </a:custGeom>
            <a:noFill/>
            <a:ln w="174625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6EDA295-2C53-8718-394D-33E914ADBFF8}"/>
                </a:ext>
              </a:extLst>
            </p:cNvPr>
            <p:cNvSpPr/>
            <p:nvPr/>
          </p:nvSpPr>
          <p:spPr>
            <a:xfrm>
              <a:off x="1905070" y="5072782"/>
              <a:ext cx="1978371" cy="327070"/>
            </a:xfrm>
            <a:custGeom>
              <a:avLst/>
              <a:gdLst>
                <a:gd name="connsiteX0" fmla="*/ 0 w 2362200"/>
                <a:gd name="connsiteY0" fmla="*/ 390525 h 390525"/>
                <a:gd name="connsiteX1" fmla="*/ 384175 w 2362200"/>
                <a:gd name="connsiteY1" fmla="*/ 276225 h 390525"/>
                <a:gd name="connsiteX2" fmla="*/ 1047750 w 2362200"/>
                <a:gd name="connsiteY2" fmla="*/ 158750 h 390525"/>
                <a:gd name="connsiteX3" fmla="*/ 1727200 w 2362200"/>
                <a:gd name="connsiteY3" fmla="*/ 88900 h 390525"/>
                <a:gd name="connsiteX4" fmla="*/ 2117725 w 2362200"/>
                <a:gd name="connsiteY4" fmla="*/ 41275 h 390525"/>
                <a:gd name="connsiteX5" fmla="*/ 2362200 w 2362200"/>
                <a:gd name="connsiteY5" fmla="*/ 0 h 390525"/>
                <a:gd name="connsiteX6" fmla="*/ 2362200 w 2362200"/>
                <a:gd name="connsiteY6" fmla="*/ 0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62200" h="390525">
                  <a:moveTo>
                    <a:pt x="0" y="390525"/>
                  </a:moveTo>
                  <a:cubicBezTo>
                    <a:pt x="104775" y="352689"/>
                    <a:pt x="209550" y="314854"/>
                    <a:pt x="384175" y="276225"/>
                  </a:cubicBezTo>
                  <a:cubicBezTo>
                    <a:pt x="558800" y="237596"/>
                    <a:pt x="823913" y="189971"/>
                    <a:pt x="1047750" y="158750"/>
                  </a:cubicBezTo>
                  <a:cubicBezTo>
                    <a:pt x="1271588" y="127529"/>
                    <a:pt x="1548871" y="108479"/>
                    <a:pt x="1727200" y="88900"/>
                  </a:cubicBezTo>
                  <a:cubicBezTo>
                    <a:pt x="1905529" y="69321"/>
                    <a:pt x="2011892" y="56092"/>
                    <a:pt x="2117725" y="41275"/>
                  </a:cubicBezTo>
                  <a:cubicBezTo>
                    <a:pt x="2223558" y="26458"/>
                    <a:pt x="2362200" y="0"/>
                    <a:pt x="2362200" y="0"/>
                  </a:cubicBezTo>
                  <a:lnTo>
                    <a:pt x="2362200" y="0"/>
                  </a:lnTo>
                </a:path>
              </a:pathLst>
            </a:custGeom>
            <a:noFill/>
            <a:ln w="174625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581ABC6-F435-7458-6788-9FC2B37BEB7F}"/>
                </a:ext>
              </a:extLst>
            </p:cNvPr>
            <p:cNvSpPr/>
            <p:nvPr/>
          </p:nvSpPr>
          <p:spPr>
            <a:xfrm>
              <a:off x="296845" y="4143650"/>
              <a:ext cx="2237900" cy="1616734"/>
            </a:xfrm>
            <a:custGeom>
              <a:avLst/>
              <a:gdLst>
                <a:gd name="connsiteX0" fmla="*/ 0 w 2672080"/>
                <a:gd name="connsiteY0" fmla="*/ 0 h 1930400"/>
                <a:gd name="connsiteX1" fmla="*/ 467360 w 2672080"/>
                <a:gd name="connsiteY1" fmla="*/ 40640 h 1930400"/>
                <a:gd name="connsiteX2" fmla="*/ 919480 w 2672080"/>
                <a:gd name="connsiteY2" fmla="*/ 167640 h 1930400"/>
                <a:gd name="connsiteX3" fmla="*/ 1305560 w 2672080"/>
                <a:gd name="connsiteY3" fmla="*/ 345440 h 1930400"/>
                <a:gd name="connsiteX4" fmla="*/ 1681480 w 2672080"/>
                <a:gd name="connsiteY4" fmla="*/ 645160 h 1930400"/>
                <a:gd name="connsiteX5" fmla="*/ 2001520 w 2672080"/>
                <a:gd name="connsiteY5" fmla="*/ 1036320 h 1930400"/>
                <a:gd name="connsiteX6" fmla="*/ 2321560 w 2672080"/>
                <a:gd name="connsiteY6" fmla="*/ 1463040 h 1930400"/>
                <a:gd name="connsiteX7" fmla="*/ 2565400 w 2672080"/>
                <a:gd name="connsiteY7" fmla="*/ 1813560 h 1930400"/>
                <a:gd name="connsiteX8" fmla="*/ 2672080 w 2672080"/>
                <a:gd name="connsiteY8" fmla="*/ 1930400 h 193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72080" h="1930400">
                  <a:moveTo>
                    <a:pt x="0" y="0"/>
                  </a:moveTo>
                  <a:cubicBezTo>
                    <a:pt x="157056" y="6350"/>
                    <a:pt x="314113" y="12700"/>
                    <a:pt x="467360" y="40640"/>
                  </a:cubicBezTo>
                  <a:cubicBezTo>
                    <a:pt x="620607" y="68580"/>
                    <a:pt x="779780" y="116840"/>
                    <a:pt x="919480" y="167640"/>
                  </a:cubicBezTo>
                  <a:cubicBezTo>
                    <a:pt x="1059180" y="218440"/>
                    <a:pt x="1178560" y="265853"/>
                    <a:pt x="1305560" y="345440"/>
                  </a:cubicBezTo>
                  <a:cubicBezTo>
                    <a:pt x="1432560" y="425027"/>
                    <a:pt x="1565487" y="530013"/>
                    <a:pt x="1681480" y="645160"/>
                  </a:cubicBezTo>
                  <a:cubicBezTo>
                    <a:pt x="1797473" y="760307"/>
                    <a:pt x="1894840" y="900007"/>
                    <a:pt x="2001520" y="1036320"/>
                  </a:cubicBezTo>
                  <a:cubicBezTo>
                    <a:pt x="2108200" y="1172633"/>
                    <a:pt x="2227580" y="1333500"/>
                    <a:pt x="2321560" y="1463040"/>
                  </a:cubicBezTo>
                  <a:cubicBezTo>
                    <a:pt x="2415540" y="1592580"/>
                    <a:pt x="2506980" y="1735667"/>
                    <a:pt x="2565400" y="1813560"/>
                  </a:cubicBezTo>
                  <a:cubicBezTo>
                    <a:pt x="2623820" y="1891453"/>
                    <a:pt x="2647950" y="1910926"/>
                    <a:pt x="2672080" y="1930400"/>
                  </a:cubicBezTo>
                </a:path>
              </a:pathLst>
            </a:custGeom>
            <a:noFill/>
            <a:ln w="174625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A554E8E-60C6-391D-C8C1-27BAB83C70C3}"/>
                </a:ext>
              </a:extLst>
            </p:cNvPr>
            <p:cNvSpPr/>
            <p:nvPr/>
          </p:nvSpPr>
          <p:spPr>
            <a:xfrm>
              <a:off x="1479613" y="4011759"/>
              <a:ext cx="1752880" cy="1569934"/>
            </a:xfrm>
            <a:custGeom>
              <a:avLst/>
              <a:gdLst>
                <a:gd name="connsiteX0" fmla="*/ 0 w 2092960"/>
                <a:gd name="connsiteY0" fmla="*/ 0 h 1874520"/>
                <a:gd name="connsiteX1" fmla="*/ 269240 w 2092960"/>
                <a:gd name="connsiteY1" fmla="*/ 35560 h 1874520"/>
                <a:gd name="connsiteX2" fmla="*/ 492760 w 2092960"/>
                <a:gd name="connsiteY2" fmla="*/ 142240 h 1874520"/>
                <a:gd name="connsiteX3" fmla="*/ 751840 w 2092960"/>
                <a:gd name="connsiteY3" fmla="*/ 294640 h 1874520"/>
                <a:gd name="connsiteX4" fmla="*/ 1061720 w 2092960"/>
                <a:gd name="connsiteY4" fmla="*/ 584200 h 1874520"/>
                <a:gd name="connsiteX5" fmla="*/ 1315720 w 2092960"/>
                <a:gd name="connsiteY5" fmla="*/ 934720 h 1874520"/>
                <a:gd name="connsiteX6" fmla="*/ 1518920 w 2092960"/>
                <a:gd name="connsiteY6" fmla="*/ 1264920 h 1874520"/>
                <a:gd name="connsiteX7" fmla="*/ 1706880 w 2092960"/>
                <a:gd name="connsiteY7" fmla="*/ 1518920 h 1874520"/>
                <a:gd name="connsiteX8" fmla="*/ 1925320 w 2092960"/>
                <a:gd name="connsiteY8" fmla="*/ 1747520 h 1874520"/>
                <a:gd name="connsiteX9" fmla="*/ 2092960 w 2092960"/>
                <a:gd name="connsiteY9" fmla="*/ 1874520 h 1874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92960" h="1874520">
                  <a:moveTo>
                    <a:pt x="0" y="0"/>
                  </a:moveTo>
                  <a:cubicBezTo>
                    <a:pt x="93556" y="5926"/>
                    <a:pt x="187113" y="11853"/>
                    <a:pt x="269240" y="35560"/>
                  </a:cubicBezTo>
                  <a:cubicBezTo>
                    <a:pt x="351367" y="59267"/>
                    <a:pt x="412327" y="99060"/>
                    <a:pt x="492760" y="142240"/>
                  </a:cubicBezTo>
                  <a:cubicBezTo>
                    <a:pt x="573193" y="185420"/>
                    <a:pt x="657013" y="220980"/>
                    <a:pt x="751840" y="294640"/>
                  </a:cubicBezTo>
                  <a:cubicBezTo>
                    <a:pt x="846667" y="368300"/>
                    <a:pt x="967740" y="477520"/>
                    <a:pt x="1061720" y="584200"/>
                  </a:cubicBezTo>
                  <a:cubicBezTo>
                    <a:pt x="1155700" y="690880"/>
                    <a:pt x="1239520" y="821267"/>
                    <a:pt x="1315720" y="934720"/>
                  </a:cubicBezTo>
                  <a:cubicBezTo>
                    <a:pt x="1391920" y="1048173"/>
                    <a:pt x="1453727" y="1167553"/>
                    <a:pt x="1518920" y="1264920"/>
                  </a:cubicBezTo>
                  <a:cubicBezTo>
                    <a:pt x="1584113" y="1362287"/>
                    <a:pt x="1639147" y="1438487"/>
                    <a:pt x="1706880" y="1518920"/>
                  </a:cubicBezTo>
                  <a:cubicBezTo>
                    <a:pt x="1774613" y="1599353"/>
                    <a:pt x="1860973" y="1688253"/>
                    <a:pt x="1925320" y="1747520"/>
                  </a:cubicBezTo>
                  <a:cubicBezTo>
                    <a:pt x="1989667" y="1806787"/>
                    <a:pt x="2041313" y="1840653"/>
                    <a:pt x="2092960" y="1874520"/>
                  </a:cubicBezTo>
                </a:path>
              </a:pathLst>
            </a:custGeom>
            <a:noFill/>
            <a:ln w="174625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D755547-9F28-3989-3A60-C36FE96F38F1}"/>
                </a:ext>
              </a:extLst>
            </p:cNvPr>
            <p:cNvSpPr/>
            <p:nvPr/>
          </p:nvSpPr>
          <p:spPr>
            <a:xfrm>
              <a:off x="2713436" y="4130886"/>
              <a:ext cx="1238078" cy="1263605"/>
            </a:xfrm>
            <a:custGeom>
              <a:avLst/>
              <a:gdLst>
                <a:gd name="connsiteX0" fmla="*/ 0 w 1478280"/>
                <a:gd name="connsiteY0" fmla="*/ 0 h 1508760"/>
                <a:gd name="connsiteX1" fmla="*/ 167640 w 1478280"/>
                <a:gd name="connsiteY1" fmla="*/ 101600 h 1508760"/>
                <a:gd name="connsiteX2" fmla="*/ 304800 w 1478280"/>
                <a:gd name="connsiteY2" fmla="*/ 274320 h 1508760"/>
                <a:gd name="connsiteX3" fmla="*/ 523240 w 1478280"/>
                <a:gd name="connsiteY3" fmla="*/ 635000 h 1508760"/>
                <a:gd name="connsiteX4" fmla="*/ 807720 w 1478280"/>
                <a:gd name="connsiteY4" fmla="*/ 1000760 h 1508760"/>
                <a:gd name="connsiteX5" fmla="*/ 1148080 w 1478280"/>
                <a:gd name="connsiteY5" fmla="*/ 1315720 h 1508760"/>
                <a:gd name="connsiteX6" fmla="*/ 1376680 w 1478280"/>
                <a:gd name="connsiteY6" fmla="*/ 1473200 h 1508760"/>
                <a:gd name="connsiteX7" fmla="*/ 1478280 w 1478280"/>
                <a:gd name="connsiteY7" fmla="*/ 1508760 h 1508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78280" h="1508760">
                  <a:moveTo>
                    <a:pt x="0" y="0"/>
                  </a:moveTo>
                  <a:cubicBezTo>
                    <a:pt x="58420" y="27940"/>
                    <a:pt x="116840" y="55880"/>
                    <a:pt x="167640" y="101600"/>
                  </a:cubicBezTo>
                  <a:cubicBezTo>
                    <a:pt x="218440" y="147320"/>
                    <a:pt x="245533" y="185420"/>
                    <a:pt x="304800" y="274320"/>
                  </a:cubicBezTo>
                  <a:cubicBezTo>
                    <a:pt x="364067" y="363220"/>
                    <a:pt x="439420" y="513927"/>
                    <a:pt x="523240" y="635000"/>
                  </a:cubicBezTo>
                  <a:cubicBezTo>
                    <a:pt x="607060" y="756073"/>
                    <a:pt x="703580" y="887307"/>
                    <a:pt x="807720" y="1000760"/>
                  </a:cubicBezTo>
                  <a:cubicBezTo>
                    <a:pt x="911860" y="1114213"/>
                    <a:pt x="1053253" y="1236980"/>
                    <a:pt x="1148080" y="1315720"/>
                  </a:cubicBezTo>
                  <a:cubicBezTo>
                    <a:pt x="1242907" y="1394460"/>
                    <a:pt x="1321647" y="1441027"/>
                    <a:pt x="1376680" y="1473200"/>
                  </a:cubicBezTo>
                  <a:cubicBezTo>
                    <a:pt x="1431713" y="1505373"/>
                    <a:pt x="1454996" y="1507066"/>
                    <a:pt x="1478280" y="1508760"/>
                  </a:cubicBezTo>
                </a:path>
              </a:pathLst>
            </a:custGeom>
            <a:noFill/>
            <a:ln w="174625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B7F4DEF1-7F7C-6A88-F027-AFD3B1174ED8}"/>
                </a:ext>
              </a:extLst>
            </p:cNvPr>
            <p:cNvGrpSpPr>
              <a:grpSpLocks noChangeAspect="1"/>
            </p:cNvGrpSpPr>
            <p:nvPr/>
          </p:nvGrpSpPr>
          <p:grpSpPr>
            <a:xfrm rot="21216832" flipH="1">
              <a:off x="354142" y="1097615"/>
              <a:ext cx="2207094" cy="2859835"/>
              <a:chOff x="4252692" y="579765"/>
              <a:chExt cx="3139531" cy="4148135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57158467-F79A-B921-A16D-79E7EA61511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21519283">
                <a:off x="4252692" y="579765"/>
                <a:ext cx="1324603" cy="1831474"/>
                <a:chOff x="4342418" y="1282700"/>
                <a:chExt cx="2493781" cy="3448050"/>
              </a:xfrm>
            </p:grpSpPr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DC3B654C-BE87-F674-6017-62A5653BF359}"/>
                    </a:ext>
                  </a:extLst>
                </p:cNvPr>
                <p:cNvSpPr/>
                <p:nvPr/>
              </p:nvSpPr>
              <p:spPr>
                <a:xfrm>
                  <a:off x="4356100" y="1282700"/>
                  <a:ext cx="2480099" cy="3448050"/>
                </a:xfrm>
                <a:custGeom>
                  <a:avLst/>
                  <a:gdLst>
                    <a:gd name="connsiteX0" fmla="*/ 2387600 w 2480099"/>
                    <a:gd name="connsiteY0" fmla="*/ 3448050 h 3448050"/>
                    <a:gd name="connsiteX1" fmla="*/ 2470150 w 2480099"/>
                    <a:gd name="connsiteY1" fmla="*/ 2959100 h 3448050"/>
                    <a:gd name="connsiteX2" fmla="*/ 2463800 w 2480099"/>
                    <a:gd name="connsiteY2" fmla="*/ 2286000 h 3448050"/>
                    <a:gd name="connsiteX3" fmla="*/ 2336800 w 2480099"/>
                    <a:gd name="connsiteY3" fmla="*/ 1727200 h 3448050"/>
                    <a:gd name="connsiteX4" fmla="*/ 2070100 w 2480099"/>
                    <a:gd name="connsiteY4" fmla="*/ 1206500 h 3448050"/>
                    <a:gd name="connsiteX5" fmla="*/ 1727200 w 2480099"/>
                    <a:gd name="connsiteY5" fmla="*/ 812800 h 3448050"/>
                    <a:gd name="connsiteX6" fmla="*/ 1244600 w 2480099"/>
                    <a:gd name="connsiteY6" fmla="*/ 457200 h 3448050"/>
                    <a:gd name="connsiteX7" fmla="*/ 673100 w 2480099"/>
                    <a:gd name="connsiteY7" fmla="*/ 171450 h 3448050"/>
                    <a:gd name="connsiteX8" fmla="*/ 0 w 2480099"/>
                    <a:gd name="connsiteY8" fmla="*/ 0 h 3448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480099" h="3448050">
                      <a:moveTo>
                        <a:pt x="2387600" y="3448050"/>
                      </a:moveTo>
                      <a:cubicBezTo>
                        <a:pt x="2422525" y="3300412"/>
                        <a:pt x="2457450" y="3152775"/>
                        <a:pt x="2470150" y="2959100"/>
                      </a:cubicBezTo>
                      <a:cubicBezTo>
                        <a:pt x="2482850" y="2765425"/>
                        <a:pt x="2486025" y="2491317"/>
                        <a:pt x="2463800" y="2286000"/>
                      </a:cubicBezTo>
                      <a:cubicBezTo>
                        <a:pt x="2441575" y="2080683"/>
                        <a:pt x="2402417" y="1907117"/>
                        <a:pt x="2336800" y="1727200"/>
                      </a:cubicBezTo>
                      <a:cubicBezTo>
                        <a:pt x="2271183" y="1547283"/>
                        <a:pt x="2171700" y="1358900"/>
                        <a:pt x="2070100" y="1206500"/>
                      </a:cubicBezTo>
                      <a:cubicBezTo>
                        <a:pt x="1968500" y="1054100"/>
                        <a:pt x="1864783" y="937683"/>
                        <a:pt x="1727200" y="812800"/>
                      </a:cubicBezTo>
                      <a:cubicBezTo>
                        <a:pt x="1589617" y="687917"/>
                        <a:pt x="1420283" y="564092"/>
                        <a:pt x="1244600" y="457200"/>
                      </a:cubicBezTo>
                      <a:cubicBezTo>
                        <a:pt x="1068917" y="350308"/>
                        <a:pt x="880533" y="247650"/>
                        <a:pt x="673100" y="171450"/>
                      </a:cubicBezTo>
                      <a:cubicBezTo>
                        <a:pt x="465667" y="95250"/>
                        <a:pt x="232833" y="47625"/>
                        <a:pt x="0" y="0"/>
                      </a:cubicBezTo>
                    </a:path>
                  </a:pathLst>
                </a:custGeom>
                <a:noFill/>
                <a:ln w="254000" cap="rnd">
                  <a:solidFill>
                    <a:srgbClr val="10B98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5139AD00-2E43-3056-DED0-2EB832AFC568}"/>
                    </a:ext>
                  </a:extLst>
                </p:cNvPr>
                <p:cNvSpPr/>
                <p:nvPr/>
              </p:nvSpPr>
              <p:spPr>
                <a:xfrm>
                  <a:off x="4342418" y="1282700"/>
                  <a:ext cx="2394932" cy="3441700"/>
                </a:xfrm>
                <a:custGeom>
                  <a:avLst/>
                  <a:gdLst>
                    <a:gd name="connsiteX0" fmla="*/ 2394932 w 2394932"/>
                    <a:gd name="connsiteY0" fmla="*/ 3441700 h 3441700"/>
                    <a:gd name="connsiteX1" fmla="*/ 1607532 w 2394932"/>
                    <a:gd name="connsiteY1" fmla="*/ 3219450 h 3441700"/>
                    <a:gd name="connsiteX2" fmla="*/ 928082 w 2394932"/>
                    <a:gd name="connsiteY2" fmla="*/ 2832100 h 3441700"/>
                    <a:gd name="connsiteX3" fmla="*/ 464532 w 2394932"/>
                    <a:gd name="connsiteY3" fmla="*/ 2305050 h 3441700"/>
                    <a:gd name="connsiteX4" fmla="*/ 216882 w 2394932"/>
                    <a:gd name="connsiteY4" fmla="*/ 1803400 h 3441700"/>
                    <a:gd name="connsiteX5" fmla="*/ 83532 w 2394932"/>
                    <a:gd name="connsiteY5" fmla="*/ 1314450 h 3441700"/>
                    <a:gd name="connsiteX6" fmla="*/ 7332 w 2394932"/>
                    <a:gd name="connsiteY6" fmla="*/ 717550 h 3441700"/>
                    <a:gd name="connsiteX7" fmla="*/ 7332 w 2394932"/>
                    <a:gd name="connsiteY7" fmla="*/ 0 h 3441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394932" h="3441700">
                      <a:moveTo>
                        <a:pt x="2394932" y="3441700"/>
                      </a:moveTo>
                      <a:cubicBezTo>
                        <a:pt x="2123469" y="3381375"/>
                        <a:pt x="1852007" y="3321050"/>
                        <a:pt x="1607532" y="3219450"/>
                      </a:cubicBezTo>
                      <a:cubicBezTo>
                        <a:pt x="1363057" y="3117850"/>
                        <a:pt x="1118582" y="2984500"/>
                        <a:pt x="928082" y="2832100"/>
                      </a:cubicBezTo>
                      <a:cubicBezTo>
                        <a:pt x="737582" y="2679700"/>
                        <a:pt x="583065" y="2476500"/>
                        <a:pt x="464532" y="2305050"/>
                      </a:cubicBezTo>
                      <a:cubicBezTo>
                        <a:pt x="345999" y="2133600"/>
                        <a:pt x="280382" y="1968500"/>
                        <a:pt x="216882" y="1803400"/>
                      </a:cubicBezTo>
                      <a:cubicBezTo>
                        <a:pt x="153382" y="1638300"/>
                        <a:pt x="118457" y="1495425"/>
                        <a:pt x="83532" y="1314450"/>
                      </a:cubicBezTo>
                      <a:cubicBezTo>
                        <a:pt x="48607" y="1133475"/>
                        <a:pt x="20032" y="936625"/>
                        <a:pt x="7332" y="717550"/>
                      </a:cubicBezTo>
                      <a:cubicBezTo>
                        <a:pt x="-5368" y="498475"/>
                        <a:pt x="982" y="249237"/>
                        <a:pt x="7332" y="0"/>
                      </a:cubicBezTo>
                    </a:path>
                  </a:pathLst>
                </a:custGeom>
                <a:noFill/>
                <a:ln w="254000" cap="rnd">
                  <a:solidFill>
                    <a:srgbClr val="10B98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155A3BDA-7EA4-FED8-5647-D7FA25C7309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289076" flipH="1">
                <a:off x="6114183" y="1160226"/>
                <a:ext cx="1210464" cy="1682891"/>
                <a:chOff x="4342418" y="1282700"/>
                <a:chExt cx="2493781" cy="3448050"/>
              </a:xfrm>
            </p:grpSpPr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D29D3738-F398-2312-5905-25CF8BB02EDA}"/>
                    </a:ext>
                  </a:extLst>
                </p:cNvPr>
                <p:cNvSpPr/>
                <p:nvPr/>
              </p:nvSpPr>
              <p:spPr>
                <a:xfrm>
                  <a:off x="4356100" y="1282700"/>
                  <a:ext cx="2480099" cy="3448050"/>
                </a:xfrm>
                <a:custGeom>
                  <a:avLst/>
                  <a:gdLst>
                    <a:gd name="connsiteX0" fmla="*/ 2387600 w 2480099"/>
                    <a:gd name="connsiteY0" fmla="*/ 3448050 h 3448050"/>
                    <a:gd name="connsiteX1" fmla="*/ 2470150 w 2480099"/>
                    <a:gd name="connsiteY1" fmla="*/ 2959100 h 3448050"/>
                    <a:gd name="connsiteX2" fmla="*/ 2463800 w 2480099"/>
                    <a:gd name="connsiteY2" fmla="*/ 2286000 h 3448050"/>
                    <a:gd name="connsiteX3" fmla="*/ 2336800 w 2480099"/>
                    <a:gd name="connsiteY3" fmla="*/ 1727200 h 3448050"/>
                    <a:gd name="connsiteX4" fmla="*/ 2070100 w 2480099"/>
                    <a:gd name="connsiteY4" fmla="*/ 1206500 h 3448050"/>
                    <a:gd name="connsiteX5" fmla="*/ 1727200 w 2480099"/>
                    <a:gd name="connsiteY5" fmla="*/ 812800 h 3448050"/>
                    <a:gd name="connsiteX6" fmla="*/ 1244600 w 2480099"/>
                    <a:gd name="connsiteY6" fmla="*/ 457200 h 3448050"/>
                    <a:gd name="connsiteX7" fmla="*/ 673100 w 2480099"/>
                    <a:gd name="connsiteY7" fmla="*/ 171450 h 3448050"/>
                    <a:gd name="connsiteX8" fmla="*/ 0 w 2480099"/>
                    <a:gd name="connsiteY8" fmla="*/ 0 h 3448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480099" h="3448050">
                      <a:moveTo>
                        <a:pt x="2387600" y="3448050"/>
                      </a:moveTo>
                      <a:cubicBezTo>
                        <a:pt x="2422525" y="3300412"/>
                        <a:pt x="2457450" y="3152775"/>
                        <a:pt x="2470150" y="2959100"/>
                      </a:cubicBezTo>
                      <a:cubicBezTo>
                        <a:pt x="2482850" y="2765425"/>
                        <a:pt x="2486025" y="2491317"/>
                        <a:pt x="2463800" y="2286000"/>
                      </a:cubicBezTo>
                      <a:cubicBezTo>
                        <a:pt x="2441575" y="2080683"/>
                        <a:pt x="2402417" y="1907117"/>
                        <a:pt x="2336800" y="1727200"/>
                      </a:cubicBezTo>
                      <a:cubicBezTo>
                        <a:pt x="2271183" y="1547283"/>
                        <a:pt x="2171700" y="1358900"/>
                        <a:pt x="2070100" y="1206500"/>
                      </a:cubicBezTo>
                      <a:cubicBezTo>
                        <a:pt x="1968500" y="1054100"/>
                        <a:pt x="1864783" y="937683"/>
                        <a:pt x="1727200" y="812800"/>
                      </a:cubicBezTo>
                      <a:cubicBezTo>
                        <a:pt x="1589617" y="687917"/>
                        <a:pt x="1420283" y="564092"/>
                        <a:pt x="1244600" y="457200"/>
                      </a:cubicBezTo>
                      <a:cubicBezTo>
                        <a:pt x="1068917" y="350308"/>
                        <a:pt x="880533" y="247650"/>
                        <a:pt x="673100" y="171450"/>
                      </a:cubicBezTo>
                      <a:cubicBezTo>
                        <a:pt x="465667" y="95250"/>
                        <a:pt x="232833" y="47625"/>
                        <a:pt x="0" y="0"/>
                      </a:cubicBezTo>
                    </a:path>
                  </a:pathLst>
                </a:custGeom>
                <a:noFill/>
                <a:ln w="254000" cap="rnd">
                  <a:solidFill>
                    <a:srgbClr val="10B98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1D67E75D-694E-D690-4100-581D3896320B}"/>
                    </a:ext>
                  </a:extLst>
                </p:cNvPr>
                <p:cNvSpPr/>
                <p:nvPr/>
              </p:nvSpPr>
              <p:spPr>
                <a:xfrm>
                  <a:off x="4342418" y="1282700"/>
                  <a:ext cx="2394932" cy="3441700"/>
                </a:xfrm>
                <a:custGeom>
                  <a:avLst/>
                  <a:gdLst>
                    <a:gd name="connsiteX0" fmla="*/ 2394932 w 2394932"/>
                    <a:gd name="connsiteY0" fmla="*/ 3441700 h 3441700"/>
                    <a:gd name="connsiteX1" fmla="*/ 1607532 w 2394932"/>
                    <a:gd name="connsiteY1" fmla="*/ 3219450 h 3441700"/>
                    <a:gd name="connsiteX2" fmla="*/ 928082 w 2394932"/>
                    <a:gd name="connsiteY2" fmla="*/ 2832100 h 3441700"/>
                    <a:gd name="connsiteX3" fmla="*/ 464532 w 2394932"/>
                    <a:gd name="connsiteY3" fmla="*/ 2305050 h 3441700"/>
                    <a:gd name="connsiteX4" fmla="*/ 216882 w 2394932"/>
                    <a:gd name="connsiteY4" fmla="*/ 1803400 h 3441700"/>
                    <a:gd name="connsiteX5" fmla="*/ 83532 w 2394932"/>
                    <a:gd name="connsiteY5" fmla="*/ 1314450 h 3441700"/>
                    <a:gd name="connsiteX6" fmla="*/ 7332 w 2394932"/>
                    <a:gd name="connsiteY6" fmla="*/ 717550 h 3441700"/>
                    <a:gd name="connsiteX7" fmla="*/ 7332 w 2394932"/>
                    <a:gd name="connsiteY7" fmla="*/ 0 h 3441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394932" h="3441700">
                      <a:moveTo>
                        <a:pt x="2394932" y="3441700"/>
                      </a:moveTo>
                      <a:cubicBezTo>
                        <a:pt x="2123469" y="3381375"/>
                        <a:pt x="1852007" y="3321050"/>
                        <a:pt x="1607532" y="3219450"/>
                      </a:cubicBezTo>
                      <a:cubicBezTo>
                        <a:pt x="1363057" y="3117850"/>
                        <a:pt x="1118582" y="2984500"/>
                        <a:pt x="928082" y="2832100"/>
                      </a:cubicBezTo>
                      <a:cubicBezTo>
                        <a:pt x="737582" y="2679700"/>
                        <a:pt x="583065" y="2476500"/>
                        <a:pt x="464532" y="2305050"/>
                      </a:cubicBezTo>
                      <a:cubicBezTo>
                        <a:pt x="345999" y="2133600"/>
                        <a:pt x="280382" y="1968500"/>
                        <a:pt x="216882" y="1803400"/>
                      </a:cubicBezTo>
                      <a:cubicBezTo>
                        <a:pt x="153382" y="1638300"/>
                        <a:pt x="118457" y="1495425"/>
                        <a:pt x="83532" y="1314450"/>
                      </a:cubicBezTo>
                      <a:cubicBezTo>
                        <a:pt x="48607" y="1133475"/>
                        <a:pt x="20032" y="936625"/>
                        <a:pt x="7332" y="717550"/>
                      </a:cubicBezTo>
                      <a:cubicBezTo>
                        <a:pt x="-5368" y="498475"/>
                        <a:pt x="982" y="249237"/>
                        <a:pt x="7332" y="0"/>
                      </a:cubicBezTo>
                    </a:path>
                  </a:pathLst>
                </a:custGeom>
                <a:noFill/>
                <a:ln w="254000" cap="rnd">
                  <a:solidFill>
                    <a:srgbClr val="10B98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F5B6D41-35DC-D9EC-25BF-709A9BC0BA1C}"/>
                  </a:ext>
                </a:extLst>
              </p:cNvPr>
              <p:cNvGrpSpPr/>
              <p:nvPr/>
            </p:nvGrpSpPr>
            <p:grpSpPr>
              <a:xfrm>
                <a:off x="4371823" y="765600"/>
                <a:ext cx="3020400" cy="3962300"/>
                <a:chOff x="4371823" y="765600"/>
                <a:chExt cx="3020400" cy="3962300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A8CEA14D-37E0-CA9E-EDAA-8030E402E6ED}"/>
                    </a:ext>
                  </a:extLst>
                </p:cNvPr>
                <p:cNvSpPr/>
                <p:nvPr/>
              </p:nvSpPr>
              <p:spPr>
                <a:xfrm rot="289076">
                  <a:off x="5118317" y="1918420"/>
                  <a:ext cx="981777" cy="2791326"/>
                </a:xfrm>
                <a:custGeom>
                  <a:avLst/>
                  <a:gdLst>
                    <a:gd name="connsiteX0" fmla="*/ 981777 w 981777"/>
                    <a:gd name="connsiteY0" fmla="*/ 2791326 h 2791326"/>
                    <a:gd name="connsiteX1" fmla="*/ 721895 w 981777"/>
                    <a:gd name="connsiteY1" fmla="*/ 1328286 h 2791326"/>
                    <a:gd name="connsiteX2" fmla="*/ 385011 w 981777"/>
                    <a:gd name="connsiteY2" fmla="*/ 548640 h 2791326"/>
                    <a:gd name="connsiteX3" fmla="*/ 0 w 981777"/>
                    <a:gd name="connsiteY3" fmla="*/ 0 h 2791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81777" h="2791326">
                      <a:moveTo>
                        <a:pt x="981777" y="2791326"/>
                      </a:moveTo>
                      <a:cubicBezTo>
                        <a:pt x="901566" y="2246696"/>
                        <a:pt x="821356" y="1702067"/>
                        <a:pt x="721895" y="1328286"/>
                      </a:cubicBezTo>
                      <a:cubicBezTo>
                        <a:pt x="622434" y="954505"/>
                        <a:pt x="505327" y="770021"/>
                        <a:pt x="385011" y="548640"/>
                      </a:cubicBezTo>
                      <a:cubicBezTo>
                        <a:pt x="264695" y="327259"/>
                        <a:pt x="132347" y="163629"/>
                        <a:pt x="0" y="0"/>
                      </a:cubicBezTo>
                    </a:path>
                  </a:pathLst>
                </a:custGeom>
                <a:noFill/>
                <a:ln w="187325" cap="rnd">
                  <a:solidFill>
                    <a:srgbClr val="10B98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C0027A9D-32DE-B307-96F2-46419CA56787}"/>
                    </a:ext>
                  </a:extLst>
                </p:cNvPr>
                <p:cNvSpPr/>
                <p:nvPr/>
              </p:nvSpPr>
              <p:spPr>
                <a:xfrm rot="289076">
                  <a:off x="5878201" y="2757586"/>
                  <a:ext cx="174171" cy="1970314"/>
                </a:xfrm>
                <a:custGeom>
                  <a:avLst/>
                  <a:gdLst>
                    <a:gd name="connsiteX0" fmla="*/ 174171 w 174171"/>
                    <a:gd name="connsiteY0" fmla="*/ 1970314 h 1970314"/>
                    <a:gd name="connsiteX1" fmla="*/ 54428 w 174171"/>
                    <a:gd name="connsiteY1" fmla="*/ 1099457 h 1970314"/>
                    <a:gd name="connsiteX2" fmla="*/ 0 w 174171"/>
                    <a:gd name="connsiteY2" fmla="*/ 664029 h 1970314"/>
                    <a:gd name="connsiteX3" fmla="*/ 54428 w 174171"/>
                    <a:gd name="connsiteY3" fmla="*/ 239486 h 1970314"/>
                    <a:gd name="connsiteX4" fmla="*/ 152400 w 174171"/>
                    <a:gd name="connsiteY4" fmla="*/ 0 h 19703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171" h="1970314">
                      <a:moveTo>
                        <a:pt x="174171" y="1970314"/>
                      </a:moveTo>
                      <a:cubicBezTo>
                        <a:pt x="128813" y="1643742"/>
                        <a:pt x="83456" y="1317171"/>
                        <a:pt x="54428" y="1099457"/>
                      </a:cubicBezTo>
                      <a:cubicBezTo>
                        <a:pt x="25400" y="881743"/>
                        <a:pt x="0" y="807357"/>
                        <a:pt x="0" y="664029"/>
                      </a:cubicBezTo>
                      <a:cubicBezTo>
                        <a:pt x="0" y="520701"/>
                        <a:pt x="29028" y="350158"/>
                        <a:pt x="54428" y="239486"/>
                      </a:cubicBezTo>
                      <a:cubicBezTo>
                        <a:pt x="79828" y="128814"/>
                        <a:pt x="116114" y="64407"/>
                        <a:pt x="152400" y="0"/>
                      </a:cubicBezTo>
                    </a:path>
                  </a:pathLst>
                </a:custGeom>
                <a:noFill/>
                <a:ln w="187325" cap="rnd">
                  <a:solidFill>
                    <a:srgbClr val="10B98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mc:AlternateContent xmlns:mc="http://schemas.openxmlformats.org/markup-compatibility/2006" xmlns:p14="http://schemas.microsoft.com/office/powerpoint/2010/main">
              <mc:Choice Requires="p14">
                <p:contentPart p14:bwMode="auto" r:id="rId2">
                  <p14:nvContentPartPr>
                    <p14:cNvPr id="42" name="Ink 41">
                      <a:extLst>
                        <a:ext uri="{FF2B5EF4-FFF2-40B4-BE49-F238E27FC236}">
                          <a16:creationId xmlns:a16="http://schemas.microsoft.com/office/drawing/2014/main" id="{FD1C3054-8C07-9AC1-6F0C-504F7695FF1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216463" y="1238640"/>
                    <a:ext cx="1175760" cy="1424160"/>
                  </p14:xfrm>
                </p:contentPart>
              </mc:Choice>
              <mc:Fallback xmlns="">
                <p:pic>
                  <p:nvPicPr>
                    <p:cNvPr id="42" name="Ink 41">
                      <a:extLst>
                        <a:ext uri="{FF2B5EF4-FFF2-40B4-BE49-F238E27FC236}">
                          <a16:creationId xmlns:a16="http://schemas.microsoft.com/office/drawing/2014/main" id="{FD1C3054-8C07-9AC1-6F0C-504F7695FF19}"/>
                        </a:ext>
                      </a:extLst>
                    </p:cNvPr>
                    <p:cNvPicPr/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6120717" y="1141018"/>
                      <a:ext cx="1366705" cy="1618845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">
                  <p14:nvContentPartPr>
                    <p14:cNvPr id="43" name="Ink 42">
                      <a:extLst>
                        <a:ext uri="{FF2B5EF4-FFF2-40B4-BE49-F238E27FC236}">
                          <a16:creationId xmlns:a16="http://schemas.microsoft.com/office/drawing/2014/main" id="{F4987DA0-E10E-6E7A-B78B-24ED26C9B3F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371823" y="765600"/>
                    <a:ext cx="1083600" cy="1408320"/>
                  </p14:xfrm>
                </p:contentPart>
              </mc:Choice>
              <mc:Fallback xmlns="">
                <p:pic>
                  <p:nvPicPr>
                    <p:cNvPr id="43" name="Ink 42">
                      <a:extLst>
                        <a:ext uri="{FF2B5EF4-FFF2-40B4-BE49-F238E27FC236}">
                          <a16:creationId xmlns:a16="http://schemas.microsoft.com/office/drawing/2014/main" id="{F4987DA0-E10E-6E7A-B78B-24ED26C9B3F0}"/>
                        </a:ext>
                      </a:extLst>
                    </p:cNvPr>
                    <p:cNvPicPr/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4276099" y="667955"/>
                      <a:ext cx="1274502" cy="1603052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284009C-DEC2-D9F6-A6C6-6C4DF575F78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765560" y="2550086"/>
              <a:ext cx="388361" cy="1437773"/>
              <a:chOff x="7145738" y="2088424"/>
              <a:chExt cx="1834479" cy="6791513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5EE819BB-A30A-0CA2-8156-FC68561339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145744" y="4047472"/>
                <a:ext cx="1834473" cy="891510"/>
              </a:xfrm>
              <a:custGeom>
                <a:avLst/>
                <a:gdLst>
                  <a:gd name="connsiteX0" fmla="*/ 893826 w 1787652"/>
                  <a:gd name="connsiteY0" fmla="*/ 0 h 891510"/>
                  <a:gd name="connsiteX1" fmla="*/ 1783171 w 1787652"/>
                  <a:gd name="connsiteY1" fmla="*/ 802748 h 891510"/>
                  <a:gd name="connsiteX2" fmla="*/ 1787652 w 1787652"/>
                  <a:gd name="connsiteY2" fmla="*/ 891510 h 891510"/>
                  <a:gd name="connsiteX3" fmla="*/ 0 w 1787652"/>
                  <a:gd name="connsiteY3" fmla="*/ 891510 h 891510"/>
                  <a:gd name="connsiteX4" fmla="*/ 4481 w 1787652"/>
                  <a:gd name="connsiteY4" fmla="*/ 802748 h 891510"/>
                  <a:gd name="connsiteX5" fmla="*/ 893826 w 1787652"/>
                  <a:gd name="connsiteY5" fmla="*/ 0 h 891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87652" h="891510">
                    <a:moveTo>
                      <a:pt x="893826" y="0"/>
                    </a:moveTo>
                    <a:cubicBezTo>
                      <a:pt x="1356688" y="0"/>
                      <a:pt x="1737391" y="351856"/>
                      <a:pt x="1783171" y="802748"/>
                    </a:cubicBezTo>
                    <a:lnTo>
                      <a:pt x="1787652" y="891510"/>
                    </a:lnTo>
                    <a:lnTo>
                      <a:pt x="0" y="891510"/>
                    </a:lnTo>
                    <a:lnTo>
                      <a:pt x="4481" y="802748"/>
                    </a:lnTo>
                    <a:cubicBezTo>
                      <a:pt x="50261" y="351856"/>
                      <a:pt x="430964" y="0"/>
                      <a:pt x="893826" y="0"/>
                    </a:cubicBezTo>
                    <a:close/>
                  </a:path>
                </a:pathLst>
              </a:custGeom>
              <a:solidFill>
                <a:srgbClr val="A7F3D0"/>
              </a:solidFill>
              <a:ln>
                <a:solidFill>
                  <a:srgbClr val="A7F3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GB"/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FAFABB66-4A99-A91D-5CE5-87F59A8D730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145738" y="2088424"/>
                <a:ext cx="1834472" cy="6791513"/>
                <a:chOff x="4025900" y="2626683"/>
                <a:chExt cx="291249" cy="1078251"/>
              </a:xfrm>
            </p:grpSpPr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80BB5ACC-8EB6-62ED-59AB-3917D689251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043134" y="2626683"/>
                  <a:ext cx="257004" cy="257066"/>
                </a:xfrm>
                <a:prstGeom prst="ellipse">
                  <a:avLst/>
                </a:prstGeom>
                <a:solidFill>
                  <a:srgbClr val="A7F3D0"/>
                </a:solidFill>
                <a:ln>
                  <a:solidFill>
                    <a:srgbClr val="A7F3D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21523460-DEEC-7148-5512-0B72A6C0E735}"/>
                    </a:ext>
                  </a:extLst>
                </p:cNvPr>
                <p:cNvSpPr/>
                <p:nvPr/>
              </p:nvSpPr>
              <p:spPr>
                <a:xfrm>
                  <a:off x="4025900" y="3079250"/>
                  <a:ext cx="291249" cy="625684"/>
                </a:xfrm>
                <a:prstGeom prst="rect">
                  <a:avLst/>
                </a:prstGeom>
                <a:solidFill>
                  <a:srgbClr val="A7F3D0"/>
                </a:solidFill>
                <a:ln>
                  <a:solidFill>
                    <a:srgbClr val="A7F3D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B6256C8-FA4F-9589-4665-7AD0CE84F38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37030" y="3082489"/>
              <a:ext cx="320242" cy="949712"/>
              <a:chOff x="7145739" y="1567458"/>
              <a:chExt cx="2465760" cy="7312480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2B0823E6-5563-5185-5294-8135AA82DB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145740" y="4047475"/>
                <a:ext cx="2465758" cy="891509"/>
              </a:xfrm>
              <a:custGeom>
                <a:avLst/>
                <a:gdLst>
                  <a:gd name="connsiteX0" fmla="*/ 893826 w 1787652"/>
                  <a:gd name="connsiteY0" fmla="*/ 0 h 891510"/>
                  <a:gd name="connsiteX1" fmla="*/ 1783171 w 1787652"/>
                  <a:gd name="connsiteY1" fmla="*/ 802748 h 891510"/>
                  <a:gd name="connsiteX2" fmla="*/ 1787652 w 1787652"/>
                  <a:gd name="connsiteY2" fmla="*/ 891510 h 891510"/>
                  <a:gd name="connsiteX3" fmla="*/ 0 w 1787652"/>
                  <a:gd name="connsiteY3" fmla="*/ 891510 h 891510"/>
                  <a:gd name="connsiteX4" fmla="*/ 4481 w 1787652"/>
                  <a:gd name="connsiteY4" fmla="*/ 802748 h 891510"/>
                  <a:gd name="connsiteX5" fmla="*/ 893826 w 1787652"/>
                  <a:gd name="connsiteY5" fmla="*/ 0 h 891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87652" h="891510">
                    <a:moveTo>
                      <a:pt x="893826" y="0"/>
                    </a:moveTo>
                    <a:cubicBezTo>
                      <a:pt x="1356688" y="0"/>
                      <a:pt x="1737391" y="351856"/>
                      <a:pt x="1783171" y="802748"/>
                    </a:cubicBezTo>
                    <a:lnTo>
                      <a:pt x="1787652" y="891510"/>
                    </a:lnTo>
                    <a:lnTo>
                      <a:pt x="0" y="891510"/>
                    </a:lnTo>
                    <a:lnTo>
                      <a:pt x="4481" y="802748"/>
                    </a:lnTo>
                    <a:cubicBezTo>
                      <a:pt x="50261" y="351856"/>
                      <a:pt x="430964" y="0"/>
                      <a:pt x="893826" y="0"/>
                    </a:cubicBezTo>
                    <a:close/>
                  </a:path>
                </a:pathLst>
              </a:custGeom>
              <a:solidFill>
                <a:srgbClr val="A7F3D0"/>
              </a:solidFill>
              <a:ln>
                <a:solidFill>
                  <a:srgbClr val="A7F3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GB"/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5F70EE4F-2F5C-9C41-FFAC-47E39252748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145739" y="1567458"/>
                <a:ext cx="2465760" cy="7312480"/>
                <a:chOff x="4025899" y="2543972"/>
                <a:chExt cx="391475" cy="1160962"/>
              </a:xfrm>
            </p:grpSpPr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47A48510-A031-8ACD-8C2F-B28D763F3F6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060190" y="2543972"/>
                  <a:ext cx="322893" cy="322968"/>
                </a:xfrm>
                <a:prstGeom prst="ellipse">
                  <a:avLst/>
                </a:prstGeom>
                <a:solidFill>
                  <a:srgbClr val="A7F3D0"/>
                </a:solidFill>
                <a:ln>
                  <a:solidFill>
                    <a:srgbClr val="A7F3D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7F8C5BF1-BDE0-FD3A-6E33-19D79C363411}"/>
                    </a:ext>
                  </a:extLst>
                </p:cNvPr>
                <p:cNvSpPr/>
                <p:nvPr/>
              </p:nvSpPr>
              <p:spPr>
                <a:xfrm>
                  <a:off x="4025899" y="3079250"/>
                  <a:ext cx="391475" cy="625684"/>
                </a:xfrm>
                <a:prstGeom prst="rect">
                  <a:avLst/>
                </a:prstGeom>
                <a:solidFill>
                  <a:srgbClr val="A7F3D0"/>
                </a:solidFill>
                <a:ln>
                  <a:solidFill>
                    <a:srgbClr val="A7F3D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</p:grpSp>
        </p:grp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716D58A-CB56-52D9-9B5F-A24B0BAD8B45}"/>
                </a:ext>
              </a:extLst>
            </p:cNvPr>
            <p:cNvSpPr/>
            <p:nvPr/>
          </p:nvSpPr>
          <p:spPr>
            <a:xfrm>
              <a:off x="267063" y="4005594"/>
              <a:ext cx="2425101" cy="136241"/>
            </a:xfrm>
            <a:custGeom>
              <a:avLst/>
              <a:gdLst>
                <a:gd name="connsiteX0" fmla="*/ 0 w 2895600"/>
                <a:gd name="connsiteY0" fmla="*/ 162673 h 162673"/>
                <a:gd name="connsiteX1" fmla="*/ 1483360 w 2895600"/>
                <a:gd name="connsiteY1" fmla="*/ 113 h 162673"/>
                <a:gd name="connsiteX2" fmla="*/ 2895600 w 2895600"/>
                <a:gd name="connsiteY2" fmla="*/ 142353 h 16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95600" h="162673">
                  <a:moveTo>
                    <a:pt x="0" y="162673"/>
                  </a:moveTo>
                  <a:cubicBezTo>
                    <a:pt x="500380" y="83086"/>
                    <a:pt x="1000760" y="3500"/>
                    <a:pt x="1483360" y="113"/>
                  </a:cubicBezTo>
                  <a:cubicBezTo>
                    <a:pt x="1965960" y="-3274"/>
                    <a:pt x="2430780" y="69539"/>
                    <a:pt x="2895600" y="142353"/>
                  </a:cubicBezTo>
                </a:path>
              </a:pathLst>
            </a:custGeom>
            <a:noFill/>
            <a:ln w="174625" cap="rnd"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3736B46-7A76-3FFF-0CE7-F3E38972F438}"/>
              </a:ext>
            </a:extLst>
          </p:cNvPr>
          <p:cNvGrpSpPr/>
          <p:nvPr/>
        </p:nvGrpSpPr>
        <p:grpSpPr>
          <a:xfrm>
            <a:off x="3042418" y="1992664"/>
            <a:ext cx="10713891" cy="2400657"/>
            <a:chOff x="3042418" y="1992664"/>
            <a:chExt cx="10713891" cy="240065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D5EBFE1-6181-765B-16E7-E3D5A6AEE3E4}"/>
                </a:ext>
              </a:extLst>
            </p:cNvPr>
            <p:cNvSpPr txBox="1"/>
            <p:nvPr/>
          </p:nvSpPr>
          <p:spPr>
            <a:xfrm>
              <a:off x="3042418" y="1992664"/>
              <a:ext cx="10713891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5000" dirty="0">
                  <a:solidFill>
                    <a:srgbClr val="A7F3D0"/>
                  </a:solidFill>
                  <a:latin typeface="Posterama" panose="020B0504020200020000" pitchFamily="34" charset="0"/>
                  <a:ea typeface="ADLaM Display" panose="020F0502020204030204" pitchFamily="2" charset="0"/>
                  <a:cs typeface="Posterama" panose="020B0504020200020000" pitchFamily="34" charset="0"/>
                </a:rPr>
                <a:t>B OLOOM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F9599F4-D2F7-468F-13CC-8948BE8B5FC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493179" y="2487245"/>
              <a:ext cx="204040" cy="1338308"/>
              <a:chOff x="7260808" y="1677280"/>
              <a:chExt cx="1571040" cy="10304549"/>
            </a:xfrm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39219C5C-F0A2-127B-3DAD-0EDB1A058D2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22797" y="4240591"/>
                <a:ext cx="1447058" cy="563740"/>
              </a:xfrm>
              <a:custGeom>
                <a:avLst/>
                <a:gdLst>
                  <a:gd name="connsiteX0" fmla="*/ 893826 w 1787652"/>
                  <a:gd name="connsiteY0" fmla="*/ 0 h 891510"/>
                  <a:gd name="connsiteX1" fmla="*/ 1783171 w 1787652"/>
                  <a:gd name="connsiteY1" fmla="*/ 802748 h 891510"/>
                  <a:gd name="connsiteX2" fmla="*/ 1787652 w 1787652"/>
                  <a:gd name="connsiteY2" fmla="*/ 891510 h 891510"/>
                  <a:gd name="connsiteX3" fmla="*/ 0 w 1787652"/>
                  <a:gd name="connsiteY3" fmla="*/ 891510 h 891510"/>
                  <a:gd name="connsiteX4" fmla="*/ 4481 w 1787652"/>
                  <a:gd name="connsiteY4" fmla="*/ 802748 h 891510"/>
                  <a:gd name="connsiteX5" fmla="*/ 893826 w 1787652"/>
                  <a:gd name="connsiteY5" fmla="*/ 0 h 891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87652" h="891510">
                    <a:moveTo>
                      <a:pt x="893826" y="0"/>
                    </a:moveTo>
                    <a:cubicBezTo>
                      <a:pt x="1356688" y="0"/>
                      <a:pt x="1737391" y="351856"/>
                      <a:pt x="1783171" y="802748"/>
                    </a:cubicBezTo>
                    <a:lnTo>
                      <a:pt x="1787652" y="891510"/>
                    </a:lnTo>
                    <a:lnTo>
                      <a:pt x="0" y="891510"/>
                    </a:lnTo>
                    <a:lnTo>
                      <a:pt x="4481" y="802748"/>
                    </a:lnTo>
                    <a:cubicBezTo>
                      <a:pt x="50261" y="351856"/>
                      <a:pt x="430964" y="0"/>
                      <a:pt x="893826" y="0"/>
                    </a:cubicBezTo>
                    <a:close/>
                  </a:path>
                </a:pathLst>
              </a:custGeom>
              <a:solidFill>
                <a:srgbClr val="A7F3D0"/>
              </a:solidFill>
              <a:ln>
                <a:solidFill>
                  <a:srgbClr val="A7F3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GB" dirty="0"/>
              </a:p>
            </p:txBody>
          </p: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B239F188-299F-1FC5-D282-C72A83CA6E5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260808" y="1677280"/>
                <a:ext cx="1571040" cy="10304549"/>
                <a:chOff x="4044163" y="2561407"/>
                <a:chExt cx="249425" cy="1635996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9DC55DDB-ED32-A1BD-539C-A42A8ACD614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044163" y="2561407"/>
                  <a:ext cx="249425" cy="249481"/>
                </a:xfrm>
                <a:prstGeom prst="ellipse">
                  <a:avLst/>
                </a:prstGeom>
                <a:solidFill>
                  <a:srgbClr val="A7F3D0"/>
                </a:solidFill>
                <a:ln>
                  <a:solidFill>
                    <a:srgbClr val="A7F3D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260DC697-34BA-325E-6C7C-8F8AED174368}"/>
                    </a:ext>
                  </a:extLst>
                </p:cNvPr>
                <p:cNvSpPr/>
                <p:nvPr/>
              </p:nvSpPr>
              <p:spPr>
                <a:xfrm>
                  <a:off x="4054014" y="3057870"/>
                  <a:ext cx="229742" cy="1139533"/>
                </a:xfrm>
                <a:prstGeom prst="rect">
                  <a:avLst/>
                </a:prstGeom>
                <a:solidFill>
                  <a:srgbClr val="A7F3D0"/>
                </a:solidFill>
                <a:ln>
                  <a:solidFill>
                    <a:srgbClr val="A7F3D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351816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928106-0438-EF8D-E33E-00649C3BA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green text&#10;&#10;AI-generated content may be incorrect.">
            <a:extLst>
              <a:ext uri="{FF2B5EF4-FFF2-40B4-BE49-F238E27FC236}">
                <a16:creationId xmlns:a16="http://schemas.microsoft.com/office/drawing/2014/main" id="{C2DA0FCF-FDD1-FBEB-7C9D-0C4A3A8709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62" y="1343038"/>
            <a:ext cx="12192000" cy="4171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5178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4E58A-9276-860C-1A5C-17D34243D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3F97C521-DF2C-14E9-2A90-1E5A859185D5}"/>
              </a:ext>
            </a:extLst>
          </p:cNvPr>
          <p:cNvGrpSpPr/>
          <p:nvPr/>
        </p:nvGrpSpPr>
        <p:grpSpPr>
          <a:xfrm>
            <a:off x="240861" y="1352551"/>
            <a:ext cx="13718373" cy="4208720"/>
            <a:chOff x="240861" y="1352551"/>
            <a:chExt cx="13718373" cy="420872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E47E4C2-8BCE-2933-B80F-807127CBC94C}"/>
                </a:ext>
              </a:extLst>
            </p:cNvPr>
            <p:cNvGrpSpPr/>
            <p:nvPr/>
          </p:nvGrpSpPr>
          <p:grpSpPr>
            <a:xfrm>
              <a:off x="240861" y="1597873"/>
              <a:ext cx="2597808" cy="3285683"/>
              <a:chOff x="300517" y="1578417"/>
              <a:chExt cx="2597808" cy="3285683"/>
            </a:xfrm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A1A8295A-4E59-132E-46F5-79ACD5A1FA6C}"/>
                  </a:ext>
                </a:extLst>
              </p:cNvPr>
              <p:cNvSpPr/>
              <p:nvPr/>
            </p:nvSpPr>
            <p:spPr>
              <a:xfrm>
                <a:off x="694613" y="3843417"/>
                <a:ext cx="1696749" cy="131830"/>
              </a:xfrm>
              <a:custGeom>
                <a:avLst/>
                <a:gdLst>
                  <a:gd name="connsiteX0" fmla="*/ 0 w 2873375"/>
                  <a:gd name="connsiteY0" fmla="*/ 223249 h 223249"/>
                  <a:gd name="connsiteX1" fmla="*/ 577850 w 2873375"/>
                  <a:gd name="connsiteY1" fmla="*/ 77199 h 223249"/>
                  <a:gd name="connsiteX2" fmla="*/ 1082675 w 2873375"/>
                  <a:gd name="connsiteY2" fmla="*/ 16874 h 223249"/>
                  <a:gd name="connsiteX3" fmla="*/ 1498600 w 2873375"/>
                  <a:gd name="connsiteY3" fmla="*/ 999 h 223249"/>
                  <a:gd name="connsiteX4" fmla="*/ 2022475 w 2873375"/>
                  <a:gd name="connsiteY4" fmla="*/ 39099 h 223249"/>
                  <a:gd name="connsiteX5" fmla="*/ 2657475 w 2873375"/>
                  <a:gd name="connsiteY5" fmla="*/ 96249 h 223249"/>
                  <a:gd name="connsiteX6" fmla="*/ 2873375 w 2873375"/>
                  <a:gd name="connsiteY6" fmla="*/ 105774 h 22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73375" h="223249">
                    <a:moveTo>
                      <a:pt x="0" y="223249"/>
                    </a:moveTo>
                    <a:cubicBezTo>
                      <a:pt x="198702" y="167422"/>
                      <a:pt x="397404" y="111595"/>
                      <a:pt x="577850" y="77199"/>
                    </a:cubicBezTo>
                    <a:cubicBezTo>
                      <a:pt x="758296" y="42803"/>
                      <a:pt x="929217" y="29574"/>
                      <a:pt x="1082675" y="16874"/>
                    </a:cubicBezTo>
                    <a:cubicBezTo>
                      <a:pt x="1236133" y="4174"/>
                      <a:pt x="1341967" y="-2705"/>
                      <a:pt x="1498600" y="999"/>
                    </a:cubicBezTo>
                    <a:cubicBezTo>
                      <a:pt x="1655233" y="4703"/>
                      <a:pt x="2022475" y="39099"/>
                      <a:pt x="2022475" y="39099"/>
                    </a:cubicBezTo>
                    <a:lnTo>
                      <a:pt x="2657475" y="96249"/>
                    </a:lnTo>
                    <a:cubicBezTo>
                      <a:pt x="2799292" y="107361"/>
                      <a:pt x="2836333" y="106567"/>
                      <a:pt x="2873375" y="105774"/>
                    </a:cubicBezTo>
                  </a:path>
                </a:pathLst>
              </a:custGeom>
              <a:noFill/>
              <a:ln w="120650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8E39DA-E050-6E80-9AB7-1D4C49DA4E82}"/>
                  </a:ext>
                </a:extLst>
              </p:cNvPr>
              <p:cNvSpPr/>
              <p:nvPr/>
            </p:nvSpPr>
            <p:spPr>
              <a:xfrm>
                <a:off x="1117207" y="4132407"/>
                <a:ext cx="1501764" cy="110739"/>
              </a:xfrm>
              <a:custGeom>
                <a:avLst/>
                <a:gdLst>
                  <a:gd name="connsiteX0" fmla="*/ 0 w 2543175"/>
                  <a:gd name="connsiteY0" fmla="*/ 187532 h 187532"/>
                  <a:gd name="connsiteX1" fmla="*/ 428625 w 2543175"/>
                  <a:gd name="connsiteY1" fmla="*/ 82757 h 187532"/>
                  <a:gd name="connsiteX2" fmla="*/ 927100 w 2543175"/>
                  <a:gd name="connsiteY2" fmla="*/ 25607 h 187532"/>
                  <a:gd name="connsiteX3" fmla="*/ 1533525 w 2543175"/>
                  <a:gd name="connsiteY3" fmla="*/ 207 h 187532"/>
                  <a:gd name="connsiteX4" fmla="*/ 1879600 w 2543175"/>
                  <a:gd name="connsiteY4" fmla="*/ 12907 h 187532"/>
                  <a:gd name="connsiteX5" fmla="*/ 2336800 w 2543175"/>
                  <a:gd name="connsiteY5" fmla="*/ 35132 h 187532"/>
                  <a:gd name="connsiteX6" fmla="*/ 2543175 w 2543175"/>
                  <a:gd name="connsiteY6" fmla="*/ 35132 h 187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43175" h="187532">
                    <a:moveTo>
                      <a:pt x="0" y="187532"/>
                    </a:moveTo>
                    <a:cubicBezTo>
                      <a:pt x="137054" y="148638"/>
                      <a:pt x="274108" y="109744"/>
                      <a:pt x="428625" y="82757"/>
                    </a:cubicBezTo>
                    <a:cubicBezTo>
                      <a:pt x="583142" y="55769"/>
                      <a:pt x="742950" y="39365"/>
                      <a:pt x="927100" y="25607"/>
                    </a:cubicBezTo>
                    <a:cubicBezTo>
                      <a:pt x="1111250" y="11849"/>
                      <a:pt x="1374775" y="2324"/>
                      <a:pt x="1533525" y="207"/>
                    </a:cubicBezTo>
                    <a:cubicBezTo>
                      <a:pt x="1692275" y="-1910"/>
                      <a:pt x="1879600" y="12907"/>
                      <a:pt x="1879600" y="12907"/>
                    </a:cubicBezTo>
                    <a:lnTo>
                      <a:pt x="2336800" y="35132"/>
                    </a:lnTo>
                    <a:cubicBezTo>
                      <a:pt x="2447396" y="38836"/>
                      <a:pt x="2495285" y="36984"/>
                      <a:pt x="2543175" y="35132"/>
                    </a:cubicBezTo>
                  </a:path>
                </a:pathLst>
              </a:custGeom>
              <a:noFill/>
              <a:ln w="120650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6EFAF2AA-331A-606D-80C2-8DBEE37F1969}"/>
                  </a:ext>
                </a:extLst>
              </p:cNvPr>
              <p:cNvSpPr/>
              <p:nvPr/>
            </p:nvSpPr>
            <p:spPr>
              <a:xfrm>
                <a:off x="1455432" y="4379291"/>
                <a:ext cx="1394896" cy="230608"/>
              </a:xfrm>
              <a:custGeom>
                <a:avLst/>
                <a:gdLst>
                  <a:gd name="connsiteX0" fmla="*/ 0 w 2362200"/>
                  <a:gd name="connsiteY0" fmla="*/ 390525 h 390525"/>
                  <a:gd name="connsiteX1" fmla="*/ 384175 w 2362200"/>
                  <a:gd name="connsiteY1" fmla="*/ 276225 h 390525"/>
                  <a:gd name="connsiteX2" fmla="*/ 1047750 w 2362200"/>
                  <a:gd name="connsiteY2" fmla="*/ 158750 h 390525"/>
                  <a:gd name="connsiteX3" fmla="*/ 1727200 w 2362200"/>
                  <a:gd name="connsiteY3" fmla="*/ 88900 h 390525"/>
                  <a:gd name="connsiteX4" fmla="*/ 2117725 w 2362200"/>
                  <a:gd name="connsiteY4" fmla="*/ 41275 h 390525"/>
                  <a:gd name="connsiteX5" fmla="*/ 2362200 w 2362200"/>
                  <a:gd name="connsiteY5" fmla="*/ 0 h 390525"/>
                  <a:gd name="connsiteX6" fmla="*/ 2362200 w 2362200"/>
                  <a:gd name="connsiteY6" fmla="*/ 0 h 390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62200" h="390525">
                    <a:moveTo>
                      <a:pt x="0" y="390525"/>
                    </a:moveTo>
                    <a:cubicBezTo>
                      <a:pt x="104775" y="352689"/>
                      <a:pt x="209550" y="314854"/>
                      <a:pt x="384175" y="276225"/>
                    </a:cubicBezTo>
                    <a:cubicBezTo>
                      <a:pt x="558800" y="237596"/>
                      <a:pt x="823913" y="189971"/>
                      <a:pt x="1047750" y="158750"/>
                    </a:cubicBezTo>
                    <a:cubicBezTo>
                      <a:pt x="1271588" y="127529"/>
                      <a:pt x="1548871" y="108479"/>
                      <a:pt x="1727200" y="88900"/>
                    </a:cubicBezTo>
                    <a:cubicBezTo>
                      <a:pt x="1905529" y="69321"/>
                      <a:pt x="2011892" y="56092"/>
                      <a:pt x="2117725" y="41275"/>
                    </a:cubicBezTo>
                    <a:cubicBezTo>
                      <a:pt x="2223558" y="26458"/>
                      <a:pt x="2362200" y="0"/>
                      <a:pt x="2362200" y="0"/>
                    </a:cubicBezTo>
                    <a:lnTo>
                      <a:pt x="2362200" y="0"/>
                    </a:lnTo>
                  </a:path>
                </a:pathLst>
              </a:custGeom>
              <a:noFill/>
              <a:ln w="120650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BDDF7E3B-47B9-3E4D-0F58-492087C15522}"/>
                  </a:ext>
                </a:extLst>
              </p:cNvPr>
              <p:cNvSpPr/>
              <p:nvPr/>
            </p:nvSpPr>
            <p:spPr>
              <a:xfrm>
                <a:off x="321515" y="3724184"/>
                <a:ext cx="1577883" cy="1139916"/>
              </a:xfrm>
              <a:custGeom>
                <a:avLst/>
                <a:gdLst>
                  <a:gd name="connsiteX0" fmla="*/ 0 w 2672080"/>
                  <a:gd name="connsiteY0" fmla="*/ 0 h 1930400"/>
                  <a:gd name="connsiteX1" fmla="*/ 467360 w 2672080"/>
                  <a:gd name="connsiteY1" fmla="*/ 40640 h 1930400"/>
                  <a:gd name="connsiteX2" fmla="*/ 919480 w 2672080"/>
                  <a:gd name="connsiteY2" fmla="*/ 167640 h 1930400"/>
                  <a:gd name="connsiteX3" fmla="*/ 1305560 w 2672080"/>
                  <a:gd name="connsiteY3" fmla="*/ 345440 h 1930400"/>
                  <a:gd name="connsiteX4" fmla="*/ 1681480 w 2672080"/>
                  <a:gd name="connsiteY4" fmla="*/ 645160 h 1930400"/>
                  <a:gd name="connsiteX5" fmla="*/ 2001520 w 2672080"/>
                  <a:gd name="connsiteY5" fmla="*/ 1036320 h 1930400"/>
                  <a:gd name="connsiteX6" fmla="*/ 2321560 w 2672080"/>
                  <a:gd name="connsiteY6" fmla="*/ 1463040 h 1930400"/>
                  <a:gd name="connsiteX7" fmla="*/ 2565400 w 2672080"/>
                  <a:gd name="connsiteY7" fmla="*/ 1813560 h 1930400"/>
                  <a:gd name="connsiteX8" fmla="*/ 2672080 w 2672080"/>
                  <a:gd name="connsiteY8" fmla="*/ 19304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72080" h="1930400">
                    <a:moveTo>
                      <a:pt x="0" y="0"/>
                    </a:moveTo>
                    <a:cubicBezTo>
                      <a:pt x="157056" y="6350"/>
                      <a:pt x="314113" y="12700"/>
                      <a:pt x="467360" y="40640"/>
                    </a:cubicBezTo>
                    <a:cubicBezTo>
                      <a:pt x="620607" y="68580"/>
                      <a:pt x="779780" y="116840"/>
                      <a:pt x="919480" y="167640"/>
                    </a:cubicBezTo>
                    <a:cubicBezTo>
                      <a:pt x="1059180" y="218440"/>
                      <a:pt x="1178560" y="265853"/>
                      <a:pt x="1305560" y="345440"/>
                    </a:cubicBezTo>
                    <a:cubicBezTo>
                      <a:pt x="1432560" y="425027"/>
                      <a:pt x="1565487" y="530013"/>
                      <a:pt x="1681480" y="645160"/>
                    </a:cubicBezTo>
                    <a:cubicBezTo>
                      <a:pt x="1797473" y="760307"/>
                      <a:pt x="1894840" y="900007"/>
                      <a:pt x="2001520" y="1036320"/>
                    </a:cubicBezTo>
                    <a:cubicBezTo>
                      <a:pt x="2108200" y="1172633"/>
                      <a:pt x="2227580" y="1333500"/>
                      <a:pt x="2321560" y="1463040"/>
                    </a:cubicBezTo>
                    <a:cubicBezTo>
                      <a:pt x="2415540" y="1592580"/>
                      <a:pt x="2506980" y="1735667"/>
                      <a:pt x="2565400" y="1813560"/>
                    </a:cubicBezTo>
                    <a:cubicBezTo>
                      <a:pt x="2623820" y="1891453"/>
                      <a:pt x="2647950" y="1910926"/>
                      <a:pt x="2672080" y="1930400"/>
                    </a:cubicBezTo>
                  </a:path>
                </a:pathLst>
              </a:custGeom>
              <a:noFill/>
              <a:ln w="120650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F68CD072-B6DB-B9EE-282C-963E4BFFE698}"/>
                  </a:ext>
                </a:extLst>
              </p:cNvPr>
              <p:cNvSpPr/>
              <p:nvPr/>
            </p:nvSpPr>
            <p:spPr>
              <a:xfrm>
                <a:off x="1155454" y="3631192"/>
                <a:ext cx="1235909" cy="1106919"/>
              </a:xfrm>
              <a:custGeom>
                <a:avLst/>
                <a:gdLst>
                  <a:gd name="connsiteX0" fmla="*/ 0 w 2092960"/>
                  <a:gd name="connsiteY0" fmla="*/ 0 h 1874520"/>
                  <a:gd name="connsiteX1" fmla="*/ 269240 w 2092960"/>
                  <a:gd name="connsiteY1" fmla="*/ 35560 h 1874520"/>
                  <a:gd name="connsiteX2" fmla="*/ 492760 w 2092960"/>
                  <a:gd name="connsiteY2" fmla="*/ 142240 h 1874520"/>
                  <a:gd name="connsiteX3" fmla="*/ 751840 w 2092960"/>
                  <a:gd name="connsiteY3" fmla="*/ 294640 h 1874520"/>
                  <a:gd name="connsiteX4" fmla="*/ 1061720 w 2092960"/>
                  <a:gd name="connsiteY4" fmla="*/ 584200 h 1874520"/>
                  <a:gd name="connsiteX5" fmla="*/ 1315720 w 2092960"/>
                  <a:gd name="connsiteY5" fmla="*/ 934720 h 1874520"/>
                  <a:gd name="connsiteX6" fmla="*/ 1518920 w 2092960"/>
                  <a:gd name="connsiteY6" fmla="*/ 1264920 h 1874520"/>
                  <a:gd name="connsiteX7" fmla="*/ 1706880 w 2092960"/>
                  <a:gd name="connsiteY7" fmla="*/ 1518920 h 1874520"/>
                  <a:gd name="connsiteX8" fmla="*/ 1925320 w 2092960"/>
                  <a:gd name="connsiteY8" fmla="*/ 1747520 h 1874520"/>
                  <a:gd name="connsiteX9" fmla="*/ 2092960 w 2092960"/>
                  <a:gd name="connsiteY9" fmla="*/ 1874520 h 18745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92960" h="1874520">
                    <a:moveTo>
                      <a:pt x="0" y="0"/>
                    </a:moveTo>
                    <a:cubicBezTo>
                      <a:pt x="93556" y="5926"/>
                      <a:pt x="187113" y="11853"/>
                      <a:pt x="269240" y="35560"/>
                    </a:cubicBezTo>
                    <a:cubicBezTo>
                      <a:pt x="351367" y="59267"/>
                      <a:pt x="412327" y="99060"/>
                      <a:pt x="492760" y="142240"/>
                    </a:cubicBezTo>
                    <a:cubicBezTo>
                      <a:pt x="573193" y="185420"/>
                      <a:pt x="657013" y="220980"/>
                      <a:pt x="751840" y="294640"/>
                    </a:cubicBezTo>
                    <a:cubicBezTo>
                      <a:pt x="846667" y="368300"/>
                      <a:pt x="967740" y="477520"/>
                      <a:pt x="1061720" y="584200"/>
                    </a:cubicBezTo>
                    <a:cubicBezTo>
                      <a:pt x="1155700" y="690880"/>
                      <a:pt x="1239520" y="821267"/>
                      <a:pt x="1315720" y="934720"/>
                    </a:cubicBezTo>
                    <a:cubicBezTo>
                      <a:pt x="1391920" y="1048173"/>
                      <a:pt x="1453727" y="1167553"/>
                      <a:pt x="1518920" y="1264920"/>
                    </a:cubicBezTo>
                    <a:cubicBezTo>
                      <a:pt x="1584113" y="1362287"/>
                      <a:pt x="1639147" y="1438487"/>
                      <a:pt x="1706880" y="1518920"/>
                    </a:cubicBezTo>
                    <a:cubicBezTo>
                      <a:pt x="1774613" y="1599353"/>
                      <a:pt x="1860973" y="1688253"/>
                      <a:pt x="1925320" y="1747520"/>
                    </a:cubicBezTo>
                    <a:cubicBezTo>
                      <a:pt x="1989667" y="1806787"/>
                      <a:pt x="2041313" y="1840653"/>
                      <a:pt x="2092960" y="1874520"/>
                    </a:cubicBezTo>
                  </a:path>
                </a:pathLst>
              </a:custGeom>
              <a:noFill/>
              <a:ln w="120650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F5563DC1-C88C-F092-5A8C-F7A37CAB57A0}"/>
                  </a:ext>
                </a:extLst>
              </p:cNvPr>
              <p:cNvSpPr/>
              <p:nvPr/>
            </p:nvSpPr>
            <p:spPr>
              <a:xfrm>
                <a:off x="2025389" y="3715185"/>
                <a:ext cx="872936" cy="890934"/>
              </a:xfrm>
              <a:custGeom>
                <a:avLst/>
                <a:gdLst>
                  <a:gd name="connsiteX0" fmla="*/ 0 w 1478280"/>
                  <a:gd name="connsiteY0" fmla="*/ 0 h 1508760"/>
                  <a:gd name="connsiteX1" fmla="*/ 167640 w 1478280"/>
                  <a:gd name="connsiteY1" fmla="*/ 101600 h 1508760"/>
                  <a:gd name="connsiteX2" fmla="*/ 304800 w 1478280"/>
                  <a:gd name="connsiteY2" fmla="*/ 274320 h 1508760"/>
                  <a:gd name="connsiteX3" fmla="*/ 523240 w 1478280"/>
                  <a:gd name="connsiteY3" fmla="*/ 635000 h 1508760"/>
                  <a:gd name="connsiteX4" fmla="*/ 807720 w 1478280"/>
                  <a:gd name="connsiteY4" fmla="*/ 1000760 h 1508760"/>
                  <a:gd name="connsiteX5" fmla="*/ 1148080 w 1478280"/>
                  <a:gd name="connsiteY5" fmla="*/ 1315720 h 1508760"/>
                  <a:gd name="connsiteX6" fmla="*/ 1376680 w 1478280"/>
                  <a:gd name="connsiteY6" fmla="*/ 1473200 h 1508760"/>
                  <a:gd name="connsiteX7" fmla="*/ 1478280 w 1478280"/>
                  <a:gd name="connsiteY7" fmla="*/ 1508760 h 1508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78280" h="1508760">
                    <a:moveTo>
                      <a:pt x="0" y="0"/>
                    </a:moveTo>
                    <a:cubicBezTo>
                      <a:pt x="58420" y="27940"/>
                      <a:pt x="116840" y="55880"/>
                      <a:pt x="167640" y="101600"/>
                    </a:cubicBezTo>
                    <a:cubicBezTo>
                      <a:pt x="218440" y="147320"/>
                      <a:pt x="245533" y="185420"/>
                      <a:pt x="304800" y="274320"/>
                    </a:cubicBezTo>
                    <a:cubicBezTo>
                      <a:pt x="364067" y="363220"/>
                      <a:pt x="439420" y="513927"/>
                      <a:pt x="523240" y="635000"/>
                    </a:cubicBezTo>
                    <a:cubicBezTo>
                      <a:pt x="607060" y="756073"/>
                      <a:pt x="703580" y="887307"/>
                      <a:pt x="807720" y="1000760"/>
                    </a:cubicBezTo>
                    <a:cubicBezTo>
                      <a:pt x="911860" y="1114213"/>
                      <a:pt x="1053253" y="1236980"/>
                      <a:pt x="1148080" y="1315720"/>
                    </a:cubicBezTo>
                    <a:cubicBezTo>
                      <a:pt x="1242907" y="1394460"/>
                      <a:pt x="1321647" y="1441027"/>
                      <a:pt x="1376680" y="1473200"/>
                    </a:cubicBezTo>
                    <a:cubicBezTo>
                      <a:pt x="1431713" y="1505373"/>
                      <a:pt x="1454996" y="1507066"/>
                      <a:pt x="1478280" y="1508760"/>
                    </a:cubicBezTo>
                  </a:path>
                </a:pathLst>
              </a:custGeom>
              <a:noFill/>
              <a:ln w="120650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5BC11F8A-CDE2-8409-91E5-D3C389F2808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21216832" flipH="1">
                <a:off x="327674" y="1578417"/>
                <a:ext cx="1590510" cy="2016393"/>
                <a:chOff x="4252692" y="579765"/>
                <a:chExt cx="3208825" cy="4148135"/>
              </a:xfrm>
            </p:grpSpPr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55D9980E-80A0-4FF6-AAF7-E8285FCFBF3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21519283">
                  <a:off x="4252692" y="579765"/>
                  <a:ext cx="1324603" cy="1831474"/>
                  <a:chOff x="4342418" y="1282700"/>
                  <a:chExt cx="2493781" cy="3448050"/>
                </a:xfrm>
              </p:grpSpPr>
              <p:sp>
                <p:nvSpPr>
                  <p:cNvPr id="46" name="Freeform: Shape 45">
                    <a:extLst>
                      <a:ext uri="{FF2B5EF4-FFF2-40B4-BE49-F238E27FC236}">
                        <a16:creationId xmlns:a16="http://schemas.microsoft.com/office/drawing/2014/main" id="{27BF6F75-A1C7-3668-EF23-B4DBD9B4FF3A}"/>
                      </a:ext>
                    </a:extLst>
                  </p:cNvPr>
                  <p:cNvSpPr/>
                  <p:nvPr/>
                </p:nvSpPr>
                <p:spPr>
                  <a:xfrm>
                    <a:off x="4356100" y="1282700"/>
                    <a:ext cx="2480099" cy="3448050"/>
                  </a:xfrm>
                  <a:custGeom>
                    <a:avLst/>
                    <a:gdLst>
                      <a:gd name="connsiteX0" fmla="*/ 2387600 w 2480099"/>
                      <a:gd name="connsiteY0" fmla="*/ 3448050 h 3448050"/>
                      <a:gd name="connsiteX1" fmla="*/ 2470150 w 2480099"/>
                      <a:gd name="connsiteY1" fmla="*/ 2959100 h 3448050"/>
                      <a:gd name="connsiteX2" fmla="*/ 2463800 w 2480099"/>
                      <a:gd name="connsiteY2" fmla="*/ 2286000 h 3448050"/>
                      <a:gd name="connsiteX3" fmla="*/ 2336800 w 2480099"/>
                      <a:gd name="connsiteY3" fmla="*/ 1727200 h 3448050"/>
                      <a:gd name="connsiteX4" fmla="*/ 2070100 w 2480099"/>
                      <a:gd name="connsiteY4" fmla="*/ 1206500 h 3448050"/>
                      <a:gd name="connsiteX5" fmla="*/ 1727200 w 2480099"/>
                      <a:gd name="connsiteY5" fmla="*/ 812800 h 3448050"/>
                      <a:gd name="connsiteX6" fmla="*/ 1244600 w 2480099"/>
                      <a:gd name="connsiteY6" fmla="*/ 457200 h 3448050"/>
                      <a:gd name="connsiteX7" fmla="*/ 673100 w 2480099"/>
                      <a:gd name="connsiteY7" fmla="*/ 171450 h 3448050"/>
                      <a:gd name="connsiteX8" fmla="*/ 0 w 2480099"/>
                      <a:gd name="connsiteY8" fmla="*/ 0 h 34480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480099" h="3448050">
                        <a:moveTo>
                          <a:pt x="2387600" y="3448050"/>
                        </a:moveTo>
                        <a:cubicBezTo>
                          <a:pt x="2422525" y="3300412"/>
                          <a:pt x="2457450" y="3152775"/>
                          <a:pt x="2470150" y="2959100"/>
                        </a:cubicBezTo>
                        <a:cubicBezTo>
                          <a:pt x="2482850" y="2765425"/>
                          <a:pt x="2486025" y="2491317"/>
                          <a:pt x="2463800" y="2286000"/>
                        </a:cubicBezTo>
                        <a:cubicBezTo>
                          <a:pt x="2441575" y="2080683"/>
                          <a:pt x="2402417" y="1907117"/>
                          <a:pt x="2336800" y="1727200"/>
                        </a:cubicBezTo>
                        <a:cubicBezTo>
                          <a:pt x="2271183" y="1547283"/>
                          <a:pt x="2171700" y="1358900"/>
                          <a:pt x="2070100" y="1206500"/>
                        </a:cubicBezTo>
                        <a:cubicBezTo>
                          <a:pt x="1968500" y="1054100"/>
                          <a:pt x="1864783" y="937683"/>
                          <a:pt x="1727200" y="812800"/>
                        </a:cubicBezTo>
                        <a:cubicBezTo>
                          <a:pt x="1589617" y="687917"/>
                          <a:pt x="1420283" y="564092"/>
                          <a:pt x="1244600" y="457200"/>
                        </a:cubicBezTo>
                        <a:cubicBezTo>
                          <a:pt x="1068917" y="350308"/>
                          <a:pt x="880533" y="247650"/>
                          <a:pt x="673100" y="171450"/>
                        </a:cubicBezTo>
                        <a:cubicBezTo>
                          <a:pt x="465667" y="95250"/>
                          <a:pt x="232833" y="47625"/>
                          <a:pt x="0" y="0"/>
                        </a:cubicBezTo>
                      </a:path>
                    </a:pathLst>
                  </a:custGeom>
                  <a:noFill/>
                  <a:ln w="254000" cap="rnd">
                    <a:solidFill>
                      <a:srgbClr val="10B98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47" name="Freeform: Shape 46">
                    <a:extLst>
                      <a:ext uri="{FF2B5EF4-FFF2-40B4-BE49-F238E27FC236}">
                        <a16:creationId xmlns:a16="http://schemas.microsoft.com/office/drawing/2014/main" id="{48C3F044-9ADC-FCB7-EDC7-124EB265F526}"/>
                      </a:ext>
                    </a:extLst>
                  </p:cNvPr>
                  <p:cNvSpPr/>
                  <p:nvPr/>
                </p:nvSpPr>
                <p:spPr>
                  <a:xfrm>
                    <a:off x="4342418" y="1282700"/>
                    <a:ext cx="2394932" cy="3441700"/>
                  </a:xfrm>
                  <a:custGeom>
                    <a:avLst/>
                    <a:gdLst>
                      <a:gd name="connsiteX0" fmla="*/ 2394932 w 2394932"/>
                      <a:gd name="connsiteY0" fmla="*/ 3441700 h 3441700"/>
                      <a:gd name="connsiteX1" fmla="*/ 1607532 w 2394932"/>
                      <a:gd name="connsiteY1" fmla="*/ 3219450 h 3441700"/>
                      <a:gd name="connsiteX2" fmla="*/ 928082 w 2394932"/>
                      <a:gd name="connsiteY2" fmla="*/ 2832100 h 3441700"/>
                      <a:gd name="connsiteX3" fmla="*/ 464532 w 2394932"/>
                      <a:gd name="connsiteY3" fmla="*/ 2305050 h 3441700"/>
                      <a:gd name="connsiteX4" fmla="*/ 216882 w 2394932"/>
                      <a:gd name="connsiteY4" fmla="*/ 1803400 h 3441700"/>
                      <a:gd name="connsiteX5" fmla="*/ 83532 w 2394932"/>
                      <a:gd name="connsiteY5" fmla="*/ 1314450 h 3441700"/>
                      <a:gd name="connsiteX6" fmla="*/ 7332 w 2394932"/>
                      <a:gd name="connsiteY6" fmla="*/ 717550 h 3441700"/>
                      <a:gd name="connsiteX7" fmla="*/ 7332 w 2394932"/>
                      <a:gd name="connsiteY7" fmla="*/ 0 h 34417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394932" h="3441700">
                        <a:moveTo>
                          <a:pt x="2394932" y="3441700"/>
                        </a:moveTo>
                        <a:cubicBezTo>
                          <a:pt x="2123469" y="3381375"/>
                          <a:pt x="1852007" y="3321050"/>
                          <a:pt x="1607532" y="3219450"/>
                        </a:cubicBezTo>
                        <a:cubicBezTo>
                          <a:pt x="1363057" y="3117850"/>
                          <a:pt x="1118582" y="2984500"/>
                          <a:pt x="928082" y="2832100"/>
                        </a:cubicBezTo>
                        <a:cubicBezTo>
                          <a:pt x="737582" y="2679700"/>
                          <a:pt x="583065" y="2476500"/>
                          <a:pt x="464532" y="2305050"/>
                        </a:cubicBezTo>
                        <a:cubicBezTo>
                          <a:pt x="345999" y="2133600"/>
                          <a:pt x="280382" y="1968500"/>
                          <a:pt x="216882" y="1803400"/>
                        </a:cubicBezTo>
                        <a:cubicBezTo>
                          <a:pt x="153382" y="1638300"/>
                          <a:pt x="118457" y="1495425"/>
                          <a:pt x="83532" y="1314450"/>
                        </a:cubicBezTo>
                        <a:cubicBezTo>
                          <a:pt x="48607" y="1133475"/>
                          <a:pt x="20032" y="936625"/>
                          <a:pt x="7332" y="717550"/>
                        </a:cubicBezTo>
                        <a:cubicBezTo>
                          <a:pt x="-5368" y="498475"/>
                          <a:pt x="982" y="249237"/>
                          <a:pt x="7332" y="0"/>
                        </a:cubicBezTo>
                      </a:path>
                    </a:pathLst>
                  </a:custGeom>
                  <a:noFill/>
                  <a:ln w="254000" cap="rnd">
                    <a:solidFill>
                      <a:srgbClr val="10B98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BD233915-6733-76F6-719A-583E9E2BC86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289076" flipH="1">
                  <a:off x="6183548" y="1069378"/>
                  <a:ext cx="1210471" cy="1682946"/>
                  <a:chOff x="4215721" y="1085283"/>
                  <a:chExt cx="2493796" cy="3448163"/>
                </a:xfrm>
              </p:grpSpPr>
              <p:sp>
                <p:nvSpPr>
                  <p:cNvPr id="44" name="Freeform: Shape 43">
                    <a:extLst>
                      <a:ext uri="{FF2B5EF4-FFF2-40B4-BE49-F238E27FC236}">
                        <a16:creationId xmlns:a16="http://schemas.microsoft.com/office/drawing/2014/main" id="{57F248D7-372F-B26B-F2B2-DE1F06C8AC82}"/>
                      </a:ext>
                    </a:extLst>
                  </p:cNvPr>
                  <p:cNvSpPr/>
                  <p:nvPr/>
                </p:nvSpPr>
                <p:spPr>
                  <a:xfrm>
                    <a:off x="4229418" y="1085396"/>
                    <a:ext cx="2480099" cy="3448050"/>
                  </a:xfrm>
                  <a:custGeom>
                    <a:avLst/>
                    <a:gdLst>
                      <a:gd name="connsiteX0" fmla="*/ 2387600 w 2480099"/>
                      <a:gd name="connsiteY0" fmla="*/ 3448050 h 3448050"/>
                      <a:gd name="connsiteX1" fmla="*/ 2470150 w 2480099"/>
                      <a:gd name="connsiteY1" fmla="*/ 2959100 h 3448050"/>
                      <a:gd name="connsiteX2" fmla="*/ 2463800 w 2480099"/>
                      <a:gd name="connsiteY2" fmla="*/ 2286000 h 3448050"/>
                      <a:gd name="connsiteX3" fmla="*/ 2336800 w 2480099"/>
                      <a:gd name="connsiteY3" fmla="*/ 1727200 h 3448050"/>
                      <a:gd name="connsiteX4" fmla="*/ 2070100 w 2480099"/>
                      <a:gd name="connsiteY4" fmla="*/ 1206500 h 3448050"/>
                      <a:gd name="connsiteX5" fmla="*/ 1727200 w 2480099"/>
                      <a:gd name="connsiteY5" fmla="*/ 812800 h 3448050"/>
                      <a:gd name="connsiteX6" fmla="*/ 1244600 w 2480099"/>
                      <a:gd name="connsiteY6" fmla="*/ 457200 h 3448050"/>
                      <a:gd name="connsiteX7" fmla="*/ 673100 w 2480099"/>
                      <a:gd name="connsiteY7" fmla="*/ 171450 h 3448050"/>
                      <a:gd name="connsiteX8" fmla="*/ 0 w 2480099"/>
                      <a:gd name="connsiteY8" fmla="*/ 0 h 34480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480099" h="3448050">
                        <a:moveTo>
                          <a:pt x="2387600" y="3448050"/>
                        </a:moveTo>
                        <a:cubicBezTo>
                          <a:pt x="2422525" y="3300412"/>
                          <a:pt x="2457450" y="3152775"/>
                          <a:pt x="2470150" y="2959100"/>
                        </a:cubicBezTo>
                        <a:cubicBezTo>
                          <a:pt x="2482850" y="2765425"/>
                          <a:pt x="2486025" y="2491317"/>
                          <a:pt x="2463800" y="2286000"/>
                        </a:cubicBezTo>
                        <a:cubicBezTo>
                          <a:pt x="2441575" y="2080683"/>
                          <a:pt x="2402417" y="1907117"/>
                          <a:pt x="2336800" y="1727200"/>
                        </a:cubicBezTo>
                        <a:cubicBezTo>
                          <a:pt x="2271183" y="1547283"/>
                          <a:pt x="2171700" y="1358900"/>
                          <a:pt x="2070100" y="1206500"/>
                        </a:cubicBezTo>
                        <a:cubicBezTo>
                          <a:pt x="1968500" y="1054100"/>
                          <a:pt x="1864783" y="937683"/>
                          <a:pt x="1727200" y="812800"/>
                        </a:cubicBezTo>
                        <a:cubicBezTo>
                          <a:pt x="1589617" y="687917"/>
                          <a:pt x="1420283" y="564092"/>
                          <a:pt x="1244600" y="457200"/>
                        </a:cubicBezTo>
                        <a:cubicBezTo>
                          <a:pt x="1068917" y="350308"/>
                          <a:pt x="880533" y="247650"/>
                          <a:pt x="673100" y="171450"/>
                        </a:cubicBezTo>
                        <a:cubicBezTo>
                          <a:pt x="465667" y="95250"/>
                          <a:pt x="232833" y="47625"/>
                          <a:pt x="0" y="0"/>
                        </a:cubicBezTo>
                      </a:path>
                    </a:pathLst>
                  </a:custGeom>
                  <a:noFill/>
                  <a:ln w="254000" cap="rnd">
                    <a:solidFill>
                      <a:srgbClr val="10B98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45" name="Freeform: Shape 44">
                    <a:extLst>
                      <a:ext uri="{FF2B5EF4-FFF2-40B4-BE49-F238E27FC236}">
                        <a16:creationId xmlns:a16="http://schemas.microsoft.com/office/drawing/2014/main" id="{8513F3CE-75DD-121E-73B7-7E350D0A0B22}"/>
                      </a:ext>
                    </a:extLst>
                  </p:cNvPr>
                  <p:cNvSpPr/>
                  <p:nvPr/>
                </p:nvSpPr>
                <p:spPr>
                  <a:xfrm>
                    <a:off x="4215721" y="1085283"/>
                    <a:ext cx="2394934" cy="3441700"/>
                  </a:xfrm>
                  <a:custGeom>
                    <a:avLst/>
                    <a:gdLst>
                      <a:gd name="connsiteX0" fmla="*/ 2394932 w 2394932"/>
                      <a:gd name="connsiteY0" fmla="*/ 3441700 h 3441700"/>
                      <a:gd name="connsiteX1" fmla="*/ 1607532 w 2394932"/>
                      <a:gd name="connsiteY1" fmla="*/ 3219450 h 3441700"/>
                      <a:gd name="connsiteX2" fmla="*/ 928082 w 2394932"/>
                      <a:gd name="connsiteY2" fmla="*/ 2832100 h 3441700"/>
                      <a:gd name="connsiteX3" fmla="*/ 464532 w 2394932"/>
                      <a:gd name="connsiteY3" fmla="*/ 2305050 h 3441700"/>
                      <a:gd name="connsiteX4" fmla="*/ 216882 w 2394932"/>
                      <a:gd name="connsiteY4" fmla="*/ 1803400 h 3441700"/>
                      <a:gd name="connsiteX5" fmla="*/ 83532 w 2394932"/>
                      <a:gd name="connsiteY5" fmla="*/ 1314450 h 3441700"/>
                      <a:gd name="connsiteX6" fmla="*/ 7332 w 2394932"/>
                      <a:gd name="connsiteY6" fmla="*/ 717550 h 3441700"/>
                      <a:gd name="connsiteX7" fmla="*/ 7332 w 2394932"/>
                      <a:gd name="connsiteY7" fmla="*/ 0 h 34417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394932" h="3441700">
                        <a:moveTo>
                          <a:pt x="2394932" y="3441700"/>
                        </a:moveTo>
                        <a:cubicBezTo>
                          <a:pt x="2123469" y="3381375"/>
                          <a:pt x="1852007" y="3321050"/>
                          <a:pt x="1607532" y="3219450"/>
                        </a:cubicBezTo>
                        <a:cubicBezTo>
                          <a:pt x="1363057" y="3117850"/>
                          <a:pt x="1118582" y="2984500"/>
                          <a:pt x="928082" y="2832100"/>
                        </a:cubicBezTo>
                        <a:cubicBezTo>
                          <a:pt x="737582" y="2679700"/>
                          <a:pt x="583065" y="2476500"/>
                          <a:pt x="464532" y="2305050"/>
                        </a:cubicBezTo>
                        <a:cubicBezTo>
                          <a:pt x="345999" y="2133600"/>
                          <a:pt x="280382" y="1968500"/>
                          <a:pt x="216882" y="1803400"/>
                        </a:cubicBezTo>
                        <a:cubicBezTo>
                          <a:pt x="153382" y="1638300"/>
                          <a:pt x="118457" y="1495425"/>
                          <a:pt x="83532" y="1314450"/>
                        </a:cubicBezTo>
                        <a:cubicBezTo>
                          <a:pt x="48607" y="1133475"/>
                          <a:pt x="20032" y="936625"/>
                          <a:pt x="7332" y="717550"/>
                        </a:cubicBezTo>
                        <a:cubicBezTo>
                          <a:pt x="-5368" y="498475"/>
                          <a:pt x="982" y="249237"/>
                          <a:pt x="7332" y="0"/>
                        </a:cubicBezTo>
                      </a:path>
                    </a:pathLst>
                  </a:custGeom>
                  <a:noFill/>
                  <a:ln w="254000" cap="rnd">
                    <a:solidFill>
                      <a:srgbClr val="10B98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8F72E9F6-ACB2-19E9-0C52-91CD708D23E0}"/>
                    </a:ext>
                  </a:extLst>
                </p:cNvPr>
                <p:cNvGrpSpPr/>
                <p:nvPr/>
              </p:nvGrpSpPr>
              <p:grpSpPr>
                <a:xfrm>
                  <a:off x="4371823" y="765600"/>
                  <a:ext cx="3089694" cy="3962300"/>
                  <a:chOff x="4371823" y="765600"/>
                  <a:chExt cx="3089694" cy="3962300"/>
                </a:xfrm>
              </p:grpSpPr>
              <p:sp>
                <p:nvSpPr>
                  <p:cNvPr id="40" name="Freeform: Shape 39">
                    <a:extLst>
                      <a:ext uri="{FF2B5EF4-FFF2-40B4-BE49-F238E27FC236}">
                        <a16:creationId xmlns:a16="http://schemas.microsoft.com/office/drawing/2014/main" id="{B59042E1-BFF5-ABC7-5B1B-48F9E3C40BE0}"/>
                      </a:ext>
                    </a:extLst>
                  </p:cNvPr>
                  <p:cNvSpPr/>
                  <p:nvPr/>
                </p:nvSpPr>
                <p:spPr>
                  <a:xfrm rot="289076">
                    <a:off x="5118317" y="1918420"/>
                    <a:ext cx="981777" cy="2791326"/>
                  </a:xfrm>
                  <a:custGeom>
                    <a:avLst/>
                    <a:gdLst>
                      <a:gd name="connsiteX0" fmla="*/ 981777 w 981777"/>
                      <a:gd name="connsiteY0" fmla="*/ 2791326 h 2791326"/>
                      <a:gd name="connsiteX1" fmla="*/ 721895 w 981777"/>
                      <a:gd name="connsiteY1" fmla="*/ 1328286 h 2791326"/>
                      <a:gd name="connsiteX2" fmla="*/ 385011 w 981777"/>
                      <a:gd name="connsiteY2" fmla="*/ 548640 h 2791326"/>
                      <a:gd name="connsiteX3" fmla="*/ 0 w 981777"/>
                      <a:gd name="connsiteY3" fmla="*/ 0 h 27913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81777" h="2791326">
                        <a:moveTo>
                          <a:pt x="981777" y="2791326"/>
                        </a:moveTo>
                        <a:cubicBezTo>
                          <a:pt x="901566" y="2246696"/>
                          <a:pt x="821356" y="1702067"/>
                          <a:pt x="721895" y="1328286"/>
                        </a:cubicBezTo>
                        <a:cubicBezTo>
                          <a:pt x="622434" y="954505"/>
                          <a:pt x="505327" y="770021"/>
                          <a:pt x="385011" y="548640"/>
                        </a:cubicBezTo>
                        <a:cubicBezTo>
                          <a:pt x="264695" y="327259"/>
                          <a:pt x="132347" y="163629"/>
                          <a:pt x="0" y="0"/>
                        </a:cubicBezTo>
                      </a:path>
                    </a:pathLst>
                  </a:custGeom>
                  <a:noFill/>
                  <a:ln w="152400" cap="rnd">
                    <a:solidFill>
                      <a:srgbClr val="10B98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41" name="Freeform: Shape 40">
                    <a:extLst>
                      <a:ext uri="{FF2B5EF4-FFF2-40B4-BE49-F238E27FC236}">
                        <a16:creationId xmlns:a16="http://schemas.microsoft.com/office/drawing/2014/main" id="{EE3DB1C3-93EF-8851-BD5F-5F9C9A25D76E}"/>
                      </a:ext>
                    </a:extLst>
                  </p:cNvPr>
                  <p:cNvSpPr/>
                  <p:nvPr/>
                </p:nvSpPr>
                <p:spPr>
                  <a:xfrm rot="289076">
                    <a:off x="5878201" y="2757586"/>
                    <a:ext cx="174171" cy="1970314"/>
                  </a:xfrm>
                  <a:custGeom>
                    <a:avLst/>
                    <a:gdLst>
                      <a:gd name="connsiteX0" fmla="*/ 174171 w 174171"/>
                      <a:gd name="connsiteY0" fmla="*/ 1970314 h 1970314"/>
                      <a:gd name="connsiteX1" fmla="*/ 54428 w 174171"/>
                      <a:gd name="connsiteY1" fmla="*/ 1099457 h 1970314"/>
                      <a:gd name="connsiteX2" fmla="*/ 0 w 174171"/>
                      <a:gd name="connsiteY2" fmla="*/ 664029 h 1970314"/>
                      <a:gd name="connsiteX3" fmla="*/ 54428 w 174171"/>
                      <a:gd name="connsiteY3" fmla="*/ 239486 h 1970314"/>
                      <a:gd name="connsiteX4" fmla="*/ 152400 w 174171"/>
                      <a:gd name="connsiteY4" fmla="*/ 0 h 19703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171" h="1970314">
                        <a:moveTo>
                          <a:pt x="174171" y="1970314"/>
                        </a:moveTo>
                        <a:cubicBezTo>
                          <a:pt x="128813" y="1643742"/>
                          <a:pt x="83456" y="1317171"/>
                          <a:pt x="54428" y="1099457"/>
                        </a:cubicBezTo>
                        <a:cubicBezTo>
                          <a:pt x="25400" y="881743"/>
                          <a:pt x="0" y="807357"/>
                          <a:pt x="0" y="664029"/>
                        </a:cubicBezTo>
                        <a:cubicBezTo>
                          <a:pt x="0" y="520701"/>
                          <a:pt x="29028" y="350158"/>
                          <a:pt x="54428" y="239486"/>
                        </a:cubicBezTo>
                        <a:cubicBezTo>
                          <a:pt x="79828" y="128814"/>
                          <a:pt x="116114" y="64407"/>
                          <a:pt x="152400" y="0"/>
                        </a:cubicBezTo>
                      </a:path>
                    </a:pathLst>
                  </a:custGeom>
                  <a:noFill/>
                  <a:ln w="152400" cap="rnd">
                    <a:solidFill>
                      <a:srgbClr val="10B98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2">
                    <p14:nvContentPartPr>
                      <p14:cNvPr id="42" name="Ink 41">
                        <a:extLst>
                          <a:ext uri="{FF2B5EF4-FFF2-40B4-BE49-F238E27FC236}">
                            <a16:creationId xmlns:a16="http://schemas.microsoft.com/office/drawing/2014/main" id="{D3266790-C9DB-2F3A-7FF3-18C6FEA8FE8B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6285757" y="1147806"/>
                      <a:ext cx="1175760" cy="1424159"/>
                    </p14:xfrm>
                  </p:contentPart>
                </mc:Choice>
                <mc:Fallback xmlns="">
                  <p:pic>
                    <p:nvPicPr>
                      <p:cNvPr id="42" name="Ink 41">
                        <a:extLst>
                          <a:ext uri="{FF2B5EF4-FFF2-40B4-BE49-F238E27FC236}">
                            <a16:creationId xmlns:a16="http://schemas.microsoft.com/office/drawing/2014/main" id="{D3266790-C9DB-2F3A-7FF3-18C6FEA8FE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58667" y="1018270"/>
                        <a:ext cx="1429213" cy="1682491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4">
                    <p14:nvContentPartPr>
                      <p14:cNvPr id="43" name="Ink 42">
                        <a:extLst>
                          <a:ext uri="{FF2B5EF4-FFF2-40B4-BE49-F238E27FC236}">
                            <a16:creationId xmlns:a16="http://schemas.microsoft.com/office/drawing/2014/main" id="{31AA273C-0757-9E43-171F-D72963307202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4371823" y="765600"/>
                      <a:ext cx="1083600" cy="1408320"/>
                    </p14:xfrm>
                  </p:contentPart>
                </mc:Choice>
                <mc:Fallback xmlns="">
                  <p:pic>
                    <p:nvPicPr>
                      <p:cNvPr id="43" name="Ink 42">
                        <a:extLst>
                          <a:ext uri="{FF2B5EF4-FFF2-40B4-BE49-F238E27FC236}">
                            <a16:creationId xmlns:a16="http://schemas.microsoft.com/office/drawing/2014/main" id="{31AA273C-0757-9E43-171F-D729633072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44810" y="636023"/>
                        <a:ext cx="1336900" cy="1666734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A8041F92-E03A-290C-4DD7-BB9FFA085F1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357067" y="2600605"/>
                <a:ext cx="273823" cy="1013735"/>
                <a:chOff x="7145738" y="2088424"/>
                <a:chExt cx="1834479" cy="6791513"/>
              </a:xfrm>
            </p:grpSpPr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5B7800EE-BBC7-1AB8-9211-54B659C7708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145744" y="4047472"/>
                  <a:ext cx="1834473" cy="891510"/>
                </a:xfrm>
                <a:custGeom>
                  <a:avLst/>
                  <a:gdLst>
                    <a:gd name="connsiteX0" fmla="*/ 893826 w 1787652"/>
                    <a:gd name="connsiteY0" fmla="*/ 0 h 891510"/>
                    <a:gd name="connsiteX1" fmla="*/ 1783171 w 1787652"/>
                    <a:gd name="connsiteY1" fmla="*/ 802748 h 891510"/>
                    <a:gd name="connsiteX2" fmla="*/ 1787652 w 1787652"/>
                    <a:gd name="connsiteY2" fmla="*/ 891510 h 891510"/>
                    <a:gd name="connsiteX3" fmla="*/ 0 w 1787652"/>
                    <a:gd name="connsiteY3" fmla="*/ 891510 h 891510"/>
                    <a:gd name="connsiteX4" fmla="*/ 4481 w 1787652"/>
                    <a:gd name="connsiteY4" fmla="*/ 802748 h 891510"/>
                    <a:gd name="connsiteX5" fmla="*/ 893826 w 1787652"/>
                    <a:gd name="connsiteY5" fmla="*/ 0 h 8915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787652" h="891510">
                      <a:moveTo>
                        <a:pt x="893826" y="0"/>
                      </a:moveTo>
                      <a:cubicBezTo>
                        <a:pt x="1356688" y="0"/>
                        <a:pt x="1737391" y="351856"/>
                        <a:pt x="1783171" y="802748"/>
                      </a:cubicBezTo>
                      <a:lnTo>
                        <a:pt x="1787652" y="891510"/>
                      </a:lnTo>
                      <a:lnTo>
                        <a:pt x="0" y="891510"/>
                      </a:lnTo>
                      <a:lnTo>
                        <a:pt x="4481" y="802748"/>
                      </a:lnTo>
                      <a:cubicBezTo>
                        <a:pt x="50261" y="351856"/>
                        <a:pt x="430964" y="0"/>
                        <a:pt x="893826" y="0"/>
                      </a:cubicBezTo>
                      <a:close/>
                    </a:path>
                  </a:pathLst>
                </a:custGeom>
                <a:solidFill>
                  <a:srgbClr val="A7F3D0"/>
                </a:solidFill>
                <a:ln>
                  <a:solidFill>
                    <a:srgbClr val="A7F3D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GB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E865985E-BCF0-F51A-82D7-D76E832F064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145738" y="2088424"/>
                  <a:ext cx="1834472" cy="6791513"/>
                  <a:chOff x="4025900" y="2626683"/>
                  <a:chExt cx="291249" cy="1078251"/>
                </a:xfrm>
              </p:grpSpPr>
              <p:sp>
                <p:nvSpPr>
                  <p:cNvPr id="16" name="Oval 15">
                    <a:extLst>
                      <a:ext uri="{FF2B5EF4-FFF2-40B4-BE49-F238E27FC236}">
                        <a16:creationId xmlns:a16="http://schemas.microsoft.com/office/drawing/2014/main" id="{6A4CEAFE-471B-B528-BF59-1167EB88071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043134" y="2626683"/>
                    <a:ext cx="257004" cy="257066"/>
                  </a:xfrm>
                  <a:prstGeom prst="ellipse">
                    <a:avLst/>
                  </a:prstGeom>
                  <a:solidFill>
                    <a:srgbClr val="A7F3D0"/>
                  </a:solidFill>
                  <a:ln>
                    <a:solidFill>
                      <a:srgbClr val="A7F3D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E22436A8-7057-6B84-1576-70DBB46FA3CC}"/>
                      </a:ext>
                    </a:extLst>
                  </p:cNvPr>
                  <p:cNvSpPr/>
                  <p:nvPr/>
                </p:nvSpPr>
                <p:spPr>
                  <a:xfrm>
                    <a:off x="4025900" y="3079250"/>
                    <a:ext cx="291249" cy="625684"/>
                  </a:xfrm>
                  <a:prstGeom prst="rect">
                    <a:avLst/>
                  </a:prstGeom>
                  <a:solidFill>
                    <a:srgbClr val="A7F3D0"/>
                  </a:solidFill>
                  <a:ln>
                    <a:solidFill>
                      <a:srgbClr val="A7F3D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635E09EE-CA28-028E-36CD-D4EEC154CA8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689488" y="2975988"/>
                <a:ext cx="225794" cy="669617"/>
                <a:chOff x="7145739" y="1567458"/>
                <a:chExt cx="2465760" cy="7312480"/>
              </a:xfrm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C689EE71-240A-9E35-ADB9-6315B7AF3E7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145740" y="4047475"/>
                  <a:ext cx="2465758" cy="891509"/>
                </a:xfrm>
                <a:custGeom>
                  <a:avLst/>
                  <a:gdLst>
                    <a:gd name="connsiteX0" fmla="*/ 893826 w 1787652"/>
                    <a:gd name="connsiteY0" fmla="*/ 0 h 891510"/>
                    <a:gd name="connsiteX1" fmla="*/ 1783171 w 1787652"/>
                    <a:gd name="connsiteY1" fmla="*/ 802748 h 891510"/>
                    <a:gd name="connsiteX2" fmla="*/ 1787652 w 1787652"/>
                    <a:gd name="connsiteY2" fmla="*/ 891510 h 891510"/>
                    <a:gd name="connsiteX3" fmla="*/ 0 w 1787652"/>
                    <a:gd name="connsiteY3" fmla="*/ 891510 h 891510"/>
                    <a:gd name="connsiteX4" fmla="*/ 4481 w 1787652"/>
                    <a:gd name="connsiteY4" fmla="*/ 802748 h 891510"/>
                    <a:gd name="connsiteX5" fmla="*/ 893826 w 1787652"/>
                    <a:gd name="connsiteY5" fmla="*/ 0 h 8915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787652" h="891510">
                      <a:moveTo>
                        <a:pt x="893826" y="0"/>
                      </a:moveTo>
                      <a:cubicBezTo>
                        <a:pt x="1356688" y="0"/>
                        <a:pt x="1737391" y="351856"/>
                        <a:pt x="1783171" y="802748"/>
                      </a:cubicBezTo>
                      <a:lnTo>
                        <a:pt x="1787652" y="891510"/>
                      </a:lnTo>
                      <a:lnTo>
                        <a:pt x="0" y="891510"/>
                      </a:lnTo>
                      <a:lnTo>
                        <a:pt x="4481" y="802748"/>
                      </a:lnTo>
                      <a:cubicBezTo>
                        <a:pt x="50261" y="351856"/>
                        <a:pt x="430964" y="0"/>
                        <a:pt x="893826" y="0"/>
                      </a:cubicBezTo>
                      <a:close/>
                    </a:path>
                  </a:pathLst>
                </a:custGeom>
                <a:solidFill>
                  <a:srgbClr val="A7F3D0"/>
                </a:solidFill>
                <a:ln>
                  <a:solidFill>
                    <a:srgbClr val="A7F3D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GB"/>
                </a:p>
              </p:txBody>
            </p:sp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46D8F9E3-BE41-BCA0-0C75-5B34B030C78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145739" y="1567458"/>
                  <a:ext cx="2465760" cy="7312480"/>
                  <a:chOff x="4025899" y="2543972"/>
                  <a:chExt cx="391475" cy="1160962"/>
                </a:xfrm>
              </p:grpSpPr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AA604B38-8A50-9F34-3301-EFAA6E1BA50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060190" y="2543972"/>
                    <a:ext cx="322893" cy="322968"/>
                  </a:xfrm>
                  <a:prstGeom prst="ellipse">
                    <a:avLst/>
                  </a:prstGeom>
                  <a:solidFill>
                    <a:srgbClr val="A7F3D0"/>
                  </a:solidFill>
                  <a:ln>
                    <a:solidFill>
                      <a:srgbClr val="A7F3D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5B91D4C5-3FBA-CD71-A900-47C50E378120}"/>
                      </a:ext>
                    </a:extLst>
                  </p:cNvPr>
                  <p:cNvSpPr/>
                  <p:nvPr/>
                </p:nvSpPr>
                <p:spPr>
                  <a:xfrm>
                    <a:off x="4025899" y="3079250"/>
                    <a:ext cx="391475" cy="625684"/>
                  </a:xfrm>
                  <a:prstGeom prst="rect">
                    <a:avLst/>
                  </a:prstGeom>
                  <a:solidFill>
                    <a:srgbClr val="A7F3D0"/>
                  </a:solidFill>
                  <a:ln>
                    <a:solidFill>
                      <a:srgbClr val="A7F3D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</p:grpSp>
          </p:grp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E91BEF4B-DAC1-34D2-A7D0-CFE8B44F02CB}"/>
                  </a:ext>
                </a:extLst>
              </p:cNvPr>
              <p:cNvSpPr/>
              <p:nvPr/>
            </p:nvSpPr>
            <p:spPr>
              <a:xfrm>
                <a:off x="300517" y="3626844"/>
                <a:ext cx="1709874" cy="96060"/>
              </a:xfrm>
              <a:custGeom>
                <a:avLst/>
                <a:gdLst>
                  <a:gd name="connsiteX0" fmla="*/ 0 w 2895600"/>
                  <a:gd name="connsiteY0" fmla="*/ 162673 h 162673"/>
                  <a:gd name="connsiteX1" fmla="*/ 1483360 w 2895600"/>
                  <a:gd name="connsiteY1" fmla="*/ 113 h 162673"/>
                  <a:gd name="connsiteX2" fmla="*/ 2895600 w 2895600"/>
                  <a:gd name="connsiteY2" fmla="*/ 142353 h 1626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95600" h="162673">
                    <a:moveTo>
                      <a:pt x="0" y="162673"/>
                    </a:moveTo>
                    <a:cubicBezTo>
                      <a:pt x="500380" y="83086"/>
                      <a:pt x="1000760" y="3500"/>
                      <a:pt x="1483360" y="113"/>
                    </a:cubicBezTo>
                    <a:cubicBezTo>
                      <a:pt x="1965960" y="-3274"/>
                      <a:pt x="2430780" y="69539"/>
                      <a:pt x="2895600" y="142353"/>
                    </a:cubicBezTo>
                  </a:path>
                </a:pathLst>
              </a:custGeom>
              <a:noFill/>
              <a:ln w="120650" cap="rnd">
                <a:solidFill>
                  <a:srgbClr val="10B9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pic>
          <p:nvPicPr>
            <p:cNvPr id="11" name="Picture 10" descr="A green and black logo&#10;&#10;AI-generated content may be incorrect.">
              <a:extLst>
                <a:ext uri="{FF2B5EF4-FFF2-40B4-BE49-F238E27FC236}">
                  <a16:creationId xmlns:a16="http://schemas.microsoft.com/office/drawing/2014/main" id="{B5EBE43A-9BDD-2657-5A40-DC6026D3D63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9384" y="1352551"/>
              <a:ext cx="12369850" cy="42087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83102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893678-8BE4-8A32-EA53-82E38C7AE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950943-9F51-DC10-AC95-8772DAFEF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51" y="1493091"/>
            <a:ext cx="12192000" cy="387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395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69df091-b013-40e3-86ee-bd9cb9e25814}" enabled="0" method="" siteId="{569df091-b013-40e3-86ee-bd9cb9e2581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297</TotalTime>
  <Words>63</Words>
  <Application>Microsoft Office PowerPoint</Application>
  <PresentationFormat>Widescreen</PresentationFormat>
  <Paragraphs>32</Paragraphs>
  <Slides>21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George Suszczenia</dc:creator>
  <cp:lastModifiedBy>Kristian George Suszczenia</cp:lastModifiedBy>
  <cp:revision>2</cp:revision>
  <dcterms:created xsi:type="dcterms:W3CDTF">2025-11-13T12:23:52Z</dcterms:created>
  <dcterms:modified xsi:type="dcterms:W3CDTF">2026-03-17T16:20:15Z</dcterms:modified>
</cp:coreProperties>
</file>